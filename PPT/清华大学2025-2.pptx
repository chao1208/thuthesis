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theme/theme2.xml" ContentType="application/vnd.openxmlformats-officedocument.theme+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970" r:id="rId2"/>
    <p:sldMasterId id="2147484008" r:id="rId3"/>
  </p:sldMasterIdLst>
  <p:notesMasterIdLst>
    <p:notesMasterId r:id="rId12"/>
  </p:notesMasterIdLst>
  <p:handoutMasterIdLst>
    <p:handoutMasterId r:id="rId13"/>
  </p:handoutMasterIdLst>
  <p:sldIdLst>
    <p:sldId id="349" r:id="rId4"/>
    <p:sldId id="344" r:id="rId5"/>
    <p:sldId id="309" r:id="rId6"/>
    <p:sldId id="275" r:id="rId7"/>
    <p:sldId id="280" r:id="rId8"/>
    <p:sldId id="310" r:id="rId9"/>
    <p:sldId id="282" r:id="rId10"/>
    <p:sldId id="354"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页" id="{6BF0C24E-6AAB-44D8-8EC8-93180E85F93F}">
          <p14:sldIdLst>
            <p14:sldId id="349"/>
          </p14:sldIdLst>
        </p14:section>
        <p14:section name="目录页" id="{B8BDDB40-E582-4EA5-8621-5432E2FE3F71}">
          <p14:sldIdLst>
            <p14:sldId id="344"/>
          </p14:sldIdLst>
        </p14:section>
        <p14:section name="过渡页" id="{F50ECEE8-95DF-409F-A4C5-ECF4B57D451E}">
          <p14:sldIdLst>
            <p14:sldId id="309"/>
            <p14:sldId id="275"/>
            <p14:sldId id="280"/>
            <p14:sldId id="310"/>
          </p14:sldIdLst>
        </p14:section>
        <p14:section name="内容页" id="{BDB4CD63-28B2-41AA-9BC9-DD737B2D8058}">
          <p14:sldIdLst>
            <p14:sldId id="282"/>
          </p14:sldIdLst>
        </p14:section>
        <p14:section name="结束页" id="{66E26F6E-29BA-4608-85C0-6E49BFFE0266}">
          <p14:sldIdLst>
            <p14:sldId id="35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A69B6"/>
    <a:srgbClr val="321830"/>
    <a:srgbClr val="6C2280"/>
    <a:srgbClr val="262626"/>
    <a:srgbClr val="441351"/>
    <a:srgbClr val="68A4C6"/>
    <a:srgbClr val="C5DCE9"/>
    <a:srgbClr val="912C8D"/>
    <a:srgbClr val="7561D6"/>
    <a:srgbClr val="C4BC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9" autoAdjust="0"/>
    <p:restoredTop sz="94341" autoAdjust="0"/>
  </p:normalViewPr>
  <p:slideViewPr>
    <p:cSldViewPr snapToGrid="0">
      <p:cViewPr varScale="1">
        <p:scale>
          <a:sx n="123" d="100"/>
          <a:sy n="123" d="100"/>
        </p:scale>
        <p:origin x="592" y="192"/>
      </p:cViewPr>
      <p:guideLst/>
    </p:cSldViewPr>
  </p:slideViewPr>
  <p:notesTextViewPr>
    <p:cViewPr>
      <p:scale>
        <a:sx n="1" d="1"/>
        <a:sy n="1" d="1"/>
      </p:scale>
      <p:origin x="0" y="0"/>
    </p:cViewPr>
  </p:notesTextViewPr>
  <p:sorterViewPr>
    <p:cViewPr varScale="1">
      <p:scale>
        <a:sx n="100" d="100"/>
        <a:sy n="100" d="100"/>
      </p:scale>
      <p:origin x="0" y="-7472"/>
    </p:cViewPr>
  </p:sorterViewPr>
  <p:notesViewPr>
    <p:cSldViewPr snapToGrid="0">
      <p:cViewPr varScale="1">
        <p:scale>
          <a:sx n="60" d="100"/>
          <a:sy n="60" d="100"/>
        </p:scale>
        <p:origin x="2283" y="45"/>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handoutMaster" Target="handoutMasters/handoutMaster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19C80C5-3B3B-4EBE-9239-7EEA8FA4ED60}" type="datetimeFigureOut">
              <a:rPr lang="zh-CN" altLang="en-US" smtClean="0"/>
              <a:t>2026/5/12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AFC8FE-0CEA-4281-A382-DDBEEA4A852E}" type="slidenum">
              <a:rPr lang="zh-CN" altLang="en-US" smtClean="0"/>
              <a:t>‹#›</a:t>
            </a:fld>
            <a:endParaRPr lang="zh-CN" altLang="en-US"/>
          </a:p>
        </p:txBody>
      </p:sp>
    </p:spTree>
    <p:extLst>
      <p:ext uri="{BB962C8B-B14F-4D97-AF65-F5344CB8AC3E}">
        <p14:creationId xmlns:p14="http://schemas.microsoft.com/office/powerpoint/2010/main" val="783513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517DE-0672-45D7-9C8F-3257FB3FEF9B}" type="datetimeFigureOut">
              <a:rPr lang="zh-CN" altLang="en-US" smtClean="0"/>
              <a:t>2026/5/12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0C2D9E-0316-48FF-B314-CE474C84DFAD}" type="slidenum">
              <a:rPr lang="zh-CN" altLang="en-US" smtClean="0"/>
              <a:t>‹#›</a:t>
            </a:fld>
            <a:endParaRPr lang="zh-CN" altLang="en-US"/>
          </a:p>
        </p:txBody>
      </p:sp>
    </p:spTree>
    <p:extLst>
      <p:ext uri="{BB962C8B-B14F-4D97-AF65-F5344CB8AC3E}">
        <p14:creationId xmlns:p14="http://schemas.microsoft.com/office/powerpoint/2010/main" val="2918220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0C2D9E-0316-48FF-B314-CE474C84DFA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82006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0C2D9E-0316-48FF-B314-CE474C84DFA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70097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5F0F37-E8DD-274F-8E79-7BB9FBABDD83}" type="slidenum">
              <a:rPr kumimoji="1" lang="zh-CN" altLang="en-US" sz="1200" b="0" i="0" u="none" strike="noStrike" kern="1200" cap="none" spc="0" normalizeH="0" baseline="0" noProof="0" smtClean="0">
                <a:ln>
                  <a:noFill/>
                </a:ln>
                <a:solidFill>
                  <a:prstClr val="black"/>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zh-CN" altLang="en-US" sz="1200" b="0" i="0" u="none" strike="noStrike" kern="1200" cap="none" spc="0" normalizeH="0" baseline="0" noProof="0">
              <a:ln>
                <a:noFill/>
              </a:ln>
              <a:solidFill>
                <a:prstClr val="black"/>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901355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5F0F37-E8DD-274F-8E79-7BB9FBABDD83}" type="slidenum">
              <a:rPr kumimoji="1" lang="zh-CN" altLang="en-US" sz="1200" b="0" i="0" u="none" strike="noStrike" kern="1200" cap="none" spc="0" normalizeH="0" baseline="0" noProof="0" smtClean="0">
                <a:ln>
                  <a:noFill/>
                </a:ln>
                <a:solidFill>
                  <a:prstClr val="black"/>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zh-CN" altLang="en-US" sz="1200" b="0" i="0" u="none" strike="noStrike" kern="1200" cap="none" spc="0" normalizeH="0" baseline="0" noProof="0">
              <a:ln>
                <a:noFill/>
              </a:ln>
              <a:solidFill>
                <a:prstClr val="black"/>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620999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5F0F37-E8DD-274F-8E79-7BB9FBABDD83}" type="slidenum">
              <a:rPr kumimoji="1" lang="zh-CN" altLang="en-US" sz="1200" b="0" i="0" u="none" strike="noStrike" kern="1200" cap="none" spc="0" normalizeH="0" baseline="0" noProof="0" smtClean="0">
                <a:ln>
                  <a:noFill/>
                </a:ln>
                <a:solidFill>
                  <a:prstClr val="black"/>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zh-CN" altLang="en-US" sz="1200" b="0" i="0" u="none" strike="noStrike" kern="1200" cap="none" spc="0" normalizeH="0" baseline="0" noProof="0">
              <a:ln>
                <a:noFill/>
              </a:ln>
              <a:solidFill>
                <a:prstClr val="black"/>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529970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5F0F37-E8DD-274F-8E79-7BB9FBABDD83}" type="slidenum">
              <a:rPr kumimoji="1" lang="zh-CN" altLang="en-US" sz="1200" b="0" i="0" u="none" strike="noStrike" kern="1200" cap="none" spc="0" normalizeH="0" baseline="0" noProof="0" smtClean="0">
                <a:ln>
                  <a:noFill/>
                </a:ln>
                <a:solidFill>
                  <a:prstClr val="black"/>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a:ln>
                <a:noFill/>
              </a:ln>
              <a:solidFill>
                <a:prstClr val="black"/>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935421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B7F465-84CD-FF48-8BE8-E9BB174DF4F1}" type="slidenum">
              <a:rPr kumimoji="0" lang="en-US" sz="1200" b="0" i="0" u="none" strike="noStrike" kern="1200" cap="none" spc="0" normalizeH="0" baseline="0" noProof="0" smtClean="0">
                <a:ln>
                  <a:noFill/>
                </a:ln>
                <a:solidFill>
                  <a:prstClr val="black"/>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53633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0C2D9E-0316-48FF-B314-CE474C84DFA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86178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4381B0-DB39-757B-1A3A-91F82DEEC66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912D8B7B-CCF3-EDAD-D2CB-DDE6F447A4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6DF02A19-0B7A-7494-3DF5-87FFD81619D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3FB0552B-B23D-6F94-6AC8-62E098DD392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699FDEF9-645B-624F-B9C9-D884D1EB9A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71181530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06EDD6-F8E2-B164-A9B5-DC22D7C2073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2CB68C5-1C29-B002-5E3C-58C7F11F05C2}"/>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1E77D1D-9BFC-327A-4AE3-922CBA2A3CA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7725F529-DFB2-55B5-DC6E-8F6FBC4CC34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819AA28F-67A0-3DAE-7C3B-1E2A3D052D0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58880514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9D234F-336D-9B01-FD8F-6570FDEDD5C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97145BF-0ECB-ABF9-68EF-BB4C6B2DEC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4DBFDEF5-E7AB-4935-95C5-3C581CF659A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AE52C556-54BA-40D9-BD30-468D419BD89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2EFE63F1-2624-2100-F50E-EFC55CABC2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15067312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413DDA-6E07-9B1D-E59C-16259249A22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499546C-B0C7-D8A6-1AEA-647BEE374488}"/>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D85B6EC-7EAD-8F7C-3020-97DD56701A8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F16EF6B-2D28-6DCD-CA2D-76875541899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7A31C7CE-70C9-CD7F-854E-FC14E1FA470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2DB86A00-E9E6-E417-DBFF-2CFB408CFCD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17275750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D60ED9-CEF6-EDC6-BDFF-5EB174F488B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117456F-165A-7A33-6931-663C4DCDEA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A8B5192-3CB9-1EE8-FBC4-18487683E6BA}"/>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31E39816-5AC5-05F8-0C2F-2382B5BB39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650CB35-2353-E877-03A7-056762DBA9F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A4DC91F-421C-A590-530A-3B857B567B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8" name="页脚占位符 7">
            <a:extLst>
              <a:ext uri="{FF2B5EF4-FFF2-40B4-BE49-F238E27FC236}">
                <a16:creationId xmlns:a16="http://schemas.microsoft.com/office/drawing/2014/main" id="{CC7B2739-D81C-9C55-DA49-BE1CDE33B05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9" name="灯片编号占位符 8">
            <a:extLst>
              <a:ext uri="{FF2B5EF4-FFF2-40B4-BE49-F238E27FC236}">
                <a16:creationId xmlns:a16="http://schemas.microsoft.com/office/drawing/2014/main" id="{C3C1737B-AE0B-24C6-75D6-3F219CCC3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25179038"/>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5A7874-44E7-BDA6-FECC-AD926F11363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6833BAA7-3FCE-3ABF-05C2-1044A6D9EEE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4" name="页脚占位符 3">
            <a:extLst>
              <a:ext uri="{FF2B5EF4-FFF2-40B4-BE49-F238E27FC236}">
                <a16:creationId xmlns:a16="http://schemas.microsoft.com/office/drawing/2014/main" id="{A11DD9E1-4EDE-B43C-0306-3B2585995F3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灯片编号占位符 4">
            <a:extLst>
              <a:ext uri="{FF2B5EF4-FFF2-40B4-BE49-F238E27FC236}">
                <a16:creationId xmlns:a16="http://schemas.microsoft.com/office/drawing/2014/main" id="{8D037AEF-2E10-368A-D939-FFCBD6E596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47357736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5E2E19-349C-FB00-6CAB-5795238F958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3" name="页脚占位符 2">
            <a:extLst>
              <a:ext uri="{FF2B5EF4-FFF2-40B4-BE49-F238E27FC236}">
                <a16:creationId xmlns:a16="http://schemas.microsoft.com/office/drawing/2014/main" id="{2C4DAE97-B03A-4E8B-4C7E-E409B29CFCB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4" name="灯片编号占位符 3">
            <a:extLst>
              <a:ext uri="{FF2B5EF4-FFF2-40B4-BE49-F238E27FC236}">
                <a16:creationId xmlns:a16="http://schemas.microsoft.com/office/drawing/2014/main" id="{A22C5279-157D-0F78-EED2-1DFBBE6E90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929087999"/>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C92F5-6E5C-FB83-93E9-D546B6503F0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8131BF7-47BD-BAD5-9BA2-83994A7E74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42750EAD-4BAC-5C85-8028-60182F6A2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5B1549A-5FC4-709B-A0A9-3BD96A2435D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02C88EC9-880C-1299-6B69-A5C41EBC4B8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165237FB-0522-6717-5C62-798F18796C3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74032159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83311-0C61-F474-17DA-DCD996023B8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35F7287C-E405-A276-2AE8-CDB8E1E6E9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D0B3676-C8EF-89D5-1F43-32A768A783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669902D-C530-F0A9-8C76-A25AF3BD398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FC41CEAC-4660-C7F1-E492-CA4D9B4B586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8EB93C4F-9A62-1BEC-2692-47FAC73FD5F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89140607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E63F5-AB14-307E-A117-BB7B9BE0050C}"/>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428416D-578D-31E4-8A6B-522C636CCB5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109D001-C98D-F27C-ECAB-4B36BABF16F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8404E997-E50C-2F99-8BF2-06E6E6261E1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64393BD8-2F3E-60ED-213D-490DD864C6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55087024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C2DFE68-BF3A-5D96-4440-1D4B4FCD0126}"/>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1EE67DE-D707-3499-0047-BE4D5E135DA4}"/>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A15237D-F9A9-54A4-F9EA-FC45BED98E3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8954EAF7-397A-083B-2E46-C00ED752A31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A7774D8F-8711-B28F-4511-D17E8000D3D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83296654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16EBAB3-660E-949B-E61F-9CFA9BA6CC50}"/>
              </a:ext>
            </a:extLst>
          </p:cNvPr>
          <p:cNvSpPr>
            <a:spLocks noGrp="1"/>
          </p:cNvSpPr>
          <p:nvPr>
            <p:ph type="pic" sz="quarter" idx="10"/>
          </p:nvPr>
        </p:nvSpPr>
        <p:spPr>
          <a:xfrm>
            <a:off x="0" y="0"/>
            <a:ext cx="12192000" cy="6858000"/>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241067627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extLst>
      <p:ext uri="{BB962C8B-B14F-4D97-AF65-F5344CB8AC3E}">
        <p14:creationId xmlns:p14="http://schemas.microsoft.com/office/powerpoint/2010/main" val="426444403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1523047-2D2B-1F0E-354D-C34337C4857C}"/>
              </a:ext>
            </a:extLst>
          </p:cNvPr>
          <p:cNvSpPr>
            <a:spLocks noGrp="1"/>
          </p:cNvSpPr>
          <p:nvPr>
            <p:ph type="pic" sz="quarter" idx="10"/>
          </p:nvPr>
        </p:nvSpPr>
        <p:spPr>
          <a:xfrm>
            <a:off x="2218765" y="0"/>
            <a:ext cx="3877235" cy="5432612"/>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22888878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ln>
            <a:noFill/>
          </a:ln>
        </p:spPr>
        <p:txBody>
          <a:bodyPr rtlCol="0">
            <a:normAutofit/>
          </a:bodyPr>
          <a:lstStyle/>
          <a:p>
            <a:pPr lvl="0"/>
            <a:endParaRPr lang="en-ID" noProof="0"/>
          </a:p>
        </p:txBody>
      </p:sp>
    </p:spTree>
    <p:extLst>
      <p:ext uri="{BB962C8B-B14F-4D97-AF65-F5344CB8AC3E}">
        <p14:creationId xmlns:p14="http://schemas.microsoft.com/office/powerpoint/2010/main" val="3042423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FFFA23C-39ED-FA90-23AF-F8398FC87F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extLst>
      <p:ext uri="{BB962C8B-B14F-4D97-AF65-F5344CB8AC3E}">
        <p14:creationId xmlns:p14="http://schemas.microsoft.com/office/powerpoint/2010/main" val="548495400"/>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91576411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1399534"/>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7A5A286E-8732-4118-5223-D564113027B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64DE79-268F-4C1A-8933-263129D2AF90}" type="datetimeFigureOut">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5/12/26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页脚占位符 3">
            <a:extLst>
              <a:ext uri="{FF2B5EF4-FFF2-40B4-BE49-F238E27FC236}">
                <a16:creationId xmlns:a16="http://schemas.microsoft.com/office/drawing/2014/main" id="{75504E9A-43B6-0072-136E-54C939903CE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灯片编号占位符 4">
            <a:extLst>
              <a:ext uri="{FF2B5EF4-FFF2-40B4-BE49-F238E27FC236}">
                <a16:creationId xmlns:a16="http://schemas.microsoft.com/office/drawing/2014/main" id="{87516053-4FA2-359E-0D11-FD1C862F4B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pic>
        <p:nvPicPr>
          <p:cNvPr id="7" name="图片 6">
            <a:extLst>
              <a:ext uri="{FF2B5EF4-FFF2-40B4-BE49-F238E27FC236}">
                <a16:creationId xmlns:a16="http://schemas.microsoft.com/office/drawing/2014/main" id="{E79A9FBF-5855-CABA-A7F7-C81EA14EE644}"/>
              </a:ext>
            </a:extLst>
          </p:cNvPr>
          <p:cNvPicPr>
            <a:picLocks noChangeAspect="1"/>
          </p:cNvPicPr>
          <p:nvPr userDrawn="1"/>
        </p:nvPicPr>
        <p:blipFill rotWithShape="1">
          <a:blip r:embed="rId2"/>
          <a:srcRect l="3689"/>
          <a:stretch/>
        </p:blipFill>
        <p:spPr>
          <a:xfrm>
            <a:off x="0" y="0"/>
            <a:ext cx="11774078" cy="6858000"/>
          </a:xfrm>
          <a:prstGeom prst="rect">
            <a:avLst/>
          </a:prstGeom>
        </p:spPr>
      </p:pic>
      <p:sp>
        <p:nvSpPr>
          <p:cNvPr id="9" name="标题 8">
            <a:extLst>
              <a:ext uri="{FF2B5EF4-FFF2-40B4-BE49-F238E27FC236}">
                <a16:creationId xmlns:a16="http://schemas.microsoft.com/office/drawing/2014/main" id="{C8351839-C2A3-B428-318B-00167E186799}"/>
              </a:ext>
            </a:extLst>
          </p:cNvPr>
          <p:cNvSpPr>
            <a:spLocks noGrp="1"/>
          </p:cNvSpPr>
          <p:nvPr>
            <p:ph type="title"/>
          </p:nvPr>
        </p:nvSpPr>
        <p:spPr>
          <a:xfrm>
            <a:off x="417922" y="327419"/>
            <a:ext cx="11097138" cy="511567"/>
          </a:xfrm>
        </p:spPr>
        <p:txBody>
          <a:bodyPr>
            <a:noAutofit/>
          </a:bodyPr>
          <a:lstStyle>
            <a:lvl1pPr>
              <a:defRPr sz="2000">
                <a:solidFill>
                  <a:schemeClr val="tx1">
                    <a:lumMod val="75000"/>
                    <a:lumOff val="25000"/>
                  </a:schemeClr>
                </a:solidFill>
                <a:latin typeface="+mj-ea"/>
                <a:ea typeface="+mj-ea"/>
              </a:defRPr>
            </a:lvl1pPr>
          </a:lstStyle>
          <a:p>
            <a:r>
              <a:rPr lang="zh-CN" altLang="en-US" dirty="0"/>
              <a:t>单击此处编辑母版标题样式</a:t>
            </a:r>
          </a:p>
        </p:txBody>
      </p:sp>
    </p:spTree>
    <p:extLst>
      <p:ext uri="{BB962C8B-B14F-4D97-AF65-F5344CB8AC3E}">
        <p14:creationId xmlns:p14="http://schemas.microsoft.com/office/powerpoint/2010/main" val="32091207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84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11021640" y="341423"/>
            <a:ext cx="852379" cy="852379"/>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598261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6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377086" y="341423"/>
            <a:ext cx="852378" cy="85237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79706746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85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11101608" y="5754580"/>
            <a:ext cx="723292" cy="72329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08097946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76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441629" y="5754580"/>
            <a:ext cx="723292" cy="72329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6912929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77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441629" y="5754580"/>
            <a:ext cx="723292" cy="723292"/>
          </a:xfrm>
          <a:prstGeom prst="ellipse">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8447726" y="2373720"/>
            <a:ext cx="2559388" cy="1559302"/>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15383657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83_Title Only">
    <p:spTree>
      <p:nvGrpSpPr>
        <p:cNvPr id="1" name=""/>
        <p:cNvGrpSpPr/>
        <p:nvPr/>
      </p:nvGrpSpPr>
      <p:grpSpPr>
        <a:xfrm>
          <a:off x="0" y="0"/>
          <a:ext cx="0" cy="0"/>
          <a:chOff x="0" y="0"/>
          <a:chExt cx="0" cy="0"/>
        </a:xfrm>
      </p:grpSpPr>
      <p:sp>
        <p:nvSpPr>
          <p:cNvPr id="6" name="Picture Placeholder 2"/>
          <p:cNvSpPr>
            <a:spLocks noGrp="1"/>
          </p:cNvSpPr>
          <p:nvPr>
            <p:ph type="pic" sz="quarter" idx="14"/>
          </p:nvPr>
        </p:nvSpPr>
        <p:spPr>
          <a:xfrm>
            <a:off x="1710331" y="1822427"/>
            <a:ext cx="2894076" cy="2485018"/>
          </a:xfrm>
          <a:prstGeom prst="roundRect">
            <a:avLst>
              <a:gd name="adj" fmla="val 9126"/>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0282447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86_Title Only">
    <p:spTree>
      <p:nvGrpSpPr>
        <p:cNvPr id="1" name=""/>
        <p:cNvGrpSpPr/>
        <p:nvPr/>
      </p:nvGrpSpPr>
      <p:grpSpPr>
        <a:xfrm>
          <a:off x="0" y="0"/>
          <a:ext cx="0" cy="0"/>
          <a:chOff x="0" y="0"/>
          <a:chExt cx="0" cy="0"/>
        </a:xfrm>
      </p:grpSpPr>
      <p:sp>
        <p:nvSpPr>
          <p:cNvPr id="6" name="Picture Placeholder 2"/>
          <p:cNvSpPr>
            <a:spLocks noGrp="1"/>
          </p:cNvSpPr>
          <p:nvPr>
            <p:ph type="pic" sz="quarter" idx="14"/>
          </p:nvPr>
        </p:nvSpPr>
        <p:spPr>
          <a:xfrm>
            <a:off x="7069731" y="114301"/>
            <a:ext cx="2894076" cy="4193144"/>
          </a:xfrm>
          <a:prstGeom prst="roundRect">
            <a:avLst>
              <a:gd name="adj" fmla="val 9126"/>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55183455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79_Title Only">
    <p:spTree>
      <p:nvGrpSpPr>
        <p:cNvPr id="1" name=""/>
        <p:cNvGrpSpPr/>
        <p:nvPr/>
      </p:nvGrpSpPr>
      <p:grpSpPr>
        <a:xfrm>
          <a:off x="0" y="0"/>
          <a:ext cx="0" cy="0"/>
          <a:chOff x="0" y="0"/>
          <a:chExt cx="0" cy="0"/>
        </a:xfrm>
      </p:grpSpPr>
      <p:sp>
        <p:nvSpPr>
          <p:cNvPr id="5" name="Freeform 20"/>
          <p:cNvSpPr>
            <a:spLocks/>
          </p:cNvSpPr>
          <p:nvPr userDrawn="1"/>
        </p:nvSpPr>
        <p:spPr bwMode="auto">
          <a:xfrm>
            <a:off x="414671" y="0"/>
            <a:ext cx="11777328"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85190608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88_Title Only">
    <p:spTree>
      <p:nvGrpSpPr>
        <p:cNvPr id="1" name=""/>
        <p:cNvGrpSpPr/>
        <p:nvPr/>
      </p:nvGrpSpPr>
      <p:grpSpPr>
        <a:xfrm>
          <a:off x="0" y="0"/>
          <a:ext cx="0" cy="0"/>
          <a:chOff x="0" y="0"/>
          <a:chExt cx="0" cy="0"/>
        </a:xfrm>
      </p:grpSpPr>
      <p:sp>
        <p:nvSpPr>
          <p:cNvPr id="5" name="Freeform 20"/>
          <p:cNvSpPr>
            <a:spLocks/>
          </p:cNvSpPr>
          <p:nvPr userDrawn="1"/>
        </p:nvSpPr>
        <p:spPr bwMode="auto">
          <a:xfrm flipV="1">
            <a:off x="-2" y="0"/>
            <a:ext cx="11844671"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400146126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89_Title Only">
    <p:spTree>
      <p:nvGrpSpPr>
        <p:cNvPr id="1" name=""/>
        <p:cNvGrpSpPr/>
        <p:nvPr/>
      </p:nvGrpSpPr>
      <p:grpSpPr>
        <a:xfrm>
          <a:off x="0" y="0"/>
          <a:ext cx="0" cy="0"/>
          <a:chOff x="0" y="0"/>
          <a:chExt cx="0" cy="0"/>
        </a:xfrm>
      </p:grpSpPr>
      <p:sp>
        <p:nvSpPr>
          <p:cNvPr id="2" name="Picture Placeholder 2"/>
          <p:cNvSpPr>
            <a:spLocks noGrp="1"/>
          </p:cNvSpPr>
          <p:nvPr>
            <p:ph type="pic" sz="quarter" idx="13"/>
          </p:nvPr>
        </p:nvSpPr>
        <p:spPr>
          <a:xfrm>
            <a:off x="803275" y="4814948"/>
            <a:ext cx="1220091" cy="122009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76177288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90_Title Only">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548967" y="1154519"/>
            <a:ext cx="3840527" cy="2326618"/>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79558795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91_Title Only">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238125" y="4739930"/>
            <a:ext cx="3857625" cy="1882543"/>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68444778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92_Title Only">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238125" y="1746947"/>
            <a:ext cx="4151369" cy="2326618"/>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52759282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93_Title Only">
    <p:spTree>
      <p:nvGrpSpPr>
        <p:cNvPr id="1" name=""/>
        <p:cNvGrpSpPr/>
        <p:nvPr/>
      </p:nvGrpSpPr>
      <p:grpSpPr>
        <a:xfrm>
          <a:off x="0" y="0"/>
          <a:ext cx="0" cy="0"/>
          <a:chOff x="0" y="0"/>
          <a:chExt cx="0" cy="0"/>
        </a:xfrm>
      </p:grpSpPr>
      <p:sp>
        <p:nvSpPr>
          <p:cNvPr id="5" name="Picture Placeholder 2"/>
          <p:cNvSpPr>
            <a:spLocks noGrp="1"/>
          </p:cNvSpPr>
          <p:nvPr>
            <p:ph type="pic" sz="quarter" idx="14"/>
          </p:nvPr>
        </p:nvSpPr>
        <p:spPr>
          <a:xfrm>
            <a:off x="238125" y="2599372"/>
            <a:ext cx="7176175" cy="2143904"/>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09954090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94_Title Only">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7802505" y="1154519"/>
            <a:ext cx="3840527" cy="2326618"/>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60161873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961775" y="192505"/>
            <a:ext cx="2006015"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58055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0065563" y="192505"/>
            <a:ext cx="2006015"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4212055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961775" y="192505"/>
            <a:ext cx="2006015" cy="2261937"/>
          </a:xfrm>
          <a:prstGeom prst="roundRect">
            <a:avLst>
              <a:gd name="adj" fmla="val 10637"/>
            </a:avLst>
          </a:prstGeom>
        </p:spPr>
        <p:txBody>
          <a:bodyPr>
            <a:normAutofit/>
          </a:bodyPr>
          <a:lstStyle>
            <a:lvl1pPr>
              <a:defRPr sz="1200"/>
            </a:lvl1pPr>
          </a:lstStyle>
          <a:p>
            <a:endParaRPr lang="en-US"/>
          </a:p>
        </p:txBody>
      </p:sp>
      <p:sp>
        <p:nvSpPr>
          <p:cNvPr id="3" name="Picture Placeholder 3"/>
          <p:cNvSpPr>
            <a:spLocks noGrp="1"/>
          </p:cNvSpPr>
          <p:nvPr>
            <p:ph type="pic" sz="quarter" idx="11"/>
          </p:nvPr>
        </p:nvSpPr>
        <p:spPr>
          <a:xfrm>
            <a:off x="3222898" y="192505"/>
            <a:ext cx="2006015" cy="2261937"/>
          </a:xfrm>
          <a:prstGeom prst="roundRect">
            <a:avLst>
              <a:gd name="adj" fmla="val 10637"/>
            </a:avLst>
          </a:prstGeom>
        </p:spPr>
        <p:txBody>
          <a:bodyPr>
            <a:normAutofit/>
          </a:bodyPr>
          <a:lstStyle>
            <a:lvl1pPr>
              <a:defRPr sz="1200"/>
            </a:lvl1pPr>
          </a:lstStyle>
          <a:p>
            <a:endParaRPr lang="en-US"/>
          </a:p>
        </p:txBody>
      </p:sp>
      <p:sp>
        <p:nvSpPr>
          <p:cNvPr id="5" name="Picture Placeholder 3"/>
          <p:cNvSpPr>
            <a:spLocks noGrp="1"/>
          </p:cNvSpPr>
          <p:nvPr>
            <p:ph type="pic" sz="quarter" idx="12"/>
          </p:nvPr>
        </p:nvSpPr>
        <p:spPr>
          <a:xfrm>
            <a:off x="5484021" y="192505"/>
            <a:ext cx="2006015" cy="2261937"/>
          </a:xfrm>
          <a:prstGeom prst="roundRect">
            <a:avLst>
              <a:gd name="adj" fmla="val 10637"/>
            </a:avLst>
          </a:prstGeom>
        </p:spPr>
        <p:txBody>
          <a:bodyPr>
            <a:normAutofit/>
          </a:bodyPr>
          <a:lstStyle>
            <a:lvl1pPr>
              <a:defRPr sz="1200"/>
            </a:lvl1pPr>
          </a:lstStyle>
          <a:p>
            <a:endParaRPr lang="en-US"/>
          </a:p>
        </p:txBody>
      </p:sp>
      <p:sp>
        <p:nvSpPr>
          <p:cNvPr id="6" name="Picture Placeholder 3"/>
          <p:cNvSpPr>
            <a:spLocks noGrp="1"/>
          </p:cNvSpPr>
          <p:nvPr>
            <p:ph type="pic" sz="quarter" idx="13"/>
          </p:nvPr>
        </p:nvSpPr>
        <p:spPr>
          <a:xfrm>
            <a:off x="7745144" y="192505"/>
            <a:ext cx="2006015" cy="2261937"/>
          </a:xfrm>
          <a:prstGeom prst="roundRect">
            <a:avLst>
              <a:gd name="adj" fmla="val 10637"/>
            </a:avLst>
          </a:prstGeom>
        </p:spPr>
        <p:txBody>
          <a:bodyPr>
            <a:normAutofit/>
          </a:bodyPr>
          <a:lstStyle>
            <a:lvl1pPr>
              <a:defRPr sz="1200"/>
            </a:lvl1pPr>
          </a:lstStyle>
          <a:p>
            <a:endParaRPr lang="en-US"/>
          </a:p>
        </p:txBody>
      </p:sp>
      <p:sp>
        <p:nvSpPr>
          <p:cNvPr id="7" name="Picture Placeholder 3"/>
          <p:cNvSpPr>
            <a:spLocks noGrp="1"/>
          </p:cNvSpPr>
          <p:nvPr>
            <p:ph type="pic" sz="quarter" idx="14"/>
          </p:nvPr>
        </p:nvSpPr>
        <p:spPr>
          <a:xfrm>
            <a:off x="10006267" y="192505"/>
            <a:ext cx="2006015"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268599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p:bldP spid="6" grpId="0"/>
      <p:bldP spid="7" grpId="0"/>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961775" y="4037675"/>
            <a:ext cx="1731871" cy="1952818"/>
          </a:xfrm>
          <a:prstGeom prst="roundRect">
            <a:avLst>
              <a:gd name="adj" fmla="val 10637"/>
            </a:avLst>
          </a:prstGeom>
        </p:spPr>
        <p:txBody>
          <a:bodyPr>
            <a:normAutofit/>
          </a:bodyPr>
          <a:lstStyle>
            <a:lvl1pPr>
              <a:defRPr sz="1200"/>
            </a:lvl1pPr>
          </a:lstStyle>
          <a:p>
            <a:endParaRPr lang="en-US"/>
          </a:p>
        </p:txBody>
      </p:sp>
      <p:sp>
        <p:nvSpPr>
          <p:cNvPr id="3" name="Picture Placeholder 3"/>
          <p:cNvSpPr>
            <a:spLocks noGrp="1"/>
          </p:cNvSpPr>
          <p:nvPr>
            <p:ph type="pic" sz="quarter" idx="11"/>
          </p:nvPr>
        </p:nvSpPr>
        <p:spPr>
          <a:xfrm>
            <a:off x="2823599" y="4037675"/>
            <a:ext cx="1731871" cy="1952818"/>
          </a:xfrm>
          <a:prstGeom prst="roundRect">
            <a:avLst>
              <a:gd name="adj" fmla="val 10637"/>
            </a:avLst>
          </a:prstGeom>
        </p:spPr>
        <p:txBody>
          <a:bodyPr>
            <a:normAutofit/>
          </a:bodyPr>
          <a:lstStyle>
            <a:lvl1pPr>
              <a:defRPr sz="1200"/>
            </a:lvl1pPr>
          </a:lstStyle>
          <a:p>
            <a:endParaRPr lang="en-US"/>
          </a:p>
        </p:txBody>
      </p:sp>
      <p:sp>
        <p:nvSpPr>
          <p:cNvPr id="5" name="Picture Placeholder 3"/>
          <p:cNvSpPr>
            <a:spLocks noGrp="1"/>
          </p:cNvSpPr>
          <p:nvPr>
            <p:ph type="pic" sz="quarter" idx="12"/>
          </p:nvPr>
        </p:nvSpPr>
        <p:spPr>
          <a:xfrm>
            <a:off x="4685423" y="4037675"/>
            <a:ext cx="1731871" cy="1952818"/>
          </a:xfrm>
          <a:prstGeom prst="roundRect">
            <a:avLst>
              <a:gd name="adj" fmla="val 10637"/>
            </a:avLst>
          </a:prstGeom>
        </p:spPr>
        <p:txBody>
          <a:bodyPr>
            <a:normAutofit/>
          </a:bodyPr>
          <a:lstStyle>
            <a:lvl1pPr>
              <a:defRPr sz="1200"/>
            </a:lvl1pPr>
          </a:lstStyle>
          <a:p>
            <a:endParaRPr lang="en-US"/>
          </a:p>
        </p:txBody>
      </p:sp>
      <p:sp>
        <p:nvSpPr>
          <p:cNvPr id="6" name="Picture Placeholder 3"/>
          <p:cNvSpPr>
            <a:spLocks noGrp="1"/>
          </p:cNvSpPr>
          <p:nvPr>
            <p:ph type="pic" sz="quarter" idx="13"/>
          </p:nvPr>
        </p:nvSpPr>
        <p:spPr>
          <a:xfrm>
            <a:off x="6547247" y="4037675"/>
            <a:ext cx="1731871" cy="1952818"/>
          </a:xfrm>
          <a:prstGeom prst="roundRect">
            <a:avLst>
              <a:gd name="adj" fmla="val 10637"/>
            </a:avLst>
          </a:prstGeom>
        </p:spPr>
        <p:txBody>
          <a:bodyPr>
            <a:normAutofit/>
          </a:bodyPr>
          <a:lstStyle>
            <a:lvl1pPr>
              <a:defRPr sz="1200"/>
            </a:lvl1pPr>
          </a:lstStyle>
          <a:p>
            <a:endParaRPr lang="en-US"/>
          </a:p>
        </p:txBody>
      </p:sp>
      <p:sp>
        <p:nvSpPr>
          <p:cNvPr id="7" name="Picture Placeholder 3"/>
          <p:cNvSpPr>
            <a:spLocks noGrp="1"/>
          </p:cNvSpPr>
          <p:nvPr>
            <p:ph type="pic" sz="quarter" idx="14"/>
          </p:nvPr>
        </p:nvSpPr>
        <p:spPr>
          <a:xfrm>
            <a:off x="8409071" y="4037675"/>
            <a:ext cx="1731871" cy="1952818"/>
          </a:xfrm>
          <a:prstGeom prst="roundRect">
            <a:avLst>
              <a:gd name="adj" fmla="val 10637"/>
            </a:avLst>
          </a:prstGeom>
        </p:spPr>
        <p:txBody>
          <a:bodyPr>
            <a:normAutofit/>
          </a:bodyPr>
          <a:lstStyle>
            <a:lvl1pPr>
              <a:defRPr sz="1200"/>
            </a:lvl1pPr>
          </a:lstStyle>
          <a:p>
            <a:endParaRPr lang="en-US"/>
          </a:p>
        </p:txBody>
      </p:sp>
      <p:sp>
        <p:nvSpPr>
          <p:cNvPr id="9" name="Picture Placeholder 3"/>
          <p:cNvSpPr>
            <a:spLocks noGrp="1"/>
          </p:cNvSpPr>
          <p:nvPr>
            <p:ph type="pic" sz="quarter" idx="16"/>
          </p:nvPr>
        </p:nvSpPr>
        <p:spPr>
          <a:xfrm>
            <a:off x="10270893" y="4037675"/>
            <a:ext cx="1731871" cy="1952818"/>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4087951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p:bldP spid="6" grpId="0"/>
      <p:bldP spid="7" grpId="0"/>
      <p:bldP spid="9" grpId="0"/>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10" name="Picture Placeholder 3"/>
          <p:cNvSpPr>
            <a:spLocks noGrp="1"/>
          </p:cNvSpPr>
          <p:nvPr>
            <p:ph type="pic" sz="quarter" idx="17"/>
          </p:nvPr>
        </p:nvSpPr>
        <p:spPr>
          <a:xfrm>
            <a:off x="9420281" y="192505"/>
            <a:ext cx="2592000" cy="2261937"/>
          </a:xfrm>
          <a:prstGeom prst="roundRect">
            <a:avLst>
              <a:gd name="adj" fmla="val 10637"/>
            </a:avLst>
          </a:prstGeom>
        </p:spPr>
        <p:txBody>
          <a:bodyPr>
            <a:normAutofit/>
          </a:bodyPr>
          <a:lstStyle>
            <a:lvl1pPr>
              <a:defRPr sz="1200"/>
            </a:lvl1pPr>
          </a:lstStyle>
          <a:p>
            <a:endParaRPr lang="en-US"/>
          </a:p>
        </p:txBody>
      </p:sp>
      <p:sp>
        <p:nvSpPr>
          <p:cNvPr id="4" name="Picture Placeholder 3"/>
          <p:cNvSpPr>
            <a:spLocks noGrp="1"/>
          </p:cNvSpPr>
          <p:nvPr>
            <p:ph type="pic" sz="quarter" idx="10"/>
          </p:nvPr>
        </p:nvSpPr>
        <p:spPr>
          <a:xfrm>
            <a:off x="961775" y="192505"/>
            <a:ext cx="2592000" cy="2261937"/>
          </a:xfrm>
          <a:prstGeom prst="roundRect">
            <a:avLst>
              <a:gd name="adj" fmla="val 10637"/>
            </a:avLst>
          </a:prstGeom>
        </p:spPr>
        <p:txBody>
          <a:bodyPr>
            <a:normAutofit/>
          </a:bodyPr>
          <a:lstStyle>
            <a:lvl1pPr>
              <a:defRPr sz="1200"/>
            </a:lvl1pPr>
          </a:lstStyle>
          <a:p>
            <a:endParaRPr lang="en-US"/>
          </a:p>
        </p:txBody>
      </p:sp>
      <p:sp>
        <p:nvSpPr>
          <p:cNvPr id="8" name="Picture Placeholder 3"/>
          <p:cNvSpPr>
            <a:spLocks noGrp="1"/>
          </p:cNvSpPr>
          <p:nvPr>
            <p:ph type="pic" sz="quarter" idx="15"/>
          </p:nvPr>
        </p:nvSpPr>
        <p:spPr>
          <a:xfrm>
            <a:off x="3781277" y="192505"/>
            <a:ext cx="2592000" cy="2261937"/>
          </a:xfrm>
          <a:prstGeom prst="roundRect">
            <a:avLst>
              <a:gd name="adj" fmla="val 10637"/>
            </a:avLst>
          </a:prstGeom>
        </p:spPr>
        <p:txBody>
          <a:bodyPr>
            <a:normAutofit/>
          </a:bodyPr>
          <a:lstStyle>
            <a:lvl1pPr>
              <a:defRPr sz="1200"/>
            </a:lvl1pPr>
          </a:lstStyle>
          <a:p>
            <a:endParaRPr lang="en-US"/>
          </a:p>
        </p:txBody>
      </p:sp>
      <p:sp>
        <p:nvSpPr>
          <p:cNvPr id="9" name="Picture Placeholder 3"/>
          <p:cNvSpPr>
            <a:spLocks noGrp="1"/>
          </p:cNvSpPr>
          <p:nvPr>
            <p:ph type="pic" sz="quarter" idx="16"/>
          </p:nvPr>
        </p:nvSpPr>
        <p:spPr>
          <a:xfrm>
            <a:off x="6600779" y="192505"/>
            <a:ext cx="2592000"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2645661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P spid="8" grpId="0"/>
      <p:bldP spid="9" grpId="0"/>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7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0065563" y="192505"/>
            <a:ext cx="2006015" cy="2261937"/>
          </a:xfrm>
          <a:prstGeom prst="roundRect">
            <a:avLst>
              <a:gd name="adj" fmla="val 10637"/>
            </a:avLst>
          </a:prstGeom>
        </p:spPr>
        <p:txBody>
          <a:bodyPr>
            <a:normAutofit/>
          </a:bodyPr>
          <a:lstStyle>
            <a:lvl1pPr>
              <a:defRPr sz="1200"/>
            </a:lvl1pPr>
          </a:lstStyle>
          <a:p>
            <a:endParaRPr lang="en-US"/>
          </a:p>
        </p:txBody>
      </p:sp>
      <p:sp>
        <p:nvSpPr>
          <p:cNvPr id="3" name="Picture Placeholder 3"/>
          <p:cNvSpPr>
            <a:spLocks noGrp="1"/>
          </p:cNvSpPr>
          <p:nvPr>
            <p:ph type="pic" sz="quarter" idx="11"/>
          </p:nvPr>
        </p:nvSpPr>
        <p:spPr>
          <a:xfrm>
            <a:off x="10065563" y="2696555"/>
            <a:ext cx="2006015"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819259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8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135946" y="3905161"/>
            <a:ext cx="954124" cy="954124"/>
          </a:xfrm>
          <a:prstGeom prst="ellipse">
            <a:avLst/>
          </a:prstGeom>
        </p:spPr>
        <p:txBody>
          <a:bodyPr>
            <a:normAutofit/>
          </a:bodyPr>
          <a:lstStyle>
            <a:lvl1pPr>
              <a:defRPr sz="1200"/>
            </a:lvl1pPr>
          </a:lstStyle>
          <a:p>
            <a:endParaRPr lang="en-US"/>
          </a:p>
        </p:txBody>
      </p:sp>
      <p:sp>
        <p:nvSpPr>
          <p:cNvPr id="6" name="Picture Placeholder 3"/>
          <p:cNvSpPr>
            <a:spLocks noGrp="1"/>
          </p:cNvSpPr>
          <p:nvPr>
            <p:ph type="pic" sz="quarter" idx="11"/>
          </p:nvPr>
        </p:nvSpPr>
        <p:spPr>
          <a:xfrm>
            <a:off x="4706460" y="5365661"/>
            <a:ext cx="954124" cy="954124"/>
          </a:xfrm>
          <a:prstGeom prst="ellipse">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25154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9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961775" y="2298031"/>
            <a:ext cx="2006015"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107238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0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042295" y="438066"/>
            <a:ext cx="954124" cy="954124"/>
          </a:xfrm>
          <a:prstGeom prst="ellipse">
            <a:avLst/>
          </a:prstGeom>
        </p:spPr>
        <p:txBody>
          <a:bodyPr>
            <a:normAutofit/>
          </a:bodyPr>
          <a:lstStyle>
            <a:lvl1pPr>
              <a:defRPr sz="1200"/>
            </a:lvl1pPr>
          </a:lstStyle>
          <a:p>
            <a:endParaRPr lang="en-US"/>
          </a:p>
        </p:txBody>
      </p:sp>
      <p:sp>
        <p:nvSpPr>
          <p:cNvPr id="7" name="Picture Placeholder 3"/>
          <p:cNvSpPr>
            <a:spLocks noGrp="1"/>
          </p:cNvSpPr>
          <p:nvPr>
            <p:ph type="pic" sz="quarter" idx="11"/>
          </p:nvPr>
        </p:nvSpPr>
        <p:spPr>
          <a:xfrm>
            <a:off x="1042295" y="1685962"/>
            <a:ext cx="954124" cy="954124"/>
          </a:xfrm>
          <a:prstGeom prst="ellipse">
            <a:avLst/>
          </a:prstGeom>
        </p:spPr>
        <p:txBody>
          <a:bodyPr>
            <a:normAutofit/>
          </a:bodyPr>
          <a:lstStyle>
            <a:lvl1pPr>
              <a:defRPr sz="1200"/>
            </a:lvl1pPr>
          </a:lstStyle>
          <a:p>
            <a:endParaRPr lang="en-US"/>
          </a:p>
        </p:txBody>
      </p:sp>
      <p:sp>
        <p:nvSpPr>
          <p:cNvPr id="10" name="Picture Placeholder 3"/>
          <p:cNvSpPr>
            <a:spLocks noGrp="1"/>
          </p:cNvSpPr>
          <p:nvPr>
            <p:ph type="pic" sz="quarter" idx="12"/>
          </p:nvPr>
        </p:nvSpPr>
        <p:spPr>
          <a:xfrm>
            <a:off x="1042295" y="2933858"/>
            <a:ext cx="954124" cy="954124"/>
          </a:xfrm>
          <a:prstGeom prst="ellipse">
            <a:avLst/>
          </a:prstGeom>
        </p:spPr>
        <p:txBody>
          <a:bodyPr>
            <a:normAutofit/>
          </a:bodyPr>
          <a:lstStyle>
            <a:lvl1pPr>
              <a:defRPr sz="1200"/>
            </a:lvl1pPr>
          </a:lstStyle>
          <a:p>
            <a:endParaRPr lang="en-US"/>
          </a:p>
        </p:txBody>
      </p:sp>
      <p:sp>
        <p:nvSpPr>
          <p:cNvPr id="13" name="Picture Placeholder 3"/>
          <p:cNvSpPr>
            <a:spLocks noGrp="1"/>
          </p:cNvSpPr>
          <p:nvPr>
            <p:ph type="pic" sz="quarter" idx="13"/>
          </p:nvPr>
        </p:nvSpPr>
        <p:spPr>
          <a:xfrm>
            <a:off x="1042295" y="4181754"/>
            <a:ext cx="954124" cy="954124"/>
          </a:xfrm>
          <a:prstGeom prst="ellipse">
            <a:avLst/>
          </a:prstGeom>
        </p:spPr>
        <p:txBody>
          <a:bodyPr>
            <a:normAutofit/>
          </a:bodyPr>
          <a:lstStyle>
            <a:lvl1pPr>
              <a:defRPr sz="1200"/>
            </a:lvl1pPr>
          </a:lstStyle>
          <a:p>
            <a:endParaRPr lang="en-US"/>
          </a:p>
        </p:txBody>
      </p:sp>
      <p:sp>
        <p:nvSpPr>
          <p:cNvPr id="14" name="Picture Placeholder 3"/>
          <p:cNvSpPr>
            <a:spLocks noGrp="1"/>
          </p:cNvSpPr>
          <p:nvPr>
            <p:ph type="pic" sz="quarter" idx="14"/>
          </p:nvPr>
        </p:nvSpPr>
        <p:spPr>
          <a:xfrm>
            <a:off x="1042295" y="5429649"/>
            <a:ext cx="954124" cy="954124"/>
          </a:xfrm>
          <a:prstGeom prst="ellipse">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211039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Effect transition="in" filter="fade">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P spid="13" grpId="0"/>
      <p:bldP spid="14" grpId="0"/>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1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042295" y="438066"/>
            <a:ext cx="954124" cy="954124"/>
          </a:xfrm>
          <a:prstGeom prst="ellipse">
            <a:avLst/>
          </a:prstGeom>
        </p:spPr>
        <p:txBody>
          <a:bodyPr>
            <a:normAutofit/>
          </a:bodyPr>
          <a:lstStyle>
            <a:lvl1pPr>
              <a:defRPr sz="1200"/>
            </a:lvl1pPr>
          </a:lstStyle>
          <a:p>
            <a:endParaRPr lang="en-US"/>
          </a:p>
        </p:txBody>
      </p:sp>
      <p:sp>
        <p:nvSpPr>
          <p:cNvPr id="7" name="Picture Placeholder 3"/>
          <p:cNvSpPr>
            <a:spLocks noGrp="1"/>
          </p:cNvSpPr>
          <p:nvPr>
            <p:ph type="pic" sz="quarter" idx="11"/>
          </p:nvPr>
        </p:nvSpPr>
        <p:spPr>
          <a:xfrm>
            <a:off x="2407632" y="438066"/>
            <a:ext cx="954124" cy="954124"/>
          </a:xfrm>
          <a:prstGeom prst="ellipse">
            <a:avLst/>
          </a:prstGeom>
        </p:spPr>
        <p:txBody>
          <a:bodyPr>
            <a:normAutofit/>
          </a:bodyPr>
          <a:lstStyle>
            <a:lvl1pPr>
              <a:defRPr sz="1200"/>
            </a:lvl1pPr>
          </a:lstStyle>
          <a:p>
            <a:endParaRPr lang="en-US"/>
          </a:p>
        </p:txBody>
      </p:sp>
      <p:sp>
        <p:nvSpPr>
          <p:cNvPr id="8" name="Picture Placeholder 3"/>
          <p:cNvSpPr>
            <a:spLocks noGrp="1"/>
          </p:cNvSpPr>
          <p:nvPr>
            <p:ph type="pic" sz="quarter" idx="15"/>
          </p:nvPr>
        </p:nvSpPr>
        <p:spPr>
          <a:xfrm>
            <a:off x="3772969" y="438066"/>
            <a:ext cx="954124" cy="954124"/>
          </a:xfrm>
          <a:prstGeom prst="ellipse">
            <a:avLst/>
          </a:prstGeom>
        </p:spPr>
        <p:txBody>
          <a:bodyPr>
            <a:normAutofit/>
          </a:bodyPr>
          <a:lstStyle>
            <a:lvl1pPr>
              <a:defRPr sz="1200"/>
            </a:lvl1pPr>
          </a:lstStyle>
          <a:p>
            <a:endParaRPr lang="en-US"/>
          </a:p>
        </p:txBody>
      </p:sp>
      <p:sp>
        <p:nvSpPr>
          <p:cNvPr id="9" name="Picture Placeholder 3"/>
          <p:cNvSpPr>
            <a:spLocks noGrp="1"/>
          </p:cNvSpPr>
          <p:nvPr>
            <p:ph type="pic" sz="quarter" idx="16"/>
          </p:nvPr>
        </p:nvSpPr>
        <p:spPr>
          <a:xfrm>
            <a:off x="5138306" y="438066"/>
            <a:ext cx="954124" cy="954124"/>
          </a:xfrm>
          <a:prstGeom prst="ellipse">
            <a:avLst/>
          </a:prstGeom>
        </p:spPr>
        <p:txBody>
          <a:bodyPr>
            <a:normAutofit/>
          </a:bodyPr>
          <a:lstStyle>
            <a:lvl1pPr>
              <a:defRPr sz="1200"/>
            </a:lvl1pPr>
          </a:lstStyle>
          <a:p>
            <a:endParaRPr lang="en-US"/>
          </a:p>
        </p:txBody>
      </p:sp>
      <p:sp>
        <p:nvSpPr>
          <p:cNvPr id="11" name="Picture Placeholder 3"/>
          <p:cNvSpPr>
            <a:spLocks noGrp="1"/>
          </p:cNvSpPr>
          <p:nvPr>
            <p:ph type="pic" sz="quarter" idx="17"/>
          </p:nvPr>
        </p:nvSpPr>
        <p:spPr>
          <a:xfrm>
            <a:off x="6503643" y="438066"/>
            <a:ext cx="954124" cy="954124"/>
          </a:xfrm>
          <a:prstGeom prst="ellipse">
            <a:avLst/>
          </a:prstGeom>
        </p:spPr>
        <p:txBody>
          <a:bodyPr>
            <a:normAutofit/>
          </a:bodyPr>
          <a:lstStyle>
            <a:lvl1pPr>
              <a:defRPr sz="1200"/>
            </a:lvl1pPr>
          </a:lstStyle>
          <a:p>
            <a:endParaRPr lang="en-US"/>
          </a:p>
        </p:txBody>
      </p:sp>
      <p:sp>
        <p:nvSpPr>
          <p:cNvPr id="12" name="Picture Placeholder 3"/>
          <p:cNvSpPr>
            <a:spLocks noGrp="1"/>
          </p:cNvSpPr>
          <p:nvPr>
            <p:ph type="pic" sz="quarter" idx="18"/>
          </p:nvPr>
        </p:nvSpPr>
        <p:spPr>
          <a:xfrm>
            <a:off x="7868979" y="438066"/>
            <a:ext cx="954124" cy="954124"/>
          </a:xfrm>
          <a:prstGeom prst="ellipse">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347383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1" grpId="0"/>
      <p:bldP spid="12" grpId="0"/>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2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042295" y="4719683"/>
            <a:ext cx="859393" cy="859393"/>
          </a:xfrm>
          <a:prstGeom prst="ellipse">
            <a:avLst/>
          </a:prstGeom>
        </p:spPr>
        <p:txBody>
          <a:bodyPr>
            <a:normAutofit/>
          </a:bodyPr>
          <a:lstStyle>
            <a:lvl1pPr>
              <a:defRPr sz="1200"/>
            </a:lvl1pPr>
          </a:lstStyle>
          <a:p>
            <a:endParaRPr lang="en-US"/>
          </a:p>
        </p:txBody>
      </p:sp>
      <p:sp>
        <p:nvSpPr>
          <p:cNvPr id="7" name="Picture Placeholder 3"/>
          <p:cNvSpPr>
            <a:spLocks noGrp="1"/>
          </p:cNvSpPr>
          <p:nvPr>
            <p:ph type="pic" sz="quarter" idx="11"/>
          </p:nvPr>
        </p:nvSpPr>
        <p:spPr>
          <a:xfrm>
            <a:off x="2295681" y="4719683"/>
            <a:ext cx="859393" cy="859393"/>
          </a:xfrm>
          <a:prstGeom prst="ellipse">
            <a:avLst/>
          </a:prstGeom>
        </p:spPr>
        <p:txBody>
          <a:bodyPr>
            <a:normAutofit/>
          </a:bodyPr>
          <a:lstStyle>
            <a:lvl1pPr>
              <a:defRPr sz="1200"/>
            </a:lvl1pPr>
          </a:lstStyle>
          <a:p>
            <a:endParaRPr lang="en-US"/>
          </a:p>
        </p:txBody>
      </p:sp>
      <p:sp>
        <p:nvSpPr>
          <p:cNvPr id="8" name="Picture Placeholder 3"/>
          <p:cNvSpPr>
            <a:spLocks noGrp="1"/>
          </p:cNvSpPr>
          <p:nvPr>
            <p:ph type="pic" sz="quarter" idx="15"/>
          </p:nvPr>
        </p:nvSpPr>
        <p:spPr>
          <a:xfrm>
            <a:off x="3549067" y="4719683"/>
            <a:ext cx="859393" cy="859393"/>
          </a:xfrm>
          <a:prstGeom prst="ellipse">
            <a:avLst/>
          </a:prstGeom>
        </p:spPr>
        <p:txBody>
          <a:bodyPr>
            <a:normAutofit/>
          </a:bodyPr>
          <a:lstStyle>
            <a:lvl1pPr>
              <a:defRPr sz="1200"/>
            </a:lvl1pPr>
          </a:lstStyle>
          <a:p>
            <a:endParaRPr lang="en-US"/>
          </a:p>
        </p:txBody>
      </p:sp>
      <p:sp>
        <p:nvSpPr>
          <p:cNvPr id="9" name="Picture Placeholder 3"/>
          <p:cNvSpPr>
            <a:spLocks noGrp="1"/>
          </p:cNvSpPr>
          <p:nvPr>
            <p:ph type="pic" sz="quarter" idx="16"/>
          </p:nvPr>
        </p:nvSpPr>
        <p:spPr>
          <a:xfrm>
            <a:off x="4802453" y="4719683"/>
            <a:ext cx="859393" cy="859393"/>
          </a:xfrm>
          <a:prstGeom prst="ellipse">
            <a:avLst/>
          </a:prstGeom>
        </p:spPr>
        <p:txBody>
          <a:bodyPr>
            <a:normAutofit/>
          </a:bodyPr>
          <a:lstStyle>
            <a:lvl1pPr>
              <a:defRPr sz="1200"/>
            </a:lvl1pPr>
          </a:lstStyle>
          <a:p>
            <a:endParaRPr lang="en-US"/>
          </a:p>
        </p:txBody>
      </p:sp>
      <p:sp>
        <p:nvSpPr>
          <p:cNvPr id="11" name="Picture Placeholder 3"/>
          <p:cNvSpPr>
            <a:spLocks noGrp="1"/>
          </p:cNvSpPr>
          <p:nvPr>
            <p:ph type="pic" sz="quarter" idx="17"/>
          </p:nvPr>
        </p:nvSpPr>
        <p:spPr>
          <a:xfrm>
            <a:off x="6055839" y="4719683"/>
            <a:ext cx="859393" cy="859393"/>
          </a:xfrm>
          <a:prstGeom prst="ellipse">
            <a:avLst/>
          </a:prstGeom>
        </p:spPr>
        <p:txBody>
          <a:bodyPr>
            <a:normAutofit/>
          </a:bodyPr>
          <a:lstStyle>
            <a:lvl1pPr>
              <a:defRPr sz="1200"/>
            </a:lvl1pPr>
          </a:lstStyle>
          <a:p>
            <a:endParaRPr lang="en-US"/>
          </a:p>
        </p:txBody>
      </p:sp>
      <p:sp>
        <p:nvSpPr>
          <p:cNvPr id="12" name="Picture Placeholder 3"/>
          <p:cNvSpPr>
            <a:spLocks noGrp="1"/>
          </p:cNvSpPr>
          <p:nvPr>
            <p:ph type="pic" sz="quarter" idx="18"/>
          </p:nvPr>
        </p:nvSpPr>
        <p:spPr>
          <a:xfrm>
            <a:off x="7309225" y="4719683"/>
            <a:ext cx="859393" cy="859393"/>
          </a:xfrm>
          <a:prstGeom prst="ellipse">
            <a:avLst/>
          </a:prstGeom>
        </p:spPr>
        <p:txBody>
          <a:bodyPr>
            <a:normAutofit/>
          </a:bodyPr>
          <a:lstStyle>
            <a:lvl1pPr>
              <a:defRPr sz="1200"/>
            </a:lvl1pPr>
          </a:lstStyle>
          <a:p>
            <a:endParaRPr lang="en-US"/>
          </a:p>
        </p:txBody>
      </p:sp>
      <p:sp>
        <p:nvSpPr>
          <p:cNvPr id="10" name="Picture Placeholder 3"/>
          <p:cNvSpPr>
            <a:spLocks noGrp="1"/>
          </p:cNvSpPr>
          <p:nvPr>
            <p:ph type="pic" sz="quarter" idx="19"/>
          </p:nvPr>
        </p:nvSpPr>
        <p:spPr>
          <a:xfrm>
            <a:off x="8562611" y="4719683"/>
            <a:ext cx="859393" cy="859393"/>
          </a:xfrm>
          <a:prstGeom prst="ellipse">
            <a:avLst/>
          </a:prstGeom>
        </p:spPr>
        <p:txBody>
          <a:bodyPr>
            <a:normAutofit/>
          </a:bodyPr>
          <a:lstStyle>
            <a:lvl1pPr>
              <a:defRPr sz="1200"/>
            </a:lvl1pPr>
          </a:lstStyle>
          <a:p>
            <a:endParaRPr lang="en-US"/>
          </a:p>
        </p:txBody>
      </p:sp>
      <p:sp>
        <p:nvSpPr>
          <p:cNvPr id="13" name="Picture Placeholder 3"/>
          <p:cNvSpPr>
            <a:spLocks noGrp="1"/>
          </p:cNvSpPr>
          <p:nvPr>
            <p:ph type="pic" sz="quarter" idx="20"/>
          </p:nvPr>
        </p:nvSpPr>
        <p:spPr>
          <a:xfrm>
            <a:off x="9815997" y="4719683"/>
            <a:ext cx="859393" cy="859393"/>
          </a:xfrm>
          <a:prstGeom prst="ellipse">
            <a:avLst/>
          </a:prstGeom>
        </p:spPr>
        <p:txBody>
          <a:bodyPr>
            <a:normAutofit/>
          </a:bodyPr>
          <a:lstStyle>
            <a:lvl1pPr>
              <a:defRPr sz="1200"/>
            </a:lvl1pPr>
          </a:lstStyle>
          <a:p>
            <a:endParaRPr lang="en-US"/>
          </a:p>
        </p:txBody>
      </p:sp>
      <p:sp>
        <p:nvSpPr>
          <p:cNvPr id="14" name="Picture Placeholder 3"/>
          <p:cNvSpPr>
            <a:spLocks noGrp="1"/>
          </p:cNvSpPr>
          <p:nvPr>
            <p:ph type="pic" sz="quarter" idx="21"/>
          </p:nvPr>
        </p:nvSpPr>
        <p:spPr>
          <a:xfrm>
            <a:off x="11069380" y="4719683"/>
            <a:ext cx="859393" cy="859393"/>
          </a:xfrm>
          <a:prstGeom prst="ellipse">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358760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1" grpId="0"/>
      <p:bldP spid="12" grpId="0"/>
      <p:bldP spid="10" grpId="0"/>
      <p:bldP spid="13" grpId="0"/>
      <p:bldP spid="14" grpId="0"/>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95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270559" y="201168"/>
            <a:ext cx="1141320" cy="1141320"/>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5651481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96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270559" y="277056"/>
            <a:ext cx="1065432" cy="1065432"/>
          </a:xfrm>
          <a:prstGeom prst="ellipse">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7895968" y="364329"/>
            <a:ext cx="3998925" cy="2292373"/>
          </a:xfrm>
          <a:prstGeom prst="roundRect">
            <a:avLst>
              <a:gd name="adj" fmla="val 9126"/>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67945836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3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8915401" y="239152"/>
            <a:ext cx="2973298" cy="2168644"/>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63332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4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706072" y="4599710"/>
            <a:ext cx="1030716" cy="1030714"/>
          </a:xfrm>
          <a:prstGeom prst="ellipse">
            <a:avLst/>
          </a:prstGeom>
        </p:spPr>
        <p:txBody>
          <a:bodyPr>
            <a:normAutofit/>
          </a:bodyPr>
          <a:lstStyle>
            <a:lvl1pPr marL="0" indent="0">
              <a:buNone/>
              <a:defRPr sz="1200"/>
            </a:lvl1pPr>
          </a:lstStyle>
          <a:p>
            <a:endParaRPr lang="en-US" dirty="0"/>
          </a:p>
        </p:txBody>
      </p:sp>
      <p:sp>
        <p:nvSpPr>
          <p:cNvPr id="7" name="Picture Placeholder 3"/>
          <p:cNvSpPr>
            <a:spLocks noGrp="1"/>
          </p:cNvSpPr>
          <p:nvPr>
            <p:ph type="pic" sz="quarter" idx="11"/>
          </p:nvPr>
        </p:nvSpPr>
        <p:spPr>
          <a:xfrm>
            <a:off x="2092424" y="4599710"/>
            <a:ext cx="1030716" cy="1030714"/>
          </a:xfrm>
          <a:prstGeom prst="ellipse">
            <a:avLst/>
          </a:prstGeom>
        </p:spPr>
        <p:txBody>
          <a:bodyPr>
            <a:normAutofit/>
          </a:bodyPr>
          <a:lstStyle>
            <a:lvl1pPr marL="0" indent="0">
              <a:buNone/>
              <a:defRPr sz="1200"/>
            </a:lvl1pPr>
          </a:lstStyle>
          <a:p>
            <a:endParaRPr lang="en-US" dirty="0"/>
          </a:p>
        </p:txBody>
      </p:sp>
      <p:sp>
        <p:nvSpPr>
          <p:cNvPr id="8" name="Picture Placeholder 3"/>
          <p:cNvSpPr>
            <a:spLocks noGrp="1"/>
          </p:cNvSpPr>
          <p:nvPr>
            <p:ph type="pic" sz="quarter" idx="15"/>
          </p:nvPr>
        </p:nvSpPr>
        <p:spPr>
          <a:xfrm>
            <a:off x="3478776" y="4599710"/>
            <a:ext cx="1030716" cy="1030714"/>
          </a:xfrm>
          <a:prstGeom prst="ellipse">
            <a:avLst/>
          </a:prstGeom>
        </p:spPr>
        <p:txBody>
          <a:bodyPr>
            <a:normAutofit/>
          </a:bodyPr>
          <a:lstStyle>
            <a:lvl1pPr marL="0" indent="0">
              <a:buNone/>
              <a:defRPr sz="1200"/>
            </a:lvl1pPr>
          </a:lstStyle>
          <a:p>
            <a:endParaRPr lang="en-US" dirty="0"/>
          </a:p>
        </p:txBody>
      </p:sp>
      <p:sp>
        <p:nvSpPr>
          <p:cNvPr id="9" name="Picture Placeholder 3"/>
          <p:cNvSpPr>
            <a:spLocks noGrp="1"/>
          </p:cNvSpPr>
          <p:nvPr>
            <p:ph type="pic" sz="quarter" idx="16"/>
          </p:nvPr>
        </p:nvSpPr>
        <p:spPr>
          <a:xfrm>
            <a:off x="4865128" y="4599710"/>
            <a:ext cx="1030716" cy="1030714"/>
          </a:xfrm>
          <a:prstGeom prst="ellipse">
            <a:avLst/>
          </a:prstGeom>
        </p:spPr>
        <p:txBody>
          <a:bodyPr>
            <a:normAutofit/>
          </a:bodyPr>
          <a:lstStyle>
            <a:lvl1pPr marL="0" indent="0">
              <a:buNone/>
              <a:defRPr sz="1200"/>
            </a:lvl1pPr>
          </a:lstStyle>
          <a:p>
            <a:endParaRPr lang="en-US" dirty="0"/>
          </a:p>
        </p:txBody>
      </p:sp>
      <p:sp>
        <p:nvSpPr>
          <p:cNvPr id="11" name="Picture Placeholder 3"/>
          <p:cNvSpPr>
            <a:spLocks noGrp="1"/>
          </p:cNvSpPr>
          <p:nvPr>
            <p:ph type="pic" sz="quarter" idx="17"/>
          </p:nvPr>
        </p:nvSpPr>
        <p:spPr>
          <a:xfrm>
            <a:off x="6251480" y="4599710"/>
            <a:ext cx="1030716" cy="1030714"/>
          </a:xfrm>
          <a:prstGeom prst="ellipse">
            <a:avLst/>
          </a:prstGeom>
        </p:spPr>
        <p:txBody>
          <a:bodyPr>
            <a:normAutofit/>
          </a:bodyPr>
          <a:lstStyle>
            <a:lvl1pPr marL="0" indent="0">
              <a:buNone/>
              <a:defRPr sz="1200"/>
            </a:lvl1pPr>
          </a:lstStyle>
          <a:p>
            <a:endParaRPr lang="en-US" dirty="0"/>
          </a:p>
        </p:txBody>
      </p:sp>
      <p:sp>
        <p:nvSpPr>
          <p:cNvPr id="12" name="Picture Placeholder 3"/>
          <p:cNvSpPr>
            <a:spLocks noGrp="1"/>
          </p:cNvSpPr>
          <p:nvPr>
            <p:ph type="pic" sz="quarter" idx="18"/>
          </p:nvPr>
        </p:nvSpPr>
        <p:spPr>
          <a:xfrm>
            <a:off x="7637832" y="4599710"/>
            <a:ext cx="1030716" cy="1030714"/>
          </a:xfrm>
          <a:prstGeom prst="ellipse">
            <a:avLst/>
          </a:prstGeom>
        </p:spPr>
        <p:txBody>
          <a:bodyPr>
            <a:normAutofit/>
          </a:bodyPr>
          <a:lstStyle>
            <a:lvl1pPr marL="0" indent="0">
              <a:buNone/>
              <a:defRPr sz="1200"/>
            </a:lvl1pPr>
          </a:lstStyle>
          <a:p>
            <a:endParaRPr lang="en-US" dirty="0"/>
          </a:p>
        </p:txBody>
      </p:sp>
      <p:sp>
        <p:nvSpPr>
          <p:cNvPr id="10" name="Picture Placeholder 3"/>
          <p:cNvSpPr>
            <a:spLocks noGrp="1"/>
          </p:cNvSpPr>
          <p:nvPr>
            <p:ph type="pic" sz="quarter" idx="19"/>
          </p:nvPr>
        </p:nvSpPr>
        <p:spPr>
          <a:xfrm>
            <a:off x="9024184" y="4599710"/>
            <a:ext cx="1030716" cy="1030714"/>
          </a:xfrm>
          <a:prstGeom prst="ellipse">
            <a:avLst/>
          </a:prstGeom>
        </p:spPr>
        <p:txBody>
          <a:bodyPr>
            <a:normAutofit/>
          </a:bodyPr>
          <a:lstStyle>
            <a:lvl1pPr marL="0" indent="0">
              <a:buNone/>
              <a:defRPr sz="1200"/>
            </a:lvl1pPr>
          </a:lstStyle>
          <a:p>
            <a:endParaRPr lang="en-US" dirty="0"/>
          </a:p>
        </p:txBody>
      </p:sp>
      <p:sp>
        <p:nvSpPr>
          <p:cNvPr id="13" name="Picture Placeholder 3"/>
          <p:cNvSpPr>
            <a:spLocks noGrp="1"/>
          </p:cNvSpPr>
          <p:nvPr>
            <p:ph type="pic" sz="quarter" idx="20"/>
          </p:nvPr>
        </p:nvSpPr>
        <p:spPr>
          <a:xfrm>
            <a:off x="10410534" y="4599710"/>
            <a:ext cx="1030716" cy="1030714"/>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100913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1" grpId="0"/>
      <p:bldP spid="12" grpId="0"/>
      <p:bldP spid="10" grpId="0"/>
      <p:bldP spid="13" grpId="0"/>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97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457597" y="277056"/>
            <a:ext cx="1065432" cy="106543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0038986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98_Title Only">
    <p:spTree>
      <p:nvGrpSpPr>
        <p:cNvPr id="1" name=""/>
        <p:cNvGrpSpPr/>
        <p:nvPr/>
      </p:nvGrpSpPr>
      <p:grpSpPr>
        <a:xfrm>
          <a:off x="0" y="0"/>
          <a:ext cx="0" cy="0"/>
          <a:chOff x="0" y="0"/>
          <a:chExt cx="0" cy="0"/>
        </a:xfrm>
      </p:grpSpPr>
      <p:sp>
        <p:nvSpPr>
          <p:cNvPr id="2" name="Picture Placeholder 2"/>
          <p:cNvSpPr>
            <a:spLocks noGrp="1"/>
          </p:cNvSpPr>
          <p:nvPr>
            <p:ph type="pic" sz="quarter" idx="13"/>
          </p:nvPr>
        </p:nvSpPr>
        <p:spPr>
          <a:xfrm>
            <a:off x="540642" y="4726915"/>
            <a:ext cx="1631058" cy="163105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08139928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99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231630" y="329594"/>
            <a:ext cx="1319584" cy="1319584"/>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19383444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5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39372" y="4599710"/>
            <a:ext cx="1030716" cy="1030714"/>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279639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6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39372" y="4599710"/>
            <a:ext cx="1030716" cy="1030714"/>
          </a:xfrm>
          <a:prstGeom prst="ellipse">
            <a:avLst/>
          </a:prstGeom>
        </p:spPr>
        <p:txBody>
          <a:bodyPr>
            <a:normAutofit/>
          </a:bodyPr>
          <a:lstStyle>
            <a:lvl1pPr marL="0" indent="0">
              <a:buNone/>
              <a:defRPr sz="1200"/>
            </a:lvl1pPr>
          </a:lstStyle>
          <a:p>
            <a:endParaRPr lang="en-US" dirty="0"/>
          </a:p>
        </p:txBody>
      </p:sp>
      <p:sp>
        <p:nvSpPr>
          <p:cNvPr id="3" name="Picture Placeholder 2"/>
          <p:cNvSpPr>
            <a:spLocks noGrp="1"/>
          </p:cNvSpPr>
          <p:nvPr>
            <p:ph type="pic" sz="quarter" idx="11"/>
          </p:nvPr>
        </p:nvSpPr>
        <p:spPr>
          <a:xfrm>
            <a:off x="5514896" y="2333995"/>
            <a:ext cx="897534" cy="897534"/>
          </a:xfrm>
          <a:prstGeom prst="ellipse">
            <a:avLst/>
          </a:prstGeom>
        </p:spPr>
        <p:txBody>
          <a:bodyPr>
            <a:normAutofit/>
          </a:bodyPr>
          <a:lstStyle>
            <a:lvl1pPr marL="0" indent="0">
              <a:buNone/>
              <a:defRPr sz="700"/>
            </a:lvl1pPr>
          </a:lstStyle>
          <a:p>
            <a:endParaRPr lang="en-US" dirty="0"/>
          </a:p>
        </p:txBody>
      </p:sp>
      <p:sp>
        <p:nvSpPr>
          <p:cNvPr id="6" name="Picture Placeholder 2"/>
          <p:cNvSpPr>
            <a:spLocks noGrp="1"/>
          </p:cNvSpPr>
          <p:nvPr>
            <p:ph type="pic" sz="quarter" idx="13"/>
          </p:nvPr>
        </p:nvSpPr>
        <p:spPr>
          <a:xfrm>
            <a:off x="5514896" y="5341077"/>
            <a:ext cx="897534" cy="897534"/>
          </a:xfrm>
          <a:prstGeom prst="ellipse">
            <a:avLst/>
          </a:prstGeom>
        </p:spPr>
        <p:txBody>
          <a:bodyPr>
            <a:normAutofit/>
          </a:bodyPr>
          <a:lstStyle>
            <a:lvl1pPr marL="0" indent="0">
              <a:buNone/>
              <a:defRPr sz="700"/>
            </a:lvl1pPr>
          </a:lstStyle>
          <a:p>
            <a:endParaRPr lang="en-US" dirty="0"/>
          </a:p>
        </p:txBody>
      </p:sp>
      <p:sp>
        <p:nvSpPr>
          <p:cNvPr id="11" name="Picture Placeholder 2"/>
          <p:cNvSpPr>
            <a:spLocks noGrp="1"/>
          </p:cNvSpPr>
          <p:nvPr>
            <p:ph type="pic" sz="quarter" idx="14"/>
          </p:nvPr>
        </p:nvSpPr>
        <p:spPr>
          <a:xfrm>
            <a:off x="10645491" y="3916616"/>
            <a:ext cx="843502" cy="843502"/>
          </a:xfrm>
          <a:prstGeom prst="ellipse">
            <a:avLst/>
          </a:prstGeom>
        </p:spPr>
        <p:txBody>
          <a:bodyPr>
            <a:normAutofit/>
          </a:bodyPr>
          <a:lstStyle>
            <a:lvl1pPr marL="0" indent="0">
              <a:buNone/>
              <a:defRPr sz="700"/>
            </a:lvl1pPr>
          </a:lstStyle>
          <a:p>
            <a:endParaRPr lang="en-US" dirty="0"/>
          </a:p>
        </p:txBody>
      </p:sp>
    </p:spTree>
    <p:extLst>
      <p:ext uri="{BB962C8B-B14F-4D97-AF65-F5344CB8AC3E}">
        <p14:creationId xmlns:p14="http://schemas.microsoft.com/office/powerpoint/2010/main" val="488581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6" grpId="0"/>
      <p:bldP spid="11" grpId="0"/>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7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7334251" y="192505"/>
            <a:ext cx="4648199"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83736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2000" cy="6858000"/>
          </a:xfrm>
          <a:solidFill>
            <a:schemeClr val="tx1">
              <a:alpha val="20000"/>
            </a:schemeClr>
          </a:solidFill>
        </p:spPr>
        <p:txBody>
          <a:bodyPr/>
          <a:lstStyle/>
          <a:p>
            <a:endParaRPr lang="en-US"/>
          </a:p>
        </p:txBody>
      </p:sp>
    </p:spTree>
    <p:extLst>
      <p:ext uri="{BB962C8B-B14F-4D97-AF65-F5344CB8AC3E}">
        <p14:creationId xmlns:p14="http://schemas.microsoft.com/office/powerpoint/2010/main" val="313362652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60_Custom Layout">
    <p:spTree>
      <p:nvGrpSpPr>
        <p:cNvPr id="1" name=""/>
        <p:cNvGrpSpPr/>
        <p:nvPr/>
      </p:nvGrpSpPr>
      <p:grpSpPr>
        <a:xfrm>
          <a:off x="0" y="0"/>
          <a:ext cx="0" cy="0"/>
          <a:chOff x="0" y="0"/>
          <a:chExt cx="0" cy="0"/>
        </a:xfrm>
      </p:grpSpPr>
      <p:sp>
        <p:nvSpPr>
          <p:cNvPr id="4" name="Picture Placeholder 5"/>
          <p:cNvSpPr>
            <a:spLocks noGrp="1"/>
          </p:cNvSpPr>
          <p:nvPr>
            <p:ph type="pic" sz="quarter" idx="15"/>
          </p:nvPr>
        </p:nvSpPr>
        <p:spPr>
          <a:xfrm>
            <a:off x="7137400" y="341074"/>
            <a:ext cx="4838699" cy="2833926"/>
          </a:xfrm>
          <a:prstGeom prst="roundRect">
            <a:avLst>
              <a:gd name="adj" fmla="val 9520"/>
            </a:avLst>
          </a:prstGeom>
          <a:noFill/>
        </p:spPr>
        <p:txBody>
          <a:bodyPr/>
          <a:lstStyle/>
          <a:p>
            <a:endParaRPr lang="en-US"/>
          </a:p>
        </p:txBody>
      </p:sp>
    </p:spTree>
    <p:extLst>
      <p:ext uri="{BB962C8B-B14F-4D97-AF65-F5344CB8AC3E}">
        <p14:creationId xmlns:p14="http://schemas.microsoft.com/office/powerpoint/2010/main" val="254546289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18_Custom Layout">
    <p:spTree>
      <p:nvGrpSpPr>
        <p:cNvPr id="1" name=""/>
        <p:cNvGrpSpPr/>
        <p:nvPr/>
      </p:nvGrpSpPr>
      <p:grpSpPr>
        <a:xfrm>
          <a:off x="0" y="0"/>
          <a:ext cx="0" cy="0"/>
          <a:chOff x="0" y="0"/>
          <a:chExt cx="0" cy="0"/>
        </a:xfrm>
      </p:grpSpPr>
      <p:sp>
        <p:nvSpPr>
          <p:cNvPr id="3" name="Picture Placeholder 5"/>
          <p:cNvSpPr>
            <a:spLocks noGrp="1"/>
          </p:cNvSpPr>
          <p:nvPr>
            <p:ph type="pic" sz="quarter" idx="15"/>
          </p:nvPr>
        </p:nvSpPr>
        <p:spPr>
          <a:xfrm>
            <a:off x="1179945" y="341074"/>
            <a:ext cx="4838699" cy="2833926"/>
          </a:xfrm>
          <a:prstGeom prst="roundRect">
            <a:avLst>
              <a:gd name="adj" fmla="val 9520"/>
            </a:avLst>
          </a:prstGeom>
          <a:noFill/>
        </p:spPr>
        <p:txBody>
          <a:bodyPr/>
          <a:lstStyle/>
          <a:p>
            <a:endParaRPr lang="en-US"/>
          </a:p>
        </p:txBody>
      </p:sp>
    </p:spTree>
    <p:extLst>
      <p:ext uri="{BB962C8B-B14F-4D97-AF65-F5344CB8AC3E}">
        <p14:creationId xmlns:p14="http://schemas.microsoft.com/office/powerpoint/2010/main" val="402654752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DEA5B68-7D93-3DBF-3794-DBFB72FF18FD}"/>
              </a:ext>
            </a:extLst>
          </p:cNvPr>
          <p:cNvSpPr txBox="1"/>
          <p:nvPr userDrawn="1"/>
        </p:nvSpPr>
        <p:spPr>
          <a:xfrm>
            <a:off x="9224576" y="6316195"/>
            <a:ext cx="2753433"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white"/>
                </a:solidFill>
                <a:effectLst/>
                <a:uLnTx/>
                <a:uFillTx/>
                <a:latin typeface="Arial Black" panose="020B0A04020102020204"/>
                <a:ea typeface="黑体" panose="02010609060101010101" pitchFamily="49" charset="-122"/>
                <a:cs typeface="+mn-cs"/>
              </a:rPr>
              <a:t>Dashboard </a:t>
            </a:r>
            <a:r>
              <a:rPr kumimoji="0" lang="en-US" sz="1200" b="0" i="0" u="none" strike="noStrike" kern="1200" cap="none" spc="0" normalizeH="0" baseline="0" noProof="0" dirty="0">
                <a:ln>
                  <a:noFill/>
                </a:ln>
                <a:solidFill>
                  <a:prstClr val="white"/>
                </a:solidFill>
                <a:effectLst/>
                <a:uLnTx/>
                <a:uFillTx/>
                <a:latin typeface="Arial Black" panose="020B0A04020102020204"/>
                <a:ea typeface="+mn-ea"/>
                <a:cs typeface="+mn-cs"/>
              </a:rPr>
              <a:t>Presentation</a:t>
            </a:r>
          </a:p>
        </p:txBody>
      </p:sp>
      <p:sp>
        <p:nvSpPr>
          <p:cNvPr id="10" name="TextBox 9">
            <a:extLst>
              <a:ext uri="{FF2B5EF4-FFF2-40B4-BE49-F238E27FC236}">
                <a16:creationId xmlns:a16="http://schemas.microsoft.com/office/drawing/2014/main" id="{A4396062-5C5C-0405-A2B3-E1170584EA83}"/>
              </a:ext>
            </a:extLst>
          </p:cNvPr>
          <p:cNvSpPr txBox="1"/>
          <p:nvPr userDrawn="1"/>
        </p:nvSpPr>
        <p:spPr>
          <a:xfrm rot="10800000" flipV="1">
            <a:off x="10462197" y="199982"/>
            <a:ext cx="1515812" cy="7078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60E2A6B-A809-4840-BF14-8648BC0BDF87}" type="slidenum">
              <a:rPr kumimoji="0" lang="id-ID" sz="4000" b="0" i="0" u="none" strike="noStrike" kern="1200" cap="none" spc="0" normalizeH="0" baseline="0" noProof="0" smtClean="0">
                <a:ln>
                  <a:noFill/>
                </a:ln>
                <a:solidFill>
                  <a:prstClr val="white">
                    <a:lumMod val="85000"/>
                  </a:prstClr>
                </a:solidFill>
                <a:effectLst/>
                <a:uLnTx/>
                <a:uFillTx/>
                <a:latin typeface="Arial" panose="020B0604020202020204"/>
                <a:ea typeface="Roboto Condensed"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id-ID" sz="13800" b="0" i="0" u="none" strike="noStrike" kern="1200" cap="none" spc="0" normalizeH="0" baseline="0" noProof="0" dirty="0">
              <a:ln>
                <a:noFill/>
              </a:ln>
              <a:solidFill>
                <a:prstClr val="white">
                  <a:lumMod val="85000"/>
                </a:prstClr>
              </a:solidFill>
              <a:effectLst/>
              <a:uLnTx/>
              <a:uFillTx/>
              <a:latin typeface="Arial" panose="020B0604020202020204"/>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385972542"/>
      </p:ext>
    </p:extLst>
  </p:cSld>
  <p:clrMapOvr>
    <a:masterClrMapping/>
  </p:clrMapOvr>
  <p:transition spd="slow" advClick="0">
    <p:push dir="u"/>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22_Custom Layout">
    <p:spTree>
      <p:nvGrpSpPr>
        <p:cNvPr id="1" name=""/>
        <p:cNvGrpSpPr/>
        <p:nvPr/>
      </p:nvGrpSpPr>
      <p:grpSpPr>
        <a:xfrm>
          <a:off x="0" y="0"/>
          <a:ext cx="0" cy="0"/>
          <a:chOff x="0" y="0"/>
          <a:chExt cx="0" cy="0"/>
        </a:xfrm>
      </p:grpSpPr>
      <p:sp>
        <p:nvSpPr>
          <p:cNvPr id="3" name="Picture Placeholder 5"/>
          <p:cNvSpPr>
            <a:spLocks noGrp="1"/>
          </p:cNvSpPr>
          <p:nvPr>
            <p:ph type="pic" sz="quarter" idx="15"/>
          </p:nvPr>
        </p:nvSpPr>
        <p:spPr>
          <a:xfrm>
            <a:off x="1450975" y="341074"/>
            <a:ext cx="4838699" cy="2833926"/>
          </a:xfrm>
          <a:prstGeom prst="roundRect">
            <a:avLst>
              <a:gd name="adj" fmla="val 9520"/>
            </a:avLst>
          </a:prstGeom>
          <a:noFill/>
        </p:spPr>
        <p:txBody>
          <a:bodyPr/>
          <a:lstStyle/>
          <a:p>
            <a:endParaRPr lang="en-US"/>
          </a:p>
        </p:txBody>
      </p:sp>
    </p:spTree>
    <p:extLst>
      <p:ext uri="{BB962C8B-B14F-4D97-AF65-F5344CB8AC3E}">
        <p14:creationId xmlns:p14="http://schemas.microsoft.com/office/powerpoint/2010/main" val="364227331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2_Title Only">
    <p:spTree>
      <p:nvGrpSpPr>
        <p:cNvPr id="1" name=""/>
        <p:cNvGrpSpPr/>
        <p:nvPr/>
      </p:nvGrpSpPr>
      <p:grpSpPr>
        <a:xfrm>
          <a:off x="0" y="0"/>
          <a:ext cx="0" cy="0"/>
          <a:chOff x="0" y="0"/>
          <a:chExt cx="0" cy="0"/>
        </a:xfrm>
      </p:grpSpPr>
      <p:sp>
        <p:nvSpPr>
          <p:cNvPr id="11" name="Picture Placeholder 2"/>
          <p:cNvSpPr>
            <a:spLocks noGrp="1"/>
          </p:cNvSpPr>
          <p:nvPr>
            <p:ph type="pic" sz="quarter" idx="12"/>
          </p:nvPr>
        </p:nvSpPr>
        <p:spPr>
          <a:xfrm>
            <a:off x="1462411" y="338785"/>
            <a:ext cx="633701" cy="633701"/>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1462411" y="1135900"/>
            <a:ext cx="633701" cy="633701"/>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1462411" y="1933015"/>
            <a:ext cx="633701" cy="633701"/>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1462411" y="2730130"/>
            <a:ext cx="633701" cy="633701"/>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1462411" y="4324360"/>
            <a:ext cx="633701" cy="633701"/>
          </a:xfrm>
          <a:prstGeom prst="ellipse">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7"/>
          </p:nvPr>
        </p:nvSpPr>
        <p:spPr>
          <a:xfrm>
            <a:off x="1462411" y="5121475"/>
            <a:ext cx="633701" cy="633701"/>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8"/>
          </p:nvPr>
        </p:nvSpPr>
        <p:spPr>
          <a:xfrm>
            <a:off x="1462411" y="3527245"/>
            <a:ext cx="633701" cy="633701"/>
          </a:xfrm>
          <a:prstGeom prst="ellipse">
            <a:avLst/>
          </a:prstGeom>
        </p:spPr>
        <p:txBody>
          <a:bodyPr>
            <a:normAutofit/>
          </a:bodyPr>
          <a:lstStyle>
            <a:lvl1pPr marL="0" indent="0">
              <a:buNone/>
              <a:defRPr sz="1100"/>
            </a:lvl1pPr>
          </a:lstStyle>
          <a:p>
            <a:endParaRPr lang="en-US" dirty="0"/>
          </a:p>
        </p:txBody>
      </p:sp>
      <p:sp>
        <p:nvSpPr>
          <p:cNvPr id="14" name="Picture Placeholder 2"/>
          <p:cNvSpPr>
            <a:spLocks noGrp="1"/>
          </p:cNvSpPr>
          <p:nvPr>
            <p:ph type="pic" sz="quarter" idx="19"/>
          </p:nvPr>
        </p:nvSpPr>
        <p:spPr>
          <a:xfrm>
            <a:off x="1462411" y="5918591"/>
            <a:ext cx="633701" cy="63370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10013606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14:presetBounceEnd="40000">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14:bounceEnd="40000">
                                          <p:cBhvr additive="base">
                                            <p:cTn id="19" dur="500" fill="hold"/>
                                            <p:tgtEl>
                                              <p:spTgt spid="7"/>
                                            </p:tgtEl>
                                            <p:attrNameLst>
                                              <p:attrName>ppt_x</p:attrName>
                                            </p:attrNameLst>
                                          </p:cBhvr>
                                          <p:tavLst>
                                            <p:tav tm="0">
                                              <p:val>
                                                <p:strVal val="#ppt_x"/>
                                              </p:val>
                                            </p:tav>
                                            <p:tav tm="100000">
                                              <p:val>
                                                <p:strVal val="#ppt_x"/>
                                              </p:val>
                                            </p:tav>
                                          </p:tavLst>
                                        </p:anim>
                                        <p:anim calcmode="lin" valueType="num" p14:bounceEnd="40000">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14:presetBounceEnd="40000">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14:bounceEnd="40000">
                                          <p:cBhvr additive="base">
                                            <p:cTn id="23" dur="500" fill="hold"/>
                                            <p:tgtEl>
                                              <p:spTgt spid="8"/>
                                            </p:tgtEl>
                                            <p:attrNameLst>
                                              <p:attrName>ppt_x</p:attrName>
                                            </p:attrNameLst>
                                          </p:cBhvr>
                                          <p:tavLst>
                                            <p:tav tm="0">
                                              <p:val>
                                                <p:strVal val="#ppt_x"/>
                                              </p:val>
                                            </p:tav>
                                            <p:tav tm="100000">
                                              <p:val>
                                                <p:strVal val="#ppt_x"/>
                                              </p:val>
                                            </p:tav>
                                          </p:tavLst>
                                        </p:anim>
                                        <p:anim calcmode="lin" valueType="num" p14:bounceEnd="40000">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14:presetBounceEnd="40000">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14:bounceEnd="40000">
                                          <p:cBhvr additive="base">
                                            <p:cTn id="27" dur="500" fill="hold"/>
                                            <p:tgtEl>
                                              <p:spTgt spid="9"/>
                                            </p:tgtEl>
                                            <p:attrNameLst>
                                              <p:attrName>ppt_x</p:attrName>
                                            </p:attrNameLst>
                                          </p:cBhvr>
                                          <p:tavLst>
                                            <p:tav tm="0">
                                              <p:val>
                                                <p:strVal val="#ppt_x"/>
                                              </p:val>
                                            </p:tav>
                                            <p:tav tm="100000">
                                              <p:val>
                                                <p:strVal val="#ppt_x"/>
                                              </p:val>
                                            </p:tav>
                                          </p:tavLst>
                                        </p:anim>
                                        <p:anim calcmode="lin" valueType="num" p14:bounceEnd="40000">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14:presetBounceEnd="40000">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14:bounceEnd="40000">
                                          <p:cBhvr additive="base">
                                            <p:cTn id="31" dur="500" fill="hold"/>
                                            <p:tgtEl>
                                              <p:spTgt spid="10"/>
                                            </p:tgtEl>
                                            <p:attrNameLst>
                                              <p:attrName>ppt_x</p:attrName>
                                            </p:attrNameLst>
                                          </p:cBhvr>
                                          <p:tavLst>
                                            <p:tav tm="0">
                                              <p:val>
                                                <p:strVal val="#ppt_x"/>
                                              </p:val>
                                            </p:tav>
                                            <p:tav tm="100000">
                                              <p:val>
                                                <p:strVal val="#ppt_x"/>
                                              </p:val>
                                            </p:tav>
                                          </p:tavLst>
                                        </p:anim>
                                        <p:anim calcmode="lin" valueType="num" p14:bounceEnd="40000">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nodePh="1" p14:presetBounceEnd="40000">
                                      <p:stCondLst>
                                        <p:cond delay="0"/>
                                      </p:stCondLst>
                                      <p:endCondLst>
                                        <p:cond evt="begin" delay="0">
                                          <p:tn val="33"/>
                                        </p:cond>
                                      </p:endCondLst>
                                      <p:childTnLst>
                                        <p:set>
                                          <p:cBhvr>
                                            <p:cTn id="34" dur="1" fill="hold">
                                              <p:stCondLst>
                                                <p:cond delay="0"/>
                                              </p:stCondLst>
                                            </p:cTn>
                                            <p:tgtEl>
                                              <p:spTgt spid="14"/>
                                            </p:tgtEl>
                                            <p:attrNameLst>
                                              <p:attrName>style.visibility</p:attrName>
                                            </p:attrNameLst>
                                          </p:cBhvr>
                                          <p:to>
                                            <p:strVal val="visible"/>
                                          </p:to>
                                        </p:set>
                                        <p:anim calcmode="lin" valueType="num" p14:bounceEnd="40000">
                                          <p:cBhvr additive="base">
                                            <p:cTn id="35" dur="500" fill="hold"/>
                                            <p:tgtEl>
                                              <p:spTgt spid="14"/>
                                            </p:tgtEl>
                                            <p:attrNameLst>
                                              <p:attrName>ppt_x</p:attrName>
                                            </p:attrNameLst>
                                          </p:cBhvr>
                                          <p:tavLst>
                                            <p:tav tm="0">
                                              <p:val>
                                                <p:strVal val="#ppt_x"/>
                                              </p:val>
                                            </p:tav>
                                            <p:tav tm="100000">
                                              <p:val>
                                                <p:strVal val="#ppt_x"/>
                                              </p:val>
                                            </p:tav>
                                          </p:tavLst>
                                        </p:anim>
                                        <p:anim calcmode="lin" valueType="num" p14:bounceEnd="40000">
                                          <p:cBhvr additive="base">
                                            <p:cTn id="36"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P spid="10" grpId="0"/>
          <p:bldP spid="1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nodePh="1">
                                      <p:stCondLst>
                                        <p:cond delay="0"/>
                                      </p:stCondLst>
                                      <p:endCondLst>
                                        <p:cond evt="begin" delay="0">
                                          <p:tn val="33"/>
                                        </p:cond>
                                      </p:end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P spid="10" grpId="0"/>
          <p:bldP spid="14" grpId="0"/>
        </p:bldLst>
      </p:timing>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5" name="Picture Placeholder 4"/>
          <p:cNvSpPr>
            <a:spLocks noGrp="1"/>
          </p:cNvSpPr>
          <p:nvPr>
            <p:ph type="pic" sz="quarter" idx="22"/>
          </p:nvPr>
        </p:nvSpPr>
        <p:spPr>
          <a:xfrm>
            <a:off x="1675113" y="4869508"/>
            <a:ext cx="721871" cy="720080"/>
          </a:xfrm>
          <a:prstGeom prst="ellipse">
            <a:avLst/>
          </a:prstGeom>
          <a:noFill/>
        </p:spPr>
        <p:txBody>
          <a:bodyPr>
            <a:normAutofit/>
          </a:bodyPr>
          <a:lstStyle>
            <a:lvl1pPr marL="0" indent="0">
              <a:buNone/>
              <a:defRPr sz="1000"/>
            </a:lvl1pPr>
          </a:lstStyle>
          <a:p>
            <a:endParaRPr lang="en-US" dirty="0"/>
          </a:p>
        </p:txBody>
      </p:sp>
      <p:sp>
        <p:nvSpPr>
          <p:cNvPr id="6" name="Picture Placeholder 4"/>
          <p:cNvSpPr>
            <a:spLocks noGrp="1"/>
          </p:cNvSpPr>
          <p:nvPr>
            <p:ph type="pic" sz="quarter" idx="23"/>
          </p:nvPr>
        </p:nvSpPr>
        <p:spPr>
          <a:xfrm>
            <a:off x="2718756" y="4869508"/>
            <a:ext cx="721871" cy="720080"/>
          </a:xfrm>
          <a:prstGeom prst="ellipse">
            <a:avLst/>
          </a:prstGeom>
          <a:noFill/>
        </p:spPr>
        <p:txBody>
          <a:bodyPr>
            <a:normAutofit/>
          </a:bodyPr>
          <a:lstStyle>
            <a:lvl1pPr marL="0" indent="0">
              <a:buNone/>
              <a:defRPr sz="1000"/>
            </a:lvl1pPr>
          </a:lstStyle>
          <a:p>
            <a:endParaRPr lang="en-US" dirty="0"/>
          </a:p>
        </p:txBody>
      </p:sp>
      <p:sp>
        <p:nvSpPr>
          <p:cNvPr id="7" name="Picture Placeholder 4"/>
          <p:cNvSpPr>
            <a:spLocks noGrp="1"/>
          </p:cNvSpPr>
          <p:nvPr>
            <p:ph type="pic" sz="quarter" idx="24"/>
          </p:nvPr>
        </p:nvSpPr>
        <p:spPr>
          <a:xfrm>
            <a:off x="3762399" y="4869508"/>
            <a:ext cx="721871" cy="720080"/>
          </a:xfrm>
          <a:prstGeom prst="ellipse">
            <a:avLst/>
          </a:prstGeom>
          <a:noFill/>
        </p:spPr>
        <p:txBody>
          <a:bodyPr>
            <a:normAutofit/>
          </a:bodyPr>
          <a:lstStyle>
            <a:lvl1pPr marL="0" indent="0">
              <a:buNone/>
              <a:defRPr sz="1000"/>
            </a:lvl1pPr>
          </a:lstStyle>
          <a:p>
            <a:endParaRPr lang="en-US" dirty="0"/>
          </a:p>
        </p:txBody>
      </p:sp>
      <p:sp>
        <p:nvSpPr>
          <p:cNvPr id="8" name="Picture Placeholder 4"/>
          <p:cNvSpPr>
            <a:spLocks noGrp="1"/>
          </p:cNvSpPr>
          <p:nvPr>
            <p:ph type="pic" sz="quarter" idx="25"/>
          </p:nvPr>
        </p:nvSpPr>
        <p:spPr>
          <a:xfrm>
            <a:off x="4806042" y="4869508"/>
            <a:ext cx="721871" cy="720080"/>
          </a:xfrm>
          <a:prstGeom prst="ellipse">
            <a:avLst/>
          </a:prstGeom>
          <a:noFill/>
        </p:spPr>
        <p:txBody>
          <a:bodyPr>
            <a:normAutofit/>
          </a:bodyPr>
          <a:lstStyle>
            <a:lvl1pPr marL="0" indent="0">
              <a:buNone/>
              <a:defRPr sz="1000"/>
            </a:lvl1pPr>
          </a:lstStyle>
          <a:p>
            <a:endParaRPr lang="en-US" dirty="0"/>
          </a:p>
        </p:txBody>
      </p:sp>
      <p:sp>
        <p:nvSpPr>
          <p:cNvPr id="10" name="Picture Placeholder 4"/>
          <p:cNvSpPr>
            <a:spLocks noGrp="1"/>
          </p:cNvSpPr>
          <p:nvPr>
            <p:ph type="pic" sz="quarter" idx="26"/>
          </p:nvPr>
        </p:nvSpPr>
        <p:spPr>
          <a:xfrm>
            <a:off x="5849685" y="4869508"/>
            <a:ext cx="721871" cy="720080"/>
          </a:xfrm>
          <a:prstGeom prst="ellipse">
            <a:avLst/>
          </a:prstGeom>
          <a:noFill/>
        </p:spPr>
        <p:txBody>
          <a:bodyPr>
            <a:normAutofit/>
          </a:bodyPr>
          <a:lstStyle>
            <a:lvl1pPr marL="0" indent="0">
              <a:buNone/>
              <a:defRPr sz="1000"/>
            </a:lvl1pPr>
          </a:lstStyle>
          <a:p>
            <a:endParaRPr lang="en-US" dirty="0"/>
          </a:p>
        </p:txBody>
      </p:sp>
      <p:sp>
        <p:nvSpPr>
          <p:cNvPr id="11" name="Picture Placeholder 4"/>
          <p:cNvSpPr>
            <a:spLocks noGrp="1"/>
          </p:cNvSpPr>
          <p:nvPr>
            <p:ph type="pic" sz="quarter" idx="27"/>
          </p:nvPr>
        </p:nvSpPr>
        <p:spPr>
          <a:xfrm>
            <a:off x="6893328" y="4869508"/>
            <a:ext cx="721871" cy="720080"/>
          </a:xfrm>
          <a:prstGeom prst="ellipse">
            <a:avLst/>
          </a:prstGeom>
          <a:noFill/>
        </p:spPr>
        <p:txBody>
          <a:bodyPr>
            <a:normAutofit/>
          </a:bodyPr>
          <a:lstStyle>
            <a:lvl1pPr marL="0" indent="0">
              <a:buNone/>
              <a:defRPr sz="1000"/>
            </a:lvl1pPr>
          </a:lstStyle>
          <a:p>
            <a:endParaRPr lang="en-US" dirty="0"/>
          </a:p>
        </p:txBody>
      </p:sp>
      <p:sp>
        <p:nvSpPr>
          <p:cNvPr id="12" name="Picture Placeholder 4"/>
          <p:cNvSpPr>
            <a:spLocks noGrp="1"/>
          </p:cNvSpPr>
          <p:nvPr>
            <p:ph type="pic" sz="quarter" idx="28"/>
          </p:nvPr>
        </p:nvSpPr>
        <p:spPr>
          <a:xfrm>
            <a:off x="7936971" y="4869508"/>
            <a:ext cx="721871" cy="720080"/>
          </a:xfrm>
          <a:prstGeom prst="ellipse">
            <a:avLst/>
          </a:prstGeom>
          <a:noFill/>
        </p:spPr>
        <p:txBody>
          <a:bodyPr>
            <a:normAutofit/>
          </a:bodyPr>
          <a:lstStyle>
            <a:lvl1pPr marL="0" indent="0">
              <a:buNone/>
              <a:defRPr sz="1000"/>
            </a:lvl1pPr>
          </a:lstStyle>
          <a:p>
            <a:endParaRPr lang="en-US" dirty="0"/>
          </a:p>
        </p:txBody>
      </p:sp>
      <p:sp>
        <p:nvSpPr>
          <p:cNvPr id="13" name="Picture Placeholder 4"/>
          <p:cNvSpPr>
            <a:spLocks noGrp="1"/>
          </p:cNvSpPr>
          <p:nvPr>
            <p:ph type="pic" sz="quarter" idx="29"/>
          </p:nvPr>
        </p:nvSpPr>
        <p:spPr>
          <a:xfrm>
            <a:off x="8980614" y="4869508"/>
            <a:ext cx="721871" cy="720080"/>
          </a:xfrm>
          <a:prstGeom prst="ellipse">
            <a:avLst/>
          </a:prstGeom>
          <a:noFill/>
        </p:spPr>
        <p:txBody>
          <a:bodyPr>
            <a:normAutofit/>
          </a:bodyPr>
          <a:lstStyle>
            <a:lvl1pPr marL="0" indent="0">
              <a:buNone/>
              <a:defRPr sz="1000"/>
            </a:lvl1pPr>
          </a:lstStyle>
          <a:p>
            <a:endParaRPr lang="en-US" dirty="0"/>
          </a:p>
        </p:txBody>
      </p:sp>
      <p:sp>
        <p:nvSpPr>
          <p:cNvPr id="14" name="Picture Placeholder 4"/>
          <p:cNvSpPr>
            <a:spLocks noGrp="1"/>
          </p:cNvSpPr>
          <p:nvPr>
            <p:ph type="pic" sz="quarter" idx="30"/>
          </p:nvPr>
        </p:nvSpPr>
        <p:spPr>
          <a:xfrm>
            <a:off x="10024257" y="4869508"/>
            <a:ext cx="721871" cy="720080"/>
          </a:xfrm>
          <a:prstGeom prst="ellipse">
            <a:avLst/>
          </a:prstGeom>
          <a:noFill/>
        </p:spPr>
        <p:txBody>
          <a:bodyPr>
            <a:normAutofit/>
          </a:bodyPr>
          <a:lstStyle>
            <a:lvl1pPr marL="0" indent="0">
              <a:buNone/>
              <a:defRPr sz="1000"/>
            </a:lvl1pPr>
          </a:lstStyle>
          <a:p>
            <a:endParaRPr lang="en-US" dirty="0"/>
          </a:p>
        </p:txBody>
      </p:sp>
      <p:sp>
        <p:nvSpPr>
          <p:cNvPr id="15" name="Picture Placeholder 4"/>
          <p:cNvSpPr>
            <a:spLocks noGrp="1"/>
          </p:cNvSpPr>
          <p:nvPr>
            <p:ph type="pic" sz="quarter" idx="31"/>
          </p:nvPr>
        </p:nvSpPr>
        <p:spPr>
          <a:xfrm>
            <a:off x="11067904" y="4869508"/>
            <a:ext cx="721871" cy="720080"/>
          </a:xfrm>
          <a:prstGeom prst="ellipse">
            <a:avLst/>
          </a:prstGeom>
          <a:noFill/>
        </p:spPr>
        <p:txBody>
          <a:bodyPr>
            <a:normAutofit/>
          </a:bodyPr>
          <a:lstStyle>
            <a:lvl1pPr marL="0" indent="0">
              <a:buNone/>
              <a:defRPr sz="1000"/>
            </a:lvl1pPr>
          </a:lstStyle>
          <a:p>
            <a:endParaRPr lang="en-US" dirty="0"/>
          </a:p>
        </p:txBody>
      </p:sp>
      <p:sp>
        <p:nvSpPr>
          <p:cNvPr id="29" name="Picture Placeholder 4"/>
          <p:cNvSpPr>
            <a:spLocks noGrp="1"/>
          </p:cNvSpPr>
          <p:nvPr>
            <p:ph type="pic" sz="quarter" idx="32"/>
          </p:nvPr>
        </p:nvSpPr>
        <p:spPr>
          <a:xfrm>
            <a:off x="1675113" y="5757014"/>
            <a:ext cx="721871" cy="720080"/>
          </a:xfrm>
          <a:prstGeom prst="ellipse">
            <a:avLst/>
          </a:prstGeom>
          <a:noFill/>
        </p:spPr>
        <p:txBody>
          <a:bodyPr>
            <a:normAutofit/>
          </a:bodyPr>
          <a:lstStyle>
            <a:lvl1pPr marL="0" indent="0">
              <a:buNone/>
              <a:defRPr sz="1000"/>
            </a:lvl1pPr>
          </a:lstStyle>
          <a:p>
            <a:endParaRPr lang="en-US" dirty="0"/>
          </a:p>
        </p:txBody>
      </p:sp>
      <p:sp>
        <p:nvSpPr>
          <p:cNvPr id="30" name="Picture Placeholder 4"/>
          <p:cNvSpPr>
            <a:spLocks noGrp="1"/>
          </p:cNvSpPr>
          <p:nvPr>
            <p:ph type="pic" sz="quarter" idx="33"/>
          </p:nvPr>
        </p:nvSpPr>
        <p:spPr>
          <a:xfrm>
            <a:off x="2718756" y="5757014"/>
            <a:ext cx="721871" cy="720080"/>
          </a:xfrm>
          <a:prstGeom prst="ellipse">
            <a:avLst/>
          </a:prstGeom>
          <a:noFill/>
        </p:spPr>
        <p:txBody>
          <a:bodyPr>
            <a:normAutofit/>
          </a:bodyPr>
          <a:lstStyle>
            <a:lvl1pPr marL="0" indent="0">
              <a:buNone/>
              <a:defRPr sz="1000"/>
            </a:lvl1pPr>
          </a:lstStyle>
          <a:p>
            <a:endParaRPr lang="en-US" dirty="0"/>
          </a:p>
        </p:txBody>
      </p:sp>
      <p:sp>
        <p:nvSpPr>
          <p:cNvPr id="31" name="Picture Placeholder 4"/>
          <p:cNvSpPr>
            <a:spLocks noGrp="1"/>
          </p:cNvSpPr>
          <p:nvPr>
            <p:ph type="pic" sz="quarter" idx="34"/>
          </p:nvPr>
        </p:nvSpPr>
        <p:spPr>
          <a:xfrm>
            <a:off x="3762399" y="5757014"/>
            <a:ext cx="721871" cy="720080"/>
          </a:xfrm>
          <a:prstGeom prst="ellipse">
            <a:avLst/>
          </a:prstGeom>
          <a:noFill/>
        </p:spPr>
        <p:txBody>
          <a:bodyPr>
            <a:normAutofit/>
          </a:bodyPr>
          <a:lstStyle>
            <a:lvl1pPr marL="0" indent="0">
              <a:buNone/>
              <a:defRPr sz="1000"/>
            </a:lvl1pPr>
          </a:lstStyle>
          <a:p>
            <a:endParaRPr lang="en-US" dirty="0"/>
          </a:p>
        </p:txBody>
      </p:sp>
      <p:sp>
        <p:nvSpPr>
          <p:cNvPr id="32" name="Picture Placeholder 4"/>
          <p:cNvSpPr>
            <a:spLocks noGrp="1"/>
          </p:cNvSpPr>
          <p:nvPr>
            <p:ph type="pic" sz="quarter" idx="35"/>
          </p:nvPr>
        </p:nvSpPr>
        <p:spPr>
          <a:xfrm>
            <a:off x="4806042" y="5757014"/>
            <a:ext cx="721871" cy="720080"/>
          </a:xfrm>
          <a:prstGeom prst="ellipse">
            <a:avLst/>
          </a:prstGeom>
          <a:noFill/>
        </p:spPr>
        <p:txBody>
          <a:bodyPr>
            <a:normAutofit/>
          </a:bodyPr>
          <a:lstStyle>
            <a:lvl1pPr marL="0" indent="0">
              <a:buNone/>
              <a:defRPr sz="1000"/>
            </a:lvl1pPr>
          </a:lstStyle>
          <a:p>
            <a:endParaRPr lang="en-US" dirty="0"/>
          </a:p>
        </p:txBody>
      </p:sp>
      <p:sp>
        <p:nvSpPr>
          <p:cNvPr id="33" name="Picture Placeholder 4"/>
          <p:cNvSpPr>
            <a:spLocks noGrp="1"/>
          </p:cNvSpPr>
          <p:nvPr>
            <p:ph type="pic" sz="quarter" idx="36"/>
          </p:nvPr>
        </p:nvSpPr>
        <p:spPr>
          <a:xfrm>
            <a:off x="5849685" y="5757014"/>
            <a:ext cx="721871" cy="720080"/>
          </a:xfrm>
          <a:prstGeom prst="ellipse">
            <a:avLst/>
          </a:prstGeom>
          <a:noFill/>
        </p:spPr>
        <p:txBody>
          <a:bodyPr>
            <a:normAutofit/>
          </a:bodyPr>
          <a:lstStyle>
            <a:lvl1pPr marL="0" indent="0">
              <a:buNone/>
              <a:defRPr sz="1000"/>
            </a:lvl1pPr>
          </a:lstStyle>
          <a:p>
            <a:endParaRPr lang="en-US" dirty="0"/>
          </a:p>
        </p:txBody>
      </p:sp>
    </p:spTree>
    <p:extLst>
      <p:ext uri="{BB962C8B-B14F-4D97-AF65-F5344CB8AC3E}">
        <p14:creationId xmlns:p14="http://schemas.microsoft.com/office/powerpoint/2010/main" val="71582643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par>
                                <p:cTn id="50" presetID="53" presetClass="entr" presetSubtype="16" fill="hold" grpId="0" nodeType="withEffect" nodePh="1">
                                  <p:stCondLst>
                                    <p:cond delay="0"/>
                                  </p:stCondLst>
                                  <p:endCondLst>
                                    <p:cond evt="begin" delay="0">
                                      <p:tn val="50"/>
                                    </p:cond>
                                  </p:end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grpId="0" nodeType="withEffect" nodePh="1">
                                  <p:stCondLst>
                                    <p:cond delay="0"/>
                                  </p:stCondLst>
                                  <p:endCondLst>
                                    <p:cond evt="begin" delay="0">
                                      <p:tn val="55"/>
                                    </p:cond>
                                  </p:endCondLst>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ppt_w</p:attrName>
                                        </p:attrNameLst>
                                      </p:cBhvr>
                                      <p:tavLst>
                                        <p:tav tm="0">
                                          <p:val>
                                            <p:fltVal val="0"/>
                                          </p:val>
                                        </p:tav>
                                        <p:tav tm="100000">
                                          <p:val>
                                            <p:strVal val="#ppt_w"/>
                                          </p:val>
                                        </p:tav>
                                      </p:tavLst>
                                    </p:anim>
                                    <p:anim calcmode="lin" valueType="num">
                                      <p:cBhvr>
                                        <p:cTn id="58" dur="500" fill="hold"/>
                                        <p:tgtEl>
                                          <p:spTgt spid="29"/>
                                        </p:tgtEl>
                                        <p:attrNameLst>
                                          <p:attrName>ppt_h</p:attrName>
                                        </p:attrNameLst>
                                      </p:cBhvr>
                                      <p:tavLst>
                                        <p:tav tm="0">
                                          <p:val>
                                            <p:fltVal val="0"/>
                                          </p:val>
                                        </p:tav>
                                        <p:tav tm="100000">
                                          <p:val>
                                            <p:strVal val="#ppt_h"/>
                                          </p:val>
                                        </p:tav>
                                      </p:tavLst>
                                    </p:anim>
                                    <p:animEffect transition="in" filter="fade">
                                      <p:cBhvr>
                                        <p:cTn id="59" dur="500"/>
                                        <p:tgtEl>
                                          <p:spTgt spid="29"/>
                                        </p:tgtEl>
                                      </p:cBhvr>
                                    </p:animEffect>
                                  </p:childTnLst>
                                </p:cTn>
                              </p:par>
                              <p:par>
                                <p:cTn id="60" presetID="53" presetClass="entr" presetSubtype="16" fill="hold" grpId="0" nodeType="withEffect" nodePh="1">
                                  <p:stCondLst>
                                    <p:cond delay="0"/>
                                  </p:stCondLst>
                                  <p:endCondLst>
                                    <p:cond evt="begin" delay="0">
                                      <p:tn val="60"/>
                                    </p:cond>
                                  </p:endCondLst>
                                  <p:childTnLst>
                                    <p:set>
                                      <p:cBhvr>
                                        <p:cTn id="61" dur="1" fill="hold">
                                          <p:stCondLst>
                                            <p:cond delay="0"/>
                                          </p:stCondLst>
                                        </p:cTn>
                                        <p:tgtEl>
                                          <p:spTgt spid="30"/>
                                        </p:tgtEl>
                                        <p:attrNameLst>
                                          <p:attrName>style.visibility</p:attrName>
                                        </p:attrNameLst>
                                      </p:cBhvr>
                                      <p:to>
                                        <p:strVal val="visible"/>
                                      </p:to>
                                    </p:set>
                                    <p:anim calcmode="lin" valueType="num">
                                      <p:cBhvr>
                                        <p:cTn id="62" dur="500" fill="hold"/>
                                        <p:tgtEl>
                                          <p:spTgt spid="30"/>
                                        </p:tgtEl>
                                        <p:attrNameLst>
                                          <p:attrName>ppt_w</p:attrName>
                                        </p:attrNameLst>
                                      </p:cBhvr>
                                      <p:tavLst>
                                        <p:tav tm="0">
                                          <p:val>
                                            <p:fltVal val="0"/>
                                          </p:val>
                                        </p:tav>
                                        <p:tav tm="100000">
                                          <p:val>
                                            <p:strVal val="#ppt_w"/>
                                          </p:val>
                                        </p:tav>
                                      </p:tavLst>
                                    </p:anim>
                                    <p:anim calcmode="lin" valueType="num">
                                      <p:cBhvr>
                                        <p:cTn id="63" dur="500" fill="hold"/>
                                        <p:tgtEl>
                                          <p:spTgt spid="30"/>
                                        </p:tgtEl>
                                        <p:attrNameLst>
                                          <p:attrName>ppt_h</p:attrName>
                                        </p:attrNameLst>
                                      </p:cBhvr>
                                      <p:tavLst>
                                        <p:tav tm="0">
                                          <p:val>
                                            <p:fltVal val="0"/>
                                          </p:val>
                                        </p:tav>
                                        <p:tav tm="100000">
                                          <p:val>
                                            <p:strVal val="#ppt_h"/>
                                          </p:val>
                                        </p:tav>
                                      </p:tavLst>
                                    </p:anim>
                                    <p:animEffect transition="in" filter="fade">
                                      <p:cBhvr>
                                        <p:cTn id="64" dur="500"/>
                                        <p:tgtEl>
                                          <p:spTgt spid="30"/>
                                        </p:tgtEl>
                                      </p:cBhvr>
                                    </p:animEffect>
                                  </p:childTnLst>
                                </p:cTn>
                              </p:par>
                              <p:par>
                                <p:cTn id="65" presetID="53" presetClass="entr" presetSubtype="16" fill="hold" grpId="0" nodeType="withEffect" nodePh="1">
                                  <p:stCondLst>
                                    <p:cond delay="0"/>
                                  </p:stCondLst>
                                  <p:endCondLst>
                                    <p:cond evt="begin" delay="0">
                                      <p:tn val="65"/>
                                    </p:cond>
                                  </p:endCondLst>
                                  <p:childTnLst>
                                    <p:set>
                                      <p:cBhvr>
                                        <p:cTn id="66" dur="1" fill="hold">
                                          <p:stCondLst>
                                            <p:cond delay="0"/>
                                          </p:stCondLst>
                                        </p:cTn>
                                        <p:tgtEl>
                                          <p:spTgt spid="31"/>
                                        </p:tgtEl>
                                        <p:attrNameLst>
                                          <p:attrName>style.visibility</p:attrName>
                                        </p:attrNameLst>
                                      </p:cBhvr>
                                      <p:to>
                                        <p:strVal val="visible"/>
                                      </p:to>
                                    </p:set>
                                    <p:anim calcmode="lin" valueType="num">
                                      <p:cBhvr>
                                        <p:cTn id="67" dur="500" fill="hold"/>
                                        <p:tgtEl>
                                          <p:spTgt spid="31"/>
                                        </p:tgtEl>
                                        <p:attrNameLst>
                                          <p:attrName>ppt_w</p:attrName>
                                        </p:attrNameLst>
                                      </p:cBhvr>
                                      <p:tavLst>
                                        <p:tav tm="0">
                                          <p:val>
                                            <p:fltVal val="0"/>
                                          </p:val>
                                        </p:tav>
                                        <p:tav tm="100000">
                                          <p:val>
                                            <p:strVal val="#ppt_w"/>
                                          </p:val>
                                        </p:tav>
                                      </p:tavLst>
                                    </p:anim>
                                    <p:anim calcmode="lin" valueType="num">
                                      <p:cBhvr>
                                        <p:cTn id="68" dur="500" fill="hold"/>
                                        <p:tgtEl>
                                          <p:spTgt spid="31"/>
                                        </p:tgtEl>
                                        <p:attrNameLst>
                                          <p:attrName>ppt_h</p:attrName>
                                        </p:attrNameLst>
                                      </p:cBhvr>
                                      <p:tavLst>
                                        <p:tav tm="0">
                                          <p:val>
                                            <p:fltVal val="0"/>
                                          </p:val>
                                        </p:tav>
                                        <p:tav tm="100000">
                                          <p:val>
                                            <p:strVal val="#ppt_h"/>
                                          </p:val>
                                        </p:tav>
                                      </p:tavLst>
                                    </p:anim>
                                    <p:animEffect transition="in" filter="fade">
                                      <p:cBhvr>
                                        <p:cTn id="69" dur="500"/>
                                        <p:tgtEl>
                                          <p:spTgt spid="31"/>
                                        </p:tgtEl>
                                      </p:cBhvr>
                                    </p:animEffect>
                                  </p:childTnLst>
                                </p:cTn>
                              </p:par>
                              <p:par>
                                <p:cTn id="70" presetID="53" presetClass="entr" presetSubtype="16" fill="hold" grpId="0" nodeType="withEffect" nodePh="1">
                                  <p:stCondLst>
                                    <p:cond delay="0"/>
                                  </p:stCondLst>
                                  <p:endCondLst>
                                    <p:cond evt="begin" delay="0">
                                      <p:tn val="70"/>
                                    </p:cond>
                                  </p:endCondLst>
                                  <p:childTnLst>
                                    <p:set>
                                      <p:cBhvr>
                                        <p:cTn id="71" dur="1" fill="hold">
                                          <p:stCondLst>
                                            <p:cond delay="0"/>
                                          </p:stCondLst>
                                        </p:cTn>
                                        <p:tgtEl>
                                          <p:spTgt spid="32"/>
                                        </p:tgtEl>
                                        <p:attrNameLst>
                                          <p:attrName>style.visibility</p:attrName>
                                        </p:attrNameLst>
                                      </p:cBhvr>
                                      <p:to>
                                        <p:strVal val="visible"/>
                                      </p:to>
                                    </p:set>
                                    <p:anim calcmode="lin" valueType="num">
                                      <p:cBhvr>
                                        <p:cTn id="72" dur="500" fill="hold"/>
                                        <p:tgtEl>
                                          <p:spTgt spid="32"/>
                                        </p:tgtEl>
                                        <p:attrNameLst>
                                          <p:attrName>ppt_w</p:attrName>
                                        </p:attrNameLst>
                                      </p:cBhvr>
                                      <p:tavLst>
                                        <p:tav tm="0">
                                          <p:val>
                                            <p:fltVal val="0"/>
                                          </p:val>
                                        </p:tav>
                                        <p:tav tm="100000">
                                          <p:val>
                                            <p:strVal val="#ppt_w"/>
                                          </p:val>
                                        </p:tav>
                                      </p:tavLst>
                                    </p:anim>
                                    <p:anim calcmode="lin" valueType="num">
                                      <p:cBhvr>
                                        <p:cTn id="73" dur="500" fill="hold"/>
                                        <p:tgtEl>
                                          <p:spTgt spid="32"/>
                                        </p:tgtEl>
                                        <p:attrNameLst>
                                          <p:attrName>ppt_h</p:attrName>
                                        </p:attrNameLst>
                                      </p:cBhvr>
                                      <p:tavLst>
                                        <p:tav tm="0">
                                          <p:val>
                                            <p:fltVal val="0"/>
                                          </p:val>
                                        </p:tav>
                                        <p:tav tm="100000">
                                          <p:val>
                                            <p:strVal val="#ppt_h"/>
                                          </p:val>
                                        </p:tav>
                                      </p:tavLst>
                                    </p:anim>
                                    <p:animEffect transition="in" filter="fade">
                                      <p:cBhvr>
                                        <p:cTn id="74" dur="500"/>
                                        <p:tgtEl>
                                          <p:spTgt spid="32"/>
                                        </p:tgtEl>
                                      </p:cBhvr>
                                    </p:animEffect>
                                  </p:childTnLst>
                                </p:cTn>
                              </p:par>
                              <p:par>
                                <p:cTn id="75" presetID="53" presetClass="entr" presetSubtype="16" fill="hold" grpId="0" nodeType="withEffect" nodePh="1">
                                  <p:stCondLst>
                                    <p:cond delay="0"/>
                                  </p:stCondLst>
                                  <p:endCondLst>
                                    <p:cond evt="begin" delay="0">
                                      <p:tn val="75"/>
                                    </p:cond>
                                  </p:endCondLst>
                                  <p:childTnLst>
                                    <p:set>
                                      <p:cBhvr>
                                        <p:cTn id="76" dur="1" fill="hold">
                                          <p:stCondLst>
                                            <p:cond delay="0"/>
                                          </p:stCondLst>
                                        </p:cTn>
                                        <p:tgtEl>
                                          <p:spTgt spid="33"/>
                                        </p:tgtEl>
                                        <p:attrNameLst>
                                          <p:attrName>style.visibility</p:attrName>
                                        </p:attrNameLst>
                                      </p:cBhvr>
                                      <p:to>
                                        <p:strVal val="visible"/>
                                      </p:to>
                                    </p:set>
                                    <p:anim calcmode="lin" valueType="num">
                                      <p:cBhvr>
                                        <p:cTn id="77" dur="500" fill="hold"/>
                                        <p:tgtEl>
                                          <p:spTgt spid="33"/>
                                        </p:tgtEl>
                                        <p:attrNameLst>
                                          <p:attrName>ppt_w</p:attrName>
                                        </p:attrNameLst>
                                      </p:cBhvr>
                                      <p:tavLst>
                                        <p:tav tm="0">
                                          <p:val>
                                            <p:fltVal val="0"/>
                                          </p:val>
                                        </p:tav>
                                        <p:tav tm="100000">
                                          <p:val>
                                            <p:strVal val="#ppt_w"/>
                                          </p:val>
                                        </p:tav>
                                      </p:tavLst>
                                    </p:anim>
                                    <p:anim calcmode="lin" valueType="num">
                                      <p:cBhvr>
                                        <p:cTn id="78" dur="500" fill="hold"/>
                                        <p:tgtEl>
                                          <p:spTgt spid="33"/>
                                        </p:tgtEl>
                                        <p:attrNameLst>
                                          <p:attrName>ppt_h</p:attrName>
                                        </p:attrNameLst>
                                      </p:cBhvr>
                                      <p:tavLst>
                                        <p:tav tm="0">
                                          <p:val>
                                            <p:fltVal val="0"/>
                                          </p:val>
                                        </p:tav>
                                        <p:tav tm="100000">
                                          <p:val>
                                            <p:strVal val="#ppt_h"/>
                                          </p:val>
                                        </p:tav>
                                      </p:tavLst>
                                    </p:anim>
                                    <p:animEffect transition="in" filter="fade">
                                      <p:cBhvr>
                                        <p:cTn id="7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P spid="15" grpId="0"/>
      <p:bldP spid="29" grpId="0"/>
      <p:bldP spid="30" grpId="0"/>
      <p:bldP spid="31" grpId="0"/>
      <p:bldP spid="32" grpId="0"/>
      <p:bldP spid="33" grpId="0"/>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72_Title Only">
    <p:spTree>
      <p:nvGrpSpPr>
        <p:cNvPr id="1" name=""/>
        <p:cNvGrpSpPr/>
        <p:nvPr/>
      </p:nvGrpSpPr>
      <p:grpSpPr>
        <a:xfrm>
          <a:off x="0" y="0"/>
          <a:ext cx="0" cy="0"/>
          <a:chOff x="0" y="0"/>
          <a:chExt cx="0" cy="0"/>
        </a:xfrm>
      </p:grpSpPr>
      <p:sp>
        <p:nvSpPr>
          <p:cNvPr id="7" name="Picture Placeholder 2"/>
          <p:cNvSpPr>
            <a:spLocks noGrp="1"/>
          </p:cNvSpPr>
          <p:nvPr>
            <p:ph type="pic" sz="quarter" idx="13"/>
          </p:nvPr>
        </p:nvSpPr>
        <p:spPr>
          <a:xfrm>
            <a:off x="2114032" y="424384"/>
            <a:ext cx="1233268" cy="1233268"/>
          </a:xfrm>
          <a:prstGeom prst="ellipse">
            <a:avLst/>
          </a:prstGeom>
        </p:spPr>
        <p:txBody>
          <a:bodyPr>
            <a:normAutofit/>
          </a:bodyPr>
          <a:lstStyle>
            <a:lvl1pPr marL="0" indent="0">
              <a:buNone/>
              <a:defRPr sz="1100"/>
            </a:lvl1pPr>
          </a:lstStyle>
          <a:p>
            <a:endParaRPr lang="en-US" dirty="0"/>
          </a:p>
        </p:txBody>
      </p:sp>
      <p:sp>
        <p:nvSpPr>
          <p:cNvPr id="11" name="Picture Placeholder 2"/>
          <p:cNvSpPr>
            <a:spLocks noGrp="1"/>
          </p:cNvSpPr>
          <p:nvPr>
            <p:ph type="pic" sz="quarter" idx="14"/>
          </p:nvPr>
        </p:nvSpPr>
        <p:spPr>
          <a:xfrm>
            <a:off x="1706154" y="4247788"/>
            <a:ext cx="460633" cy="460633"/>
          </a:xfrm>
          <a:prstGeom prst="ellipse">
            <a:avLst/>
          </a:prstGeom>
        </p:spPr>
        <p:txBody>
          <a:bodyPr>
            <a:normAutofit/>
          </a:bodyPr>
          <a:lstStyle>
            <a:lvl1pPr marL="0" indent="0">
              <a:buNone/>
              <a:defRPr sz="800"/>
            </a:lvl1pPr>
          </a:lstStyle>
          <a:p>
            <a:endParaRPr lang="en-US" dirty="0"/>
          </a:p>
        </p:txBody>
      </p:sp>
      <p:sp>
        <p:nvSpPr>
          <p:cNvPr id="12" name="Picture Placeholder 2"/>
          <p:cNvSpPr>
            <a:spLocks noGrp="1"/>
          </p:cNvSpPr>
          <p:nvPr>
            <p:ph type="pic" sz="quarter" idx="15"/>
          </p:nvPr>
        </p:nvSpPr>
        <p:spPr>
          <a:xfrm>
            <a:off x="1706154" y="4886766"/>
            <a:ext cx="460633" cy="460633"/>
          </a:xfrm>
          <a:prstGeom prst="ellipse">
            <a:avLst/>
          </a:prstGeom>
        </p:spPr>
        <p:txBody>
          <a:bodyPr>
            <a:normAutofit/>
          </a:bodyPr>
          <a:lstStyle>
            <a:lvl1pPr marL="0" indent="0">
              <a:buNone/>
              <a:defRPr sz="800"/>
            </a:lvl1pPr>
          </a:lstStyle>
          <a:p>
            <a:endParaRPr lang="en-US" dirty="0"/>
          </a:p>
        </p:txBody>
      </p:sp>
      <p:sp>
        <p:nvSpPr>
          <p:cNvPr id="13" name="Picture Placeholder 2"/>
          <p:cNvSpPr>
            <a:spLocks noGrp="1"/>
          </p:cNvSpPr>
          <p:nvPr>
            <p:ph type="pic" sz="quarter" idx="16"/>
          </p:nvPr>
        </p:nvSpPr>
        <p:spPr>
          <a:xfrm>
            <a:off x="1706154" y="5514728"/>
            <a:ext cx="460633" cy="460633"/>
          </a:xfrm>
          <a:prstGeom prst="ellipse">
            <a:avLst/>
          </a:prstGeom>
        </p:spPr>
        <p:txBody>
          <a:bodyPr>
            <a:normAutofit/>
          </a:bodyPr>
          <a:lstStyle>
            <a:lvl1pPr marL="0" indent="0">
              <a:buNone/>
              <a:defRPr sz="800"/>
            </a:lvl1pPr>
          </a:lstStyle>
          <a:p>
            <a:endParaRPr lang="en-US" dirty="0"/>
          </a:p>
        </p:txBody>
      </p:sp>
      <p:sp>
        <p:nvSpPr>
          <p:cNvPr id="8" name="Picture Placeholder 2"/>
          <p:cNvSpPr>
            <a:spLocks noGrp="1"/>
          </p:cNvSpPr>
          <p:nvPr>
            <p:ph type="pic" sz="quarter" idx="17"/>
          </p:nvPr>
        </p:nvSpPr>
        <p:spPr>
          <a:xfrm>
            <a:off x="1706154" y="3619826"/>
            <a:ext cx="460633" cy="460633"/>
          </a:xfrm>
          <a:prstGeom prst="ellipse">
            <a:avLst/>
          </a:prstGeom>
        </p:spPr>
        <p:txBody>
          <a:bodyPr>
            <a:normAutofit/>
          </a:bodyPr>
          <a:lstStyle>
            <a:lvl1pPr marL="0" indent="0">
              <a:buNone/>
              <a:defRPr sz="800"/>
            </a:lvl1pPr>
          </a:lstStyle>
          <a:p>
            <a:endParaRPr lang="en-US" dirty="0"/>
          </a:p>
        </p:txBody>
      </p:sp>
      <p:sp>
        <p:nvSpPr>
          <p:cNvPr id="9" name="Picture Placeholder 2"/>
          <p:cNvSpPr>
            <a:spLocks noGrp="1"/>
          </p:cNvSpPr>
          <p:nvPr>
            <p:ph type="pic" sz="quarter" idx="18"/>
          </p:nvPr>
        </p:nvSpPr>
        <p:spPr>
          <a:xfrm>
            <a:off x="1706154" y="6142690"/>
            <a:ext cx="460633" cy="460633"/>
          </a:xfrm>
          <a:prstGeom prst="ellipse">
            <a:avLst/>
          </a:prstGeom>
        </p:spPr>
        <p:txBody>
          <a:bodyPr>
            <a:normAutofit/>
          </a:bodyPr>
          <a:lstStyle>
            <a:lvl1pPr marL="0" indent="0">
              <a:buNone/>
              <a:defRPr sz="800"/>
            </a:lvl1pPr>
          </a:lstStyle>
          <a:p>
            <a:endParaRPr lang="en-US" dirty="0"/>
          </a:p>
        </p:txBody>
      </p:sp>
      <p:sp>
        <p:nvSpPr>
          <p:cNvPr id="14" name="Picture Placeholder 2"/>
          <p:cNvSpPr>
            <a:spLocks noGrp="1"/>
          </p:cNvSpPr>
          <p:nvPr>
            <p:ph type="pic" sz="quarter" idx="19"/>
          </p:nvPr>
        </p:nvSpPr>
        <p:spPr>
          <a:xfrm>
            <a:off x="1706154" y="3000204"/>
            <a:ext cx="460633" cy="460633"/>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307409294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4"/>
                                        </p:tgtEl>
                                        <p:attrNameLst>
                                          <p:attrName>style.visibility</p:attrName>
                                        </p:attrNameLst>
                                      </p:cBhvr>
                                      <p:to>
                                        <p:strVal val="visible"/>
                                      </p:to>
                                    </p:set>
                                    <p:anim calcmode="lin" valueType="num">
                                      <p:cBhvr>
                                        <p:cTn id="37" dur="500" fill="hold"/>
                                        <p:tgtEl>
                                          <p:spTgt spid="14"/>
                                        </p:tgtEl>
                                        <p:attrNameLst>
                                          <p:attrName>ppt_w</p:attrName>
                                        </p:attrNameLst>
                                      </p:cBhvr>
                                      <p:tavLst>
                                        <p:tav tm="0">
                                          <p:val>
                                            <p:fltVal val="0"/>
                                          </p:val>
                                        </p:tav>
                                        <p:tav tm="100000">
                                          <p:val>
                                            <p:strVal val="#ppt_w"/>
                                          </p:val>
                                        </p:tav>
                                      </p:tavLst>
                                    </p:anim>
                                    <p:anim calcmode="lin" valueType="num">
                                      <p:cBhvr>
                                        <p:cTn id="38" dur="500" fill="hold"/>
                                        <p:tgtEl>
                                          <p:spTgt spid="14"/>
                                        </p:tgtEl>
                                        <p:attrNameLst>
                                          <p:attrName>ppt_h</p:attrName>
                                        </p:attrNameLst>
                                      </p:cBhvr>
                                      <p:tavLst>
                                        <p:tav tm="0">
                                          <p:val>
                                            <p:fltVal val="0"/>
                                          </p:val>
                                        </p:tav>
                                        <p:tav tm="100000">
                                          <p:val>
                                            <p:strVal val="#ppt_h"/>
                                          </p:val>
                                        </p:tav>
                                      </p:tavLst>
                                    </p:anim>
                                    <p:animEffect transition="in" filter="fade">
                                      <p:cBhvr>
                                        <p:cTn id="3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P spid="8" grpId="0"/>
      <p:bldP spid="9" grpId="0"/>
      <p:bldP spid="14" grpId="0"/>
    </p:bld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00_Title Only">
    <p:spTree>
      <p:nvGrpSpPr>
        <p:cNvPr id="1" name=""/>
        <p:cNvGrpSpPr/>
        <p:nvPr/>
      </p:nvGrpSpPr>
      <p:grpSpPr>
        <a:xfrm>
          <a:off x="0" y="0"/>
          <a:ext cx="0" cy="0"/>
          <a:chOff x="0" y="0"/>
          <a:chExt cx="0" cy="0"/>
        </a:xfrm>
      </p:grpSpPr>
      <p:sp>
        <p:nvSpPr>
          <p:cNvPr id="49" name="Picture Placeholder 2"/>
          <p:cNvSpPr>
            <a:spLocks noGrp="1"/>
          </p:cNvSpPr>
          <p:nvPr>
            <p:ph type="pic" sz="quarter" idx="14"/>
          </p:nvPr>
        </p:nvSpPr>
        <p:spPr>
          <a:xfrm>
            <a:off x="1620567" y="4688396"/>
            <a:ext cx="713975" cy="713975"/>
          </a:xfrm>
          <a:prstGeom prst="ellipse">
            <a:avLst/>
          </a:prstGeom>
        </p:spPr>
        <p:txBody>
          <a:bodyPr>
            <a:normAutofit/>
          </a:bodyPr>
          <a:lstStyle>
            <a:lvl1pPr marL="0" indent="0">
              <a:buNone/>
              <a:defRPr sz="1100"/>
            </a:lvl1pPr>
          </a:lstStyle>
          <a:p>
            <a:endParaRPr lang="en-US" dirty="0"/>
          </a:p>
        </p:txBody>
      </p:sp>
      <p:sp>
        <p:nvSpPr>
          <p:cNvPr id="50" name="Picture Placeholder 2"/>
          <p:cNvSpPr>
            <a:spLocks noGrp="1"/>
          </p:cNvSpPr>
          <p:nvPr>
            <p:ph type="pic" sz="quarter" idx="15"/>
          </p:nvPr>
        </p:nvSpPr>
        <p:spPr>
          <a:xfrm>
            <a:off x="4317646" y="4688396"/>
            <a:ext cx="713975" cy="713975"/>
          </a:xfrm>
          <a:prstGeom prst="ellipse">
            <a:avLst/>
          </a:prstGeom>
        </p:spPr>
        <p:txBody>
          <a:bodyPr>
            <a:normAutofit/>
          </a:bodyPr>
          <a:lstStyle>
            <a:lvl1pPr marL="0" indent="0">
              <a:buNone/>
              <a:defRPr sz="1100"/>
            </a:lvl1pPr>
          </a:lstStyle>
          <a:p>
            <a:endParaRPr lang="en-US" dirty="0"/>
          </a:p>
        </p:txBody>
      </p:sp>
      <p:sp>
        <p:nvSpPr>
          <p:cNvPr id="51" name="Picture Placeholder 2"/>
          <p:cNvSpPr>
            <a:spLocks noGrp="1"/>
          </p:cNvSpPr>
          <p:nvPr>
            <p:ph type="pic" sz="quarter" idx="16"/>
          </p:nvPr>
        </p:nvSpPr>
        <p:spPr>
          <a:xfrm>
            <a:off x="7068294" y="4688396"/>
            <a:ext cx="713975" cy="713975"/>
          </a:xfrm>
          <a:prstGeom prst="ellipse">
            <a:avLst/>
          </a:prstGeom>
        </p:spPr>
        <p:txBody>
          <a:bodyPr>
            <a:normAutofit/>
          </a:bodyPr>
          <a:lstStyle>
            <a:lvl1pPr marL="0" indent="0">
              <a:buNone/>
              <a:defRPr sz="1100"/>
            </a:lvl1pPr>
          </a:lstStyle>
          <a:p>
            <a:endParaRPr lang="en-US" dirty="0"/>
          </a:p>
        </p:txBody>
      </p:sp>
      <p:sp>
        <p:nvSpPr>
          <p:cNvPr id="52" name="Picture Placeholder 2"/>
          <p:cNvSpPr>
            <a:spLocks noGrp="1"/>
          </p:cNvSpPr>
          <p:nvPr>
            <p:ph type="pic" sz="quarter" idx="17"/>
          </p:nvPr>
        </p:nvSpPr>
        <p:spPr>
          <a:xfrm>
            <a:off x="9738589" y="4688395"/>
            <a:ext cx="713975" cy="713975"/>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52552952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9"/>
                                        </p:tgtEl>
                                        <p:attrNameLst>
                                          <p:attrName>style.visibility</p:attrName>
                                        </p:attrNameLst>
                                      </p:cBhvr>
                                      <p:to>
                                        <p:strVal val="visible"/>
                                      </p:to>
                                    </p:set>
                                    <p:anim calcmode="lin" valueType="num">
                                      <p:cBhvr>
                                        <p:cTn id="7" dur="500" fill="hold"/>
                                        <p:tgtEl>
                                          <p:spTgt spid="49"/>
                                        </p:tgtEl>
                                        <p:attrNameLst>
                                          <p:attrName>ppt_w</p:attrName>
                                        </p:attrNameLst>
                                      </p:cBhvr>
                                      <p:tavLst>
                                        <p:tav tm="0">
                                          <p:val>
                                            <p:fltVal val="0"/>
                                          </p:val>
                                        </p:tav>
                                        <p:tav tm="100000">
                                          <p:val>
                                            <p:strVal val="#ppt_w"/>
                                          </p:val>
                                        </p:tav>
                                      </p:tavLst>
                                    </p:anim>
                                    <p:anim calcmode="lin" valueType="num">
                                      <p:cBhvr>
                                        <p:cTn id="8" dur="500" fill="hold"/>
                                        <p:tgtEl>
                                          <p:spTgt spid="49"/>
                                        </p:tgtEl>
                                        <p:attrNameLst>
                                          <p:attrName>ppt_h</p:attrName>
                                        </p:attrNameLst>
                                      </p:cBhvr>
                                      <p:tavLst>
                                        <p:tav tm="0">
                                          <p:val>
                                            <p:fltVal val="0"/>
                                          </p:val>
                                        </p:tav>
                                        <p:tav tm="100000">
                                          <p:val>
                                            <p:strVal val="#ppt_h"/>
                                          </p:val>
                                        </p:tav>
                                      </p:tavLst>
                                    </p:anim>
                                    <p:animEffect transition="in" filter="fade">
                                      <p:cBhvr>
                                        <p:cTn id="9" dur="500"/>
                                        <p:tgtEl>
                                          <p:spTgt spid="49"/>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0"/>
                                        </p:tgtEl>
                                        <p:attrNameLst>
                                          <p:attrName>style.visibility</p:attrName>
                                        </p:attrNameLst>
                                      </p:cBhvr>
                                      <p:to>
                                        <p:strVal val="visible"/>
                                      </p:to>
                                    </p:set>
                                    <p:anim calcmode="lin" valueType="num">
                                      <p:cBhvr>
                                        <p:cTn id="12" dur="500" fill="hold"/>
                                        <p:tgtEl>
                                          <p:spTgt spid="50"/>
                                        </p:tgtEl>
                                        <p:attrNameLst>
                                          <p:attrName>ppt_w</p:attrName>
                                        </p:attrNameLst>
                                      </p:cBhvr>
                                      <p:tavLst>
                                        <p:tav tm="0">
                                          <p:val>
                                            <p:fltVal val="0"/>
                                          </p:val>
                                        </p:tav>
                                        <p:tav tm="100000">
                                          <p:val>
                                            <p:strVal val="#ppt_w"/>
                                          </p:val>
                                        </p:tav>
                                      </p:tavLst>
                                    </p:anim>
                                    <p:anim calcmode="lin" valueType="num">
                                      <p:cBhvr>
                                        <p:cTn id="13" dur="500" fill="hold"/>
                                        <p:tgtEl>
                                          <p:spTgt spid="50"/>
                                        </p:tgtEl>
                                        <p:attrNameLst>
                                          <p:attrName>ppt_h</p:attrName>
                                        </p:attrNameLst>
                                      </p:cBhvr>
                                      <p:tavLst>
                                        <p:tav tm="0">
                                          <p:val>
                                            <p:fltVal val="0"/>
                                          </p:val>
                                        </p:tav>
                                        <p:tav tm="100000">
                                          <p:val>
                                            <p:strVal val="#ppt_h"/>
                                          </p:val>
                                        </p:tav>
                                      </p:tavLst>
                                    </p:anim>
                                    <p:animEffect transition="in" filter="fade">
                                      <p:cBhvr>
                                        <p:cTn id="14" dur="500"/>
                                        <p:tgtEl>
                                          <p:spTgt spid="50"/>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51"/>
                                        </p:tgtEl>
                                        <p:attrNameLst>
                                          <p:attrName>style.visibility</p:attrName>
                                        </p:attrNameLst>
                                      </p:cBhvr>
                                      <p:to>
                                        <p:strVal val="visible"/>
                                      </p:to>
                                    </p:set>
                                    <p:anim calcmode="lin" valueType="num">
                                      <p:cBhvr>
                                        <p:cTn id="17" dur="500" fill="hold"/>
                                        <p:tgtEl>
                                          <p:spTgt spid="51"/>
                                        </p:tgtEl>
                                        <p:attrNameLst>
                                          <p:attrName>ppt_w</p:attrName>
                                        </p:attrNameLst>
                                      </p:cBhvr>
                                      <p:tavLst>
                                        <p:tav tm="0">
                                          <p:val>
                                            <p:fltVal val="0"/>
                                          </p:val>
                                        </p:tav>
                                        <p:tav tm="100000">
                                          <p:val>
                                            <p:strVal val="#ppt_w"/>
                                          </p:val>
                                        </p:tav>
                                      </p:tavLst>
                                    </p:anim>
                                    <p:anim calcmode="lin" valueType="num">
                                      <p:cBhvr>
                                        <p:cTn id="18" dur="500" fill="hold"/>
                                        <p:tgtEl>
                                          <p:spTgt spid="51"/>
                                        </p:tgtEl>
                                        <p:attrNameLst>
                                          <p:attrName>ppt_h</p:attrName>
                                        </p:attrNameLst>
                                      </p:cBhvr>
                                      <p:tavLst>
                                        <p:tav tm="0">
                                          <p:val>
                                            <p:fltVal val="0"/>
                                          </p:val>
                                        </p:tav>
                                        <p:tav tm="100000">
                                          <p:val>
                                            <p:strVal val="#ppt_h"/>
                                          </p:val>
                                        </p:tav>
                                      </p:tavLst>
                                    </p:anim>
                                    <p:animEffect transition="in" filter="fade">
                                      <p:cBhvr>
                                        <p:cTn id="19" dur="500"/>
                                        <p:tgtEl>
                                          <p:spTgt spid="51"/>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52"/>
                                        </p:tgtEl>
                                        <p:attrNameLst>
                                          <p:attrName>style.visibility</p:attrName>
                                        </p:attrNameLst>
                                      </p:cBhvr>
                                      <p:to>
                                        <p:strVal val="visible"/>
                                      </p:to>
                                    </p:set>
                                    <p:anim calcmode="lin" valueType="num">
                                      <p:cBhvr>
                                        <p:cTn id="22" dur="500" fill="hold"/>
                                        <p:tgtEl>
                                          <p:spTgt spid="52"/>
                                        </p:tgtEl>
                                        <p:attrNameLst>
                                          <p:attrName>ppt_w</p:attrName>
                                        </p:attrNameLst>
                                      </p:cBhvr>
                                      <p:tavLst>
                                        <p:tav tm="0">
                                          <p:val>
                                            <p:fltVal val="0"/>
                                          </p:val>
                                        </p:tav>
                                        <p:tav tm="100000">
                                          <p:val>
                                            <p:strVal val="#ppt_w"/>
                                          </p:val>
                                        </p:tav>
                                      </p:tavLst>
                                    </p:anim>
                                    <p:anim calcmode="lin" valueType="num">
                                      <p:cBhvr>
                                        <p:cTn id="23" dur="500" fill="hold"/>
                                        <p:tgtEl>
                                          <p:spTgt spid="52"/>
                                        </p:tgtEl>
                                        <p:attrNameLst>
                                          <p:attrName>ppt_h</p:attrName>
                                        </p:attrNameLst>
                                      </p:cBhvr>
                                      <p:tavLst>
                                        <p:tav tm="0">
                                          <p:val>
                                            <p:fltVal val="0"/>
                                          </p:val>
                                        </p:tav>
                                        <p:tav tm="100000">
                                          <p:val>
                                            <p:strVal val="#ppt_h"/>
                                          </p:val>
                                        </p:tav>
                                      </p:tavLst>
                                    </p:anim>
                                    <p:animEffect transition="in" filter="fade">
                                      <p:cBhvr>
                                        <p:cTn id="24"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1" grpId="0"/>
      <p:bldP spid="52" grpId="0"/>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8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725483" y="195942"/>
            <a:ext cx="1921092" cy="1907177"/>
          </a:xfrm>
          <a:prstGeom prst="roundRect">
            <a:avLst/>
          </a:prstGeom>
        </p:spPr>
        <p:txBody>
          <a:bodyPr>
            <a:normAutofit/>
          </a:bodyPr>
          <a:lstStyle>
            <a:lvl1pPr>
              <a:defRPr sz="1200"/>
            </a:lvl1pPr>
          </a:lstStyle>
          <a:p>
            <a:endParaRPr lang="en-US"/>
          </a:p>
        </p:txBody>
      </p:sp>
      <p:sp>
        <p:nvSpPr>
          <p:cNvPr id="6" name="Picture Placeholder 3"/>
          <p:cNvSpPr>
            <a:spLocks noGrp="1"/>
          </p:cNvSpPr>
          <p:nvPr>
            <p:ph type="pic" sz="quarter" idx="11"/>
          </p:nvPr>
        </p:nvSpPr>
        <p:spPr>
          <a:xfrm>
            <a:off x="4311938" y="195942"/>
            <a:ext cx="1921092" cy="1907177"/>
          </a:xfrm>
          <a:prstGeom prst="roundRect">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2754962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56_Title Only">
    <p:spTree>
      <p:nvGrpSpPr>
        <p:cNvPr id="1" name=""/>
        <p:cNvGrpSpPr/>
        <p:nvPr/>
      </p:nvGrpSpPr>
      <p:grpSpPr>
        <a:xfrm>
          <a:off x="0" y="0"/>
          <a:ext cx="0" cy="0"/>
          <a:chOff x="0" y="0"/>
          <a:chExt cx="0" cy="0"/>
        </a:xfrm>
      </p:grpSpPr>
      <p:sp>
        <p:nvSpPr>
          <p:cNvPr id="5" name="Picture Placeholder 2"/>
          <p:cNvSpPr>
            <a:spLocks noGrp="1"/>
          </p:cNvSpPr>
          <p:nvPr>
            <p:ph type="pic" sz="quarter" idx="14"/>
          </p:nvPr>
        </p:nvSpPr>
        <p:spPr>
          <a:xfrm>
            <a:off x="9461968" y="485386"/>
            <a:ext cx="2160000" cy="2160000"/>
          </a:xfrm>
          <a:prstGeom prst="ellipse">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82405045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1779961" y="1419064"/>
            <a:ext cx="3230005" cy="2917080"/>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60199762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1704969" y="2710543"/>
            <a:ext cx="6916518" cy="3421498"/>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86997498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54_Title Only">
    <p:spTree>
      <p:nvGrpSpPr>
        <p:cNvPr id="1" name=""/>
        <p:cNvGrpSpPr/>
        <p:nvPr/>
      </p:nvGrpSpPr>
      <p:grpSpPr>
        <a:xfrm>
          <a:off x="0" y="0"/>
          <a:ext cx="0" cy="0"/>
          <a:chOff x="0" y="0"/>
          <a:chExt cx="0" cy="0"/>
        </a:xfrm>
      </p:grpSpPr>
      <p:sp>
        <p:nvSpPr>
          <p:cNvPr id="2" name="Slide Number Placeholder 1"/>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83310277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52_Title Only">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4"/>
          </p:nvPr>
        </p:nvSpPr>
        <p:spPr>
          <a:xfrm>
            <a:off x="4404384" y="1626439"/>
            <a:ext cx="1964332" cy="1802561"/>
          </a:xfrm>
          <a:prstGeom prst="roundRect">
            <a:avLst>
              <a:gd name="adj" fmla="val 10770"/>
            </a:avLst>
          </a:prstGeom>
          <a:noFill/>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5"/>
          </p:nvPr>
        </p:nvSpPr>
        <p:spPr>
          <a:xfrm>
            <a:off x="6896132" y="1626439"/>
            <a:ext cx="1964332" cy="1802561"/>
          </a:xfrm>
          <a:prstGeom prst="roundRect">
            <a:avLst>
              <a:gd name="adj" fmla="val 10770"/>
            </a:avLst>
          </a:prstGeom>
          <a:noFill/>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6"/>
          </p:nvPr>
        </p:nvSpPr>
        <p:spPr>
          <a:xfrm>
            <a:off x="9387880" y="1626439"/>
            <a:ext cx="1964332" cy="1802561"/>
          </a:xfrm>
          <a:prstGeom prst="roundRect">
            <a:avLst>
              <a:gd name="adj" fmla="val 10770"/>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77974327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1+#ppt_w/2"/>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1+#ppt_w/2"/>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1+#ppt_w/2"/>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1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1+#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13" grpId="0"/>
        </p:bldLst>
      </p:timing>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44_Title Only">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827088" y="324359"/>
            <a:ext cx="10537825" cy="333148"/>
          </a:xfrm>
        </p:spPr>
        <p:txBody>
          <a:bodyPr anchor="b">
            <a:normAutofit/>
          </a:bodyPr>
          <a:lstStyle>
            <a:lvl1pPr marL="0" indent="0">
              <a:buNone/>
              <a:defRPr sz="1000" i="1">
                <a:solidFill>
                  <a:schemeClr val="accent1"/>
                </a:solidFill>
              </a:defRPr>
            </a:lvl1pPr>
          </a:lstStyle>
          <a:p>
            <a:pPr lvl="0"/>
            <a:r>
              <a:rPr lang="en-US" dirty="0"/>
              <a:t>Click to edit Master text styles</a:t>
            </a:r>
          </a:p>
        </p:txBody>
      </p:sp>
      <p:sp>
        <p:nvSpPr>
          <p:cNvPr id="3" name="Slide Number Placeholder 2"/>
          <p:cNvSpPr>
            <a:spLocks noGrp="1"/>
          </p:cNvSpPr>
          <p:nvPr>
            <p:ph type="sldNum" sz="quarter" idx="12"/>
          </p:nvPr>
        </p:nvSpPr>
        <p:spPr>
          <a:xfrm>
            <a:off x="11704820" y="166513"/>
            <a:ext cx="325064" cy="324420"/>
          </a:xfrm>
          <a:prstGeom prst="roundRect">
            <a:avLst>
              <a:gd name="adj" fmla="val 26678"/>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Title 4"/>
          <p:cNvSpPr>
            <a:spLocks noGrp="1"/>
          </p:cNvSpPr>
          <p:nvPr>
            <p:ph type="title"/>
          </p:nvPr>
        </p:nvSpPr>
        <p:spPr/>
        <p:txBody>
          <a:bodyPr/>
          <a:lstStyle/>
          <a:p>
            <a:r>
              <a:rPr lang="en-US"/>
              <a:t>Click to edit Master title style</a:t>
            </a:r>
          </a:p>
        </p:txBody>
      </p:sp>
      <p:sp>
        <p:nvSpPr>
          <p:cNvPr id="6" name="Picture Placeholder 2"/>
          <p:cNvSpPr>
            <a:spLocks noGrp="1"/>
          </p:cNvSpPr>
          <p:nvPr>
            <p:ph type="pic" sz="quarter" idx="13"/>
          </p:nvPr>
        </p:nvSpPr>
        <p:spPr>
          <a:xfrm>
            <a:off x="1715763" y="1969477"/>
            <a:ext cx="3445762" cy="344576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4564494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53_Title Only">
    <p:spTree>
      <p:nvGrpSpPr>
        <p:cNvPr id="1" name=""/>
        <p:cNvGrpSpPr/>
        <p:nvPr/>
      </p:nvGrpSpPr>
      <p:grpSpPr>
        <a:xfrm>
          <a:off x="0" y="0"/>
          <a:ext cx="0" cy="0"/>
          <a:chOff x="0" y="0"/>
          <a:chExt cx="0" cy="0"/>
        </a:xfrm>
      </p:grpSpPr>
      <p:sp>
        <p:nvSpPr>
          <p:cNvPr id="5" name="Picture Placeholder 2"/>
          <p:cNvSpPr>
            <a:spLocks noGrp="1"/>
          </p:cNvSpPr>
          <p:nvPr>
            <p:ph type="pic" sz="quarter" idx="14"/>
          </p:nvPr>
        </p:nvSpPr>
        <p:spPr>
          <a:xfrm>
            <a:off x="1323629" y="1182968"/>
            <a:ext cx="2160000" cy="2160000"/>
          </a:xfrm>
          <a:prstGeom prst="ellipse">
            <a:avLst/>
          </a:prstGeom>
          <a:noFill/>
        </p:spPr>
        <p:txBody>
          <a:bodyPr>
            <a:normAutofit/>
          </a:bodyPr>
          <a:lstStyle>
            <a:lvl1pPr marL="0" indent="0">
              <a:buNone/>
              <a:defRPr sz="1100"/>
            </a:lvl1pPr>
          </a:lstStyle>
          <a:p>
            <a:endParaRPr lang="en-US" dirty="0"/>
          </a:p>
        </p:txBody>
      </p:sp>
      <p:sp>
        <p:nvSpPr>
          <p:cNvPr id="2" name="Slide Number Placeholder 1"/>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36088554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42_Title Only">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827088" y="324359"/>
            <a:ext cx="10537825" cy="333148"/>
          </a:xfrm>
        </p:spPr>
        <p:txBody>
          <a:bodyPr anchor="b">
            <a:normAutofit/>
          </a:bodyPr>
          <a:lstStyle>
            <a:lvl1pPr marL="0" indent="0">
              <a:buNone/>
              <a:defRPr sz="1000" i="1">
                <a:solidFill>
                  <a:schemeClr val="accent1"/>
                </a:solidFill>
              </a:defRPr>
            </a:lvl1pPr>
          </a:lstStyle>
          <a:p>
            <a:pPr lvl="0"/>
            <a:r>
              <a:rPr lang="en-US" dirty="0"/>
              <a:t>Click to edit Master text styles</a:t>
            </a:r>
          </a:p>
        </p:txBody>
      </p:sp>
      <p:sp>
        <p:nvSpPr>
          <p:cNvPr id="3" name="Slide Number Placeholder 2"/>
          <p:cNvSpPr>
            <a:spLocks noGrp="1"/>
          </p:cNvSpPr>
          <p:nvPr>
            <p:ph type="sldNum" sz="quarter" idx="12"/>
          </p:nvPr>
        </p:nvSpPr>
        <p:spPr>
          <a:xfrm>
            <a:off x="11704820" y="166513"/>
            <a:ext cx="325064" cy="324420"/>
          </a:xfrm>
          <a:prstGeom prst="roundRect">
            <a:avLst>
              <a:gd name="adj" fmla="val 26678"/>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8285578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55_Title Only">
    <p:spTree>
      <p:nvGrpSpPr>
        <p:cNvPr id="1" name=""/>
        <p:cNvGrpSpPr/>
        <p:nvPr/>
      </p:nvGrpSpPr>
      <p:grpSpPr>
        <a:xfrm>
          <a:off x="0" y="0"/>
          <a:ext cx="0" cy="0"/>
          <a:chOff x="0" y="0"/>
          <a:chExt cx="0" cy="0"/>
        </a:xfrm>
      </p:grpSpPr>
      <p:sp>
        <p:nvSpPr>
          <p:cNvPr id="7" name="Picture Placeholder 2"/>
          <p:cNvSpPr>
            <a:spLocks noGrp="1"/>
          </p:cNvSpPr>
          <p:nvPr>
            <p:ph type="pic" sz="quarter" idx="14"/>
          </p:nvPr>
        </p:nvSpPr>
        <p:spPr>
          <a:xfrm>
            <a:off x="1793913" y="2328345"/>
            <a:ext cx="1413880" cy="1413880"/>
          </a:xfrm>
          <a:prstGeom prst="ellipse">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12770197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14:bounceEnd="40000">
                                          <p:cBhvr additive="base">
                                            <p:cTn id="7" dur="500" fill="hold"/>
                                            <p:tgtEl>
                                              <p:spTgt spid="7"/>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43_Title Only">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827088" y="1261515"/>
            <a:ext cx="10537825" cy="333148"/>
          </a:xfrm>
        </p:spPr>
        <p:txBody>
          <a:bodyPr anchor="t">
            <a:normAutofit/>
          </a:bodyPr>
          <a:lstStyle>
            <a:lvl1pPr marL="0" indent="0">
              <a:buNone/>
              <a:defRPr sz="1000" i="1">
                <a:solidFill>
                  <a:schemeClr val="tx1">
                    <a:lumMod val="50000"/>
                    <a:lumOff val="50000"/>
                  </a:schemeClr>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Title 4"/>
          <p:cNvSpPr>
            <a:spLocks noGrp="1"/>
          </p:cNvSpPr>
          <p:nvPr>
            <p:ph type="title"/>
          </p:nvPr>
        </p:nvSpPr>
        <p:spPr/>
        <p:txBody>
          <a:bodyPr/>
          <a:lstStyle/>
          <a:p>
            <a:r>
              <a:rPr lang="en-US"/>
              <a:t>Click to edit Master title style</a:t>
            </a:r>
          </a:p>
        </p:txBody>
      </p:sp>
      <p:sp>
        <p:nvSpPr>
          <p:cNvPr id="8" name="Picture Placeholder 2"/>
          <p:cNvSpPr>
            <a:spLocks noGrp="1"/>
          </p:cNvSpPr>
          <p:nvPr>
            <p:ph type="pic" sz="quarter" idx="14"/>
          </p:nvPr>
        </p:nvSpPr>
        <p:spPr>
          <a:xfrm>
            <a:off x="1236372" y="2364343"/>
            <a:ext cx="650161" cy="650161"/>
          </a:xfrm>
          <a:prstGeom prst="ellipse">
            <a:avLst/>
          </a:prstGeom>
          <a:noFill/>
          <a:effectLst/>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03262396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46_Title Only">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827088" y="1261515"/>
            <a:ext cx="10537825" cy="333148"/>
          </a:xfrm>
        </p:spPr>
        <p:txBody>
          <a:bodyPr anchor="t">
            <a:normAutofit/>
          </a:bodyPr>
          <a:lstStyle>
            <a:lvl1pPr marL="0" indent="0">
              <a:buNone/>
              <a:defRPr sz="1000" i="1">
                <a:solidFill>
                  <a:schemeClr val="tx1">
                    <a:lumMod val="50000"/>
                    <a:lumOff val="50000"/>
                  </a:schemeClr>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Title 4"/>
          <p:cNvSpPr>
            <a:spLocks noGrp="1"/>
          </p:cNvSpPr>
          <p:nvPr>
            <p:ph type="title"/>
          </p:nvPr>
        </p:nvSpPr>
        <p:spPr/>
        <p:txBody>
          <a:bodyPr/>
          <a:lstStyle/>
          <a:p>
            <a:r>
              <a:rPr lang="en-US"/>
              <a:t>Click to edit Master title style</a:t>
            </a:r>
          </a:p>
        </p:txBody>
      </p:sp>
      <p:sp>
        <p:nvSpPr>
          <p:cNvPr id="8" name="Picture Placeholder 2"/>
          <p:cNvSpPr>
            <a:spLocks noGrp="1"/>
          </p:cNvSpPr>
          <p:nvPr>
            <p:ph type="pic" sz="quarter" idx="14"/>
          </p:nvPr>
        </p:nvSpPr>
        <p:spPr>
          <a:xfrm>
            <a:off x="1798874" y="2364343"/>
            <a:ext cx="1369667" cy="1369667"/>
          </a:xfrm>
          <a:prstGeom prst="ellipse">
            <a:avLst/>
          </a:prstGeom>
          <a:noFill/>
          <a:effectLst/>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26198144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01_Title Only">
    <p:spTree>
      <p:nvGrpSpPr>
        <p:cNvPr id="1" name=""/>
        <p:cNvGrpSpPr/>
        <p:nvPr/>
      </p:nvGrpSpPr>
      <p:grpSpPr>
        <a:xfrm>
          <a:off x="0" y="0"/>
          <a:ext cx="0" cy="0"/>
          <a:chOff x="0" y="0"/>
          <a:chExt cx="0" cy="0"/>
        </a:xfrm>
      </p:grpSpPr>
      <p:sp>
        <p:nvSpPr>
          <p:cNvPr id="6" name="Picture Placeholder 2"/>
          <p:cNvSpPr>
            <a:spLocks noGrp="1"/>
          </p:cNvSpPr>
          <p:nvPr>
            <p:ph type="pic" sz="quarter" idx="13"/>
          </p:nvPr>
        </p:nvSpPr>
        <p:spPr>
          <a:xfrm>
            <a:off x="3235165" y="764886"/>
            <a:ext cx="2057272" cy="20572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88231658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02_Title Only">
    <p:spTree>
      <p:nvGrpSpPr>
        <p:cNvPr id="1" name=""/>
        <p:cNvGrpSpPr/>
        <p:nvPr/>
      </p:nvGrpSpPr>
      <p:grpSpPr>
        <a:xfrm>
          <a:off x="0" y="0"/>
          <a:ext cx="0" cy="0"/>
          <a:chOff x="0" y="0"/>
          <a:chExt cx="0" cy="0"/>
        </a:xfrm>
      </p:grpSpPr>
      <p:sp>
        <p:nvSpPr>
          <p:cNvPr id="6" name="Picture Placeholder 2"/>
          <p:cNvSpPr>
            <a:spLocks noGrp="1"/>
          </p:cNvSpPr>
          <p:nvPr>
            <p:ph type="pic" sz="quarter" idx="13"/>
          </p:nvPr>
        </p:nvSpPr>
        <p:spPr>
          <a:xfrm>
            <a:off x="3235165" y="764886"/>
            <a:ext cx="2057272" cy="2057272"/>
          </a:xfrm>
          <a:prstGeom prst="ellipse">
            <a:avLst/>
          </a:prstGeom>
        </p:spPr>
        <p:txBody>
          <a:bodyPr>
            <a:normAutofit/>
          </a:bodyPr>
          <a:lstStyle>
            <a:lvl1pPr marL="0" indent="0">
              <a:buNone/>
              <a:defRPr sz="1100"/>
            </a:lvl1pPr>
          </a:lstStyle>
          <a:p>
            <a:endParaRPr lang="en-US" dirty="0"/>
          </a:p>
        </p:txBody>
      </p:sp>
      <p:sp>
        <p:nvSpPr>
          <p:cNvPr id="3" name="Picture Placeholder 2"/>
          <p:cNvSpPr>
            <a:spLocks noGrp="1"/>
          </p:cNvSpPr>
          <p:nvPr>
            <p:ph type="pic" sz="quarter" idx="14"/>
          </p:nvPr>
        </p:nvSpPr>
        <p:spPr>
          <a:xfrm>
            <a:off x="3235165" y="3965286"/>
            <a:ext cx="2057272" cy="20572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00181835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03_Title Only">
    <p:spTree>
      <p:nvGrpSpPr>
        <p:cNvPr id="1" name=""/>
        <p:cNvGrpSpPr/>
        <p:nvPr/>
      </p:nvGrpSpPr>
      <p:grpSpPr>
        <a:xfrm>
          <a:off x="0" y="0"/>
          <a:ext cx="0" cy="0"/>
          <a:chOff x="0" y="0"/>
          <a:chExt cx="0" cy="0"/>
        </a:xfrm>
      </p:grpSpPr>
      <p:sp>
        <p:nvSpPr>
          <p:cNvPr id="6" name="Picture Placeholder 2"/>
          <p:cNvSpPr>
            <a:spLocks noGrp="1"/>
          </p:cNvSpPr>
          <p:nvPr>
            <p:ph type="pic" sz="quarter" idx="13"/>
          </p:nvPr>
        </p:nvSpPr>
        <p:spPr>
          <a:xfrm>
            <a:off x="3235165" y="764886"/>
            <a:ext cx="2057272" cy="2057272"/>
          </a:xfrm>
          <a:prstGeom prst="ellipse">
            <a:avLst/>
          </a:prstGeom>
        </p:spPr>
        <p:txBody>
          <a:bodyPr>
            <a:normAutofit/>
          </a:bodyPr>
          <a:lstStyle>
            <a:lvl1pPr marL="0" indent="0">
              <a:buNone/>
              <a:defRPr sz="1100"/>
            </a:lvl1pPr>
          </a:lstStyle>
          <a:p>
            <a:endParaRPr lang="en-US" dirty="0"/>
          </a:p>
        </p:txBody>
      </p:sp>
      <p:sp>
        <p:nvSpPr>
          <p:cNvPr id="3" name="Picture Placeholder 2"/>
          <p:cNvSpPr>
            <a:spLocks noGrp="1"/>
          </p:cNvSpPr>
          <p:nvPr>
            <p:ph type="pic" sz="quarter" idx="14"/>
          </p:nvPr>
        </p:nvSpPr>
        <p:spPr>
          <a:xfrm>
            <a:off x="6265053" y="764886"/>
            <a:ext cx="2057272" cy="2057272"/>
          </a:xfrm>
          <a:prstGeom prst="ellipse">
            <a:avLst/>
          </a:prstGeom>
        </p:spPr>
        <p:txBody>
          <a:bodyPr>
            <a:normAutofit/>
          </a:bodyPr>
          <a:lstStyle>
            <a:lvl1pPr marL="0" indent="0">
              <a:buNone/>
              <a:defRPr sz="1100"/>
            </a:lvl1pPr>
          </a:lstStyle>
          <a:p>
            <a:endParaRPr lang="en-US" dirty="0"/>
          </a:p>
        </p:txBody>
      </p:sp>
      <p:sp>
        <p:nvSpPr>
          <p:cNvPr id="4" name="Picture Placeholder 2"/>
          <p:cNvSpPr>
            <a:spLocks noGrp="1"/>
          </p:cNvSpPr>
          <p:nvPr>
            <p:ph type="pic" sz="quarter" idx="15"/>
          </p:nvPr>
        </p:nvSpPr>
        <p:spPr>
          <a:xfrm>
            <a:off x="9294941" y="764886"/>
            <a:ext cx="2057272" cy="20572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14174579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4" grpId="0"/>
    </p:bld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04_Title Only">
    <p:spTree>
      <p:nvGrpSpPr>
        <p:cNvPr id="1" name=""/>
        <p:cNvGrpSpPr/>
        <p:nvPr/>
      </p:nvGrpSpPr>
      <p:grpSpPr>
        <a:xfrm>
          <a:off x="0" y="0"/>
          <a:ext cx="0" cy="0"/>
          <a:chOff x="0" y="0"/>
          <a:chExt cx="0" cy="0"/>
        </a:xfrm>
      </p:grpSpPr>
      <p:sp>
        <p:nvSpPr>
          <p:cNvPr id="6" name="Picture Placeholder 2"/>
          <p:cNvSpPr>
            <a:spLocks noGrp="1"/>
          </p:cNvSpPr>
          <p:nvPr>
            <p:ph type="pic" sz="quarter" idx="13"/>
          </p:nvPr>
        </p:nvSpPr>
        <p:spPr>
          <a:xfrm>
            <a:off x="1180897" y="732054"/>
            <a:ext cx="2057272" cy="20572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02702921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05_Title Only">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8091307" y="901873"/>
            <a:ext cx="3260906" cy="3730285"/>
          </a:xfrm>
          <a:prstGeom prst="roundRect">
            <a:avLst>
              <a:gd name="adj" fmla="val 8130"/>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8448468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06_Title Only">
    <p:spTree>
      <p:nvGrpSpPr>
        <p:cNvPr id="1" name=""/>
        <p:cNvGrpSpPr/>
        <p:nvPr/>
      </p:nvGrpSpPr>
      <p:grpSpPr>
        <a:xfrm>
          <a:off x="0" y="0"/>
          <a:ext cx="0" cy="0"/>
          <a:chOff x="0" y="0"/>
          <a:chExt cx="0" cy="0"/>
        </a:xfrm>
      </p:grpSpPr>
      <p:sp>
        <p:nvSpPr>
          <p:cNvPr id="4" name="Picture Placeholder 2"/>
          <p:cNvSpPr>
            <a:spLocks noGrp="1"/>
          </p:cNvSpPr>
          <p:nvPr>
            <p:ph type="pic" sz="quarter" idx="14"/>
          </p:nvPr>
        </p:nvSpPr>
        <p:spPr>
          <a:xfrm>
            <a:off x="1180897" y="4038925"/>
            <a:ext cx="2057272" cy="2057272"/>
          </a:xfrm>
          <a:prstGeom prst="ellipse">
            <a:avLst/>
          </a:prstGeom>
        </p:spPr>
        <p:txBody>
          <a:bodyPr>
            <a:normAutofit/>
          </a:bodyPr>
          <a:lstStyle>
            <a:lvl1pPr marL="0" indent="0">
              <a:buNone/>
              <a:defRPr sz="1100"/>
            </a:lvl1pPr>
          </a:lstStyle>
          <a:p>
            <a:endParaRPr lang="en-US" dirty="0"/>
          </a:p>
        </p:txBody>
      </p:sp>
      <p:sp>
        <p:nvSpPr>
          <p:cNvPr id="5" name="Picture Placeholder 2"/>
          <p:cNvSpPr>
            <a:spLocks noGrp="1"/>
          </p:cNvSpPr>
          <p:nvPr>
            <p:ph type="pic" sz="quarter" idx="15"/>
          </p:nvPr>
        </p:nvSpPr>
        <p:spPr>
          <a:xfrm>
            <a:off x="6592141" y="4038925"/>
            <a:ext cx="2057272" cy="20572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96968146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07_Title Only">
    <p:spTree>
      <p:nvGrpSpPr>
        <p:cNvPr id="1" name=""/>
        <p:cNvGrpSpPr/>
        <p:nvPr/>
      </p:nvGrpSpPr>
      <p:grpSpPr>
        <a:xfrm>
          <a:off x="0" y="0"/>
          <a:ext cx="0" cy="0"/>
          <a:chOff x="0" y="0"/>
          <a:chExt cx="0" cy="0"/>
        </a:xfrm>
      </p:grpSpPr>
      <p:sp>
        <p:nvSpPr>
          <p:cNvPr id="4" name="Picture Placeholder 2"/>
          <p:cNvSpPr>
            <a:spLocks noGrp="1"/>
          </p:cNvSpPr>
          <p:nvPr>
            <p:ph type="pic" sz="quarter" idx="14"/>
          </p:nvPr>
        </p:nvSpPr>
        <p:spPr>
          <a:xfrm>
            <a:off x="434272" y="901873"/>
            <a:ext cx="3260906" cy="4559475"/>
          </a:xfrm>
          <a:prstGeom prst="roundRect">
            <a:avLst>
              <a:gd name="adj" fmla="val 8130"/>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62437723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5_Title Only">
    <p:spTree>
      <p:nvGrpSpPr>
        <p:cNvPr id="1" name=""/>
        <p:cNvGrpSpPr/>
        <p:nvPr/>
      </p:nvGrpSpPr>
      <p:grpSpPr>
        <a:xfrm>
          <a:off x="0" y="0"/>
          <a:ext cx="0" cy="0"/>
          <a:chOff x="0" y="0"/>
          <a:chExt cx="0" cy="0"/>
        </a:xfrm>
      </p:grpSpPr>
      <p:sp>
        <p:nvSpPr>
          <p:cNvPr id="3" name="Slide Number Placeholder 2"/>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Picture Placeholder 2"/>
          <p:cNvSpPr>
            <a:spLocks noGrp="1"/>
          </p:cNvSpPr>
          <p:nvPr>
            <p:ph type="pic" sz="quarter" idx="14"/>
          </p:nvPr>
        </p:nvSpPr>
        <p:spPr>
          <a:xfrm>
            <a:off x="-1330036" y="-569718"/>
            <a:ext cx="6003556" cy="6003556"/>
          </a:xfrm>
          <a:prstGeom prst="ellipse">
            <a:avLst/>
          </a:prstGeom>
          <a:noFill/>
          <a:ln w="254000" cap="rnd">
            <a:noFill/>
            <a:prstDash val="solid"/>
          </a:ln>
          <a:effectLst/>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60400259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65_Title Only">
    <p:spTree>
      <p:nvGrpSpPr>
        <p:cNvPr id="1" name=""/>
        <p:cNvGrpSpPr/>
        <p:nvPr/>
      </p:nvGrpSpPr>
      <p:grpSpPr>
        <a:xfrm>
          <a:off x="0" y="0"/>
          <a:ext cx="0" cy="0"/>
          <a:chOff x="0" y="0"/>
          <a:chExt cx="0" cy="0"/>
        </a:xfrm>
      </p:grpSpPr>
      <p:sp>
        <p:nvSpPr>
          <p:cNvPr id="5" name="Picture Placeholder 2"/>
          <p:cNvSpPr>
            <a:spLocks noGrp="1"/>
          </p:cNvSpPr>
          <p:nvPr>
            <p:ph type="pic" sz="quarter" idx="12"/>
          </p:nvPr>
        </p:nvSpPr>
        <p:spPr>
          <a:xfrm>
            <a:off x="931371" y="1318133"/>
            <a:ext cx="3710746" cy="4221734"/>
          </a:xfrm>
          <a:prstGeom prst="roundRect">
            <a:avLst>
              <a:gd name="adj" fmla="val 14855"/>
            </a:avLst>
          </a:prstGeom>
        </p:spPr>
        <p:txBody>
          <a:bodyPr>
            <a:normAutofit/>
          </a:bodyPr>
          <a:lstStyle>
            <a:lvl1pPr marL="0" indent="0">
              <a:buNone/>
              <a:defRPr sz="1100"/>
            </a:lvl1pPr>
          </a:lstStyle>
          <a:p>
            <a:endParaRPr lang="en-US" dirty="0"/>
          </a:p>
        </p:txBody>
      </p:sp>
      <p:sp>
        <p:nvSpPr>
          <p:cNvPr id="3" name="Slide Number Placeholder 2"/>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6895156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26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93143" y="1659467"/>
            <a:ext cx="5125770" cy="1220211"/>
          </a:xfrm>
        </p:spPr>
        <p:txBody>
          <a:bodyPr anchor="b">
            <a:noAutofit/>
          </a:bodyPr>
          <a:lstStyle>
            <a:lvl1pPr>
              <a:defRPr sz="4400"/>
            </a:lvl1pPr>
          </a:lstStyle>
          <a:p>
            <a:r>
              <a:rPr lang="en-US"/>
              <a:t>Click to edit Master title style</a:t>
            </a:r>
          </a:p>
        </p:txBody>
      </p:sp>
      <p:sp>
        <p:nvSpPr>
          <p:cNvPr id="3" name="Slide Number Placeholder 2"/>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Picture Placeholder 2"/>
          <p:cNvSpPr>
            <a:spLocks noGrp="1"/>
          </p:cNvSpPr>
          <p:nvPr>
            <p:ph type="pic" sz="quarter" idx="14"/>
          </p:nvPr>
        </p:nvSpPr>
        <p:spPr>
          <a:xfrm>
            <a:off x="838199" y="3958018"/>
            <a:ext cx="2444263" cy="2278660"/>
          </a:xfrm>
          <a:prstGeom prst="roundRect">
            <a:avLst>
              <a:gd name="adj" fmla="val 10723"/>
            </a:avLst>
          </a:prstGeom>
          <a:noFill/>
          <a:effectLst/>
        </p:spPr>
        <p:txBody>
          <a:bodyPr>
            <a:normAutofit/>
          </a:bodyPr>
          <a:lstStyle>
            <a:lvl1pPr marL="0" indent="0">
              <a:buNone/>
              <a:defRPr sz="1100"/>
            </a:lvl1pPr>
          </a:lstStyle>
          <a:p>
            <a:endParaRPr lang="en-US" dirty="0"/>
          </a:p>
        </p:txBody>
      </p:sp>
      <p:sp>
        <p:nvSpPr>
          <p:cNvPr id="5" name="Picture Placeholder 2"/>
          <p:cNvSpPr>
            <a:spLocks noGrp="1"/>
          </p:cNvSpPr>
          <p:nvPr>
            <p:ph type="pic" sz="quarter" idx="15"/>
          </p:nvPr>
        </p:nvSpPr>
        <p:spPr>
          <a:xfrm>
            <a:off x="3481438" y="3482939"/>
            <a:ext cx="2385106" cy="2749357"/>
          </a:xfrm>
          <a:prstGeom prst="roundRect">
            <a:avLst>
              <a:gd name="adj" fmla="val 9006"/>
            </a:avLst>
          </a:prstGeom>
          <a:noFill/>
          <a:effectLst/>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6"/>
          </p:nvPr>
        </p:nvSpPr>
        <p:spPr>
          <a:xfrm>
            <a:off x="6065519" y="4270159"/>
            <a:ext cx="2731794" cy="1962137"/>
          </a:xfrm>
          <a:prstGeom prst="roundRect">
            <a:avLst>
              <a:gd name="adj" fmla="val 9006"/>
            </a:avLst>
          </a:prstGeom>
          <a:noFill/>
          <a:effectLst/>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7"/>
          </p:nvPr>
        </p:nvSpPr>
        <p:spPr>
          <a:xfrm>
            <a:off x="8996289" y="4037745"/>
            <a:ext cx="2357512" cy="2194552"/>
          </a:xfrm>
          <a:prstGeom prst="roundRect">
            <a:avLst>
              <a:gd name="adj" fmla="val 9006"/>
            </a:avLst>
          </a:prstGeom>
          <a:noFill/>
          <a:effectLst/>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26880903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4" fill="hold" grpId="0" nodeType="withEffect" nodePh="1">
                                  <p:stCondLst>
                                    <p:cond delay="0"/>
                                  </p:stCondLst>
                                  <p:endCondLst>
                                    <p:cond evt="begin" delay="0">
                                      <p:tn val="9"/>
                                    </p:cond>
                                  </p:end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nodePh="1">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2"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60_Title Only">
    <p:spTree>
      <p:nvGrpSpPr>
        <p:cNvPr id="1" name=""/>
        <p:cNvGrpSpPr/>
        <p:nvPr/>
      </p:nvGrpSpPr>
      <p:grpSpPr>
        <a:xfrm>
          <a:off x="0" y="0"/>
          <a:ext cx="0" cy="0"/>
          <a:chOff x="0" y="0"/>
          <a:chExt cx="0" cy="0"/>
        </a:xfrm>
      </p:grpSpPr>
      <p:sp>
        <p:nvSpPr>
          <p:cNvPr id="5" name="Picture Placeholder 2"/>
          <p:cNvSpPr>
            <a:spLocks noGrp="1"/>
          </p:cNvSpPr>
          <p:nvPr>
            <p:ph type="pic" sz="quarter" idx="12"/>
          </p:nvPr>
        </p:nvSpPr>
        <p:spPr>
          <a:xfrm>
            <a:off x="931371" y="1519518"/>
            <a:ext cx="3710746" cy="3710746"/>
          </a:xfrm>
          <a:prstGeom prst="ellipse">
            <a:avLst/>
          </a:prstGeom>
        </p:spPr>
        <p:txBody>
          <a:bodyPr>
            <a:normAutofit/>
          </a:bodyPr>
          <a:lstStyle>
            <a:lvl1pPr marL="0" indent="0">
              <a:buNone/>
              <a:defRPr sz="1100"/>
            </a:lvl1pPr>
          </a:lstStyle>
          <a:p>
            <a:endParaRPr lang="en-US" dirty="0"/>
          </a:p>
        </p:txBody>
      </p:sp>
      <p:sp>
        <p:nvSpPr>
          <p:cNvPr id="3" name="Slide Number Placeholder 2"/>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5646611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3_Title Only">
    <p:spTree>
      <p:nvGrpSpPr>
        <p:cNvPr id="1" name=""/>
        <p:cNvGrpSpPr/>
        <p:nvPr/>
      </p:nvGrpSpPr>
      <p:grpSpPr>
        <a:xfrm>
          <a:off x="0" y="0"/>
          <a:ext cx="0" cy="0"/>
          <a:chOff x="0" y="0"/>
          <a:chExt cx="0" cy="0"/>
        </a:xfrm>
      </p:grpSpPr>
      <p:sp>
        <p:nvSpPr>
          <p:cNvPr id="2" name="Picture Placeholder 2"/>
          <p:cNvSpPr>
            <a:spLocks noGrp="1"/>
          </p:cNvSpPr>
          <p:nvPr>
            <p:ph type="pic" sz="quarter" idx="12"/>
          </p:nvPr>
        </p:nvSpPr>
        <p:spPr>
          <a:xfrm>
            <a:off x="6232264" y="0"/>
            <a:ext cx="4594254" cy="4594254"/>
          </a:xfrm>
          <a:prstGeom prst="ellipse">
            <a:avLst/>
          </a:prstGeom>
          <a:noFill/>
          <a:effectLst/>
        </p:spPr>
        <p:txBody>
          <a:bodyPr>
            <a:normAutofit/>
          </a:bodyPr>
          <a:lstStyle>
            <a:lvl1pPr marL="0" indent="0">
              <a:buNone/>
              <a:defRPr sz="1100"/>
            </a:lvl1pPr>
          </a:lstStyle>
          <a:p>
            <a:endParaRPr lang="en-US" dirty="0"/>
          </a:p>
        </p:txBody>
      </p:sp>
      <p:sp>
        <p:nvSpPr>
          <p:cNvPr id="3" name="Slide Number Placeholder 2"/>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Picture Placeholder 2"/>
          <p:cNvSpPr>
            <a:spLocks noGrp="1"/>
          </p:cNvSpPr>
          <p:nvPr>
            <p:ph type="pic" sz="quarter" idx="14"/>
          </p:nvPr>
        </p:nvSpPr>
        <p:spPr>
          <a:xfrm>
            <a:off x="1268785" y="4172147"/>
            <a:ext cx="1921320" cy="1921320"/>
          </a:xfrm>
          <a:prstGeom prst="ellipse">
            <a:avLst/>
          </a:prstGeom>
          <a:noFill/>
          <a:effectLst/>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395145220"/>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9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9" name="Picture Placeholder 2"/>
          <p:cNvSpPr>
            <a:spLocks noGrp="1"/>
          </p:cNvSpPr>
          <p:nvPr>
            <p:ph type="pic" sz="quarter" idx="13"/>
          </p:nvPr>
        </p:nvSpPr>
        <p:spPr>
          <a:xfrm>
            <a:off x="3381905" y="1291994"/>
            <a:ext cx="1203355" cy="1203355"/>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4"/>
          </p:nvPr>
        </p:nvSpPr>
        <p:spPr>
          <a:xfrm>
            <a:off x="1104746" y="-712079"/>
            <a:ext cx="3101210" cy="6730051"/>
          </a:xfrm>
          <a:prstGeom prst="roundRect">
            <a:avLst>
              <a:gd name="adj" fmla="val 10770"/>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801176461"/>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10" presetClass="entr" presetSubtype="0" fill="hold" grpId="0" nodeType="withEffect" nodePh="1">
                                  <p:stCondLst>
                                    <p:cond delay="0"/>
                                  </p:stCondLst>
                                  <p:endCondLst>
                                    <p:cond evt="begin" delay="0">
                                      <p:tn val="10"/>
                                    </p:cond>
                                  </p:end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21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9" name="Picture Placeholder 2"/>
          <p:cNvSpPr>
            <a:spLocks noGrp="1"/>
          </p:cNvSpPr>
          <p:nvPr>
            <p:ph type="pic" sz="quarter" idx="13"/>
          </p:nvPr>
        </p:nvSpPr>
        <p:spPr>
          <a:xfrm>
            <a:off x="5870416" y="2537443"/>
            <a:ext cx="1203355" cy="1203355"/>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4"/>
          </p:nvPr>
        </p:nvSpPr>
        <p:spPr>
          <a:xfrm>
            <a:off x="1306888" y="2373943"/>
            <a:ext cx="4629858" cy="2616768"/>
          </a:xfrm>
          <a:prstGeom prst="roundRect">
            <a:avLst>
              <a:gd name="adj" fmla="val 0"/>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655204523"/>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45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1"/>
          </p:nvPr>
        </p:nvSpPr>
        <p:spPr>
          <a:xfrm>
            <a:off x="827088" y="484018"/>
            <a:ext cx="10537825" cy="333148"/>
          </a:xfrm>
        </p:spPr>
        <p:txBody>
          <a:bodyPr anchor="b">
            <a:normAutofit/>
          </a:bodyPr>
          <a:lstStyle>
            <a:lvl1pPr marL="0" indent="0">
              <a:buNone/>
              <a:defRPr sz="1000" i="1">
                <a:solidFill>
                  <a:schemeClr val="accent1"/>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6" name="Picture Placeholder 2"/>
          <p:cNvSpPr>
            <a:spLocks noGrp="1"/>
          </p:cNvSpPr>
          <p:nvPr>
            <p:ph type="pic" sz="quarter" idx="14"/>
          </p:nvPr>
        </p:nvSpPr>
        <p:spPr>
          <a:xfrm>
            <a:off x="6283569" y="2497016"/>
            <a:ext cx="4846648" cy="4078964"/>
          </a:xfrm>
          <a:prstGeom prst="mathMultiply">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154428678"/>
      </p:ext>
    </p:extLst>
  </p:cSld>
  <p:clrMapOvr>
    <a:masterClrMapping/>
  </p:clrMapOvr>
  <p:transition spd="slow">
    <p:comb/>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14:presetBounceEnd="40000">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14:bounceEnd="40000">
                                          <p:cBhvr additive="base">
                                            <p:cTn id="7" dur="500" fill="hold"/>
                                            <p:tgtEl>
                                              <p:spTgt spid="6"/>
                                            </p:tgtEl>
                                            <p:attrNameLst>
                                              <p:attrName>ppt_x</p:attrName>
                                            </p:attrNameLst>
                                          </p:cBhvr>
                                          <p:tavLst>
                                            <p:tav tm="0">
                                              <p:val>
                                                <p:strVal val="1+#ppt_w/2"/>
                                              </p:val>
                                            </p:tav>
                                            <p:tav tm="100000">
                                              <p:val>
                                                <p:strVal val="#ppt_x"/>
                                              </p:val>
                                            </p:tav>
                                          </p:tavLst>
                                        </p:anim>
                                        <p:anim calcmode="lin" valueType="num" p14:bounceEnd="40000">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25_Title Only">
    <p:spTree>
      <p:nvGrpSpPr>
        <p:cNvPr id="1" name=""/>
        <p:cNvGrpSpPr/>
        <p:nvPr/>
      </p:nvGrpSpPr>
      <p:grpSpPr>
        <a:xfrm>
          <a:off x="0" y="0"/>
          <a:ext cx="0" cy="0"/>
          <a:chOff x="0" y="0"/>
          <a:chExt cx="0" cy="0"/>
        </a:xfrm>
      </p:grpSpPr>
      <p:sp>
        <p:nvSpPr>
          <p:cNvPr id="2" name="Picture Placeholder 2"/>
          <p:cNvSpPr>
            <a:spLocks noGrp="1"/>
          </p:cNvSpPr>
          <p:nvPr>
            <p:ph type="pic" sz="quarter" idx="12"/>
          </p:nvPr>
        </p:nvSpPr>
        <p:spPr>
          <a:xfrm>
            <a:off x="852617" y="1363019"/>
            <a:ext cx="4192030" cy="5890397"/>
          </a:xfrm>
          <a:prstGeom prst="roundRect">
            <a:avLst>
              <a:gd name="adj" fmla="val 10723"/>
            </a:avLst>
          </a:prstGeom>
          <a:noFill/>
          <a:effectLst/>
        </p:spPr>
        <p:txBody>
          <a:bodyPr>
            <a:normAutofit/>
          </a:bodyPr>
          <a:lstStyle>
            <a:lvl1pPr marL="0" indent="0">
              <a:buNone/>
              <a:defRPr sz="1100"/>
            </a:lvl1pPr>
          </a:lstStyle>
          <a:p>
            <a:endParaRPr lang="en-US" dirty="0"/>
          </a:p>
        </p:txBody>
      </p:sp>
      <p:sp>
        <p:nvSpPr>
          <p:cNvPr id="3" name="Slide Number Placeholder 2"/>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5592811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47_Title Only">
    <p:spTree>
      <p:nvGrpSpPr>
        <p:cNvPr id="1" name=""/>
        <p:cNvGrpSpPr/>
        <p:nvPr/>
      </p:nvGrpSpPr>
      <p:grpSpPr>
        <a:xfrm>
          <a:off x="0" y="0"/>
          <a:ext cx="0" cy="0"/>
          <a:chOff x="0" y="0"/>
          <a:chExt cx="0" cy="0"/>
        </a:xfrm>
      </p:grpSpPr>
      <p:sp>
        <p:nvSpPr>
          <p:cNvPr id="8" name="Picture Placeholder 2"/>
          <p:cNvSpPr>
            <a:spLocks noGrp="1"/>
          </p:cNvSpPr>
          <p:nvPr>
            <p:ph type="pic" sz="quarter" idx="14"/>
          </p:nvPr>
        </p:nvSpPr>
        <p:spPr>
          <a:xfrm>
            <a:off x="4961359" y="2923267"/>
            <a:ext cx="2242630" cy="2242630"/>
          </a:xfrm>
          <a:prstGeom prst="ellipse">
            <a:avLst/>
          </a:prstGeom>
          <a:noFill/>
          <a:effectLst/>
        </p:spPr>
        <p:txBody>
          <a:bodyPr>
            <a:normAutofit/>
          </a:bodyPr>
          <a:lstStyle>
            <a:lvl1pPr marL="0" indent="0">
              <a:buNone/>
              <a:defRPr sz="1100"/>
            </a:lvl1pPr>
          </a:lstStyle>
          <a:p>
            <a:endParaRPr lang="en-US" dirty="0"/>
          </a:p>
        </p:txBody>
      </p:sp>
      <p:sp>
        <p:nvSpPr>
          <p:cNvPr id="2" name="Title 1"/>
          <p:cNvSpPr>
            <a:spLocks noGrp="1"/>
          </p:cNvSpPr>
          <p:nvPr>
            <p:ph type="title"/>
          </p:nvPr>
        </p:nvSpPr>
        <p:spPr/>
        <p:txBody>
          <a:bodyPr anchor="t"/>
          <a:lstStyle/>
          <a:p>
            <a:r>
              <a:rPr lang="en-US"/>
              <a:t>Click to edit Master title style</a:t>
            </a:r>
          </a:p>
        </p:txBody>
      </p:sp>
      <p:sp>
        <p:nvSpPr>
          <p:cNvPr id="4" name="Text Placeholder 3"/>
          <p:cNvSpPr>
            <a:spLocks noGrp="1"/>
          </p:cNvSpPr>
          <p:nvPr>
            <p:ph type="body" sz="quarter" idx="11"/>
          </p:nvPr>
        </p:nvSpPr>
        <p:spPr>
          <a:xfrm>
            <a:off x="827088" y="480732"/>
            <a:ext cx="10537825" cy="333148"/>
          </a:xfrm>
        </p:spPr>
        <p:txBody>
          <a:bodyPr anchor="ctr">
            <a:normAutofit/>
          </a:bodyPr>
          <a:lstStyle>
            <a:lvl1pPr marL="0" indent="0">
              <a:buNone/>
              <a:defRPr sz="1000" i="1">
                <a:solidFill>
                  <a:schemeClr val="accent1"/>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23717410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35_Title Only">
    <p:spTree>
      <p:nvGrpSpPr>
        <p:cNvPr id="1" name=""/>
        <p:cNvGrpSpPr/>
        <p:nvPr/>
      </p:nvGrpSpPr>
      <p:grpSpPr>
        <a:xfrm>
          <a:off x="0" y="0"/>
          <a:ext cx="0" cy="0"/>
          <a:chOff x="0" y="0"/>
          <a:chExt cx="0" cy="0"/>
        </a:xfrm>
      </p:grpSpPr>
      <p:sp>
        <p:nvSpPr>
          <p:cNvPr id="42" name="Picture Placeholder 2"/>
          <p:cNvSpPr>
            <a:spLocks noGrp="1"/>
          </p:cNvSpPr>
          <p:nvPr>
            <p:ph type="pic" sz="quarter" idx="15"/>
          </p:nvPr>
        </p:nvSpPr>
        <p:spPr>
          <a:xfrm>
            <a:off x="1686260" y="3065943"/>
            <a:ext cx="1411280" cy="2870492"/>
          </a:xfrm>
          <a:prstGeom prst="roundRect">
            <a:avLst>
              <a:gd name="adj" fmla="val 3955"/>
            </a:avLst>
          </a:prstGeom>
          <a:noFill/>
          <a:ln>
            <a:noFill/>
          </a:ln>
        </p:spPr>
        <p:txBody>
          <a:bodyPr>
            <a:normAutofit/>
          </a:bodyPr>
          <a:lstStyle>
            <a:lvl1pPr marL="0" indent="0">
              <a:buNone/>
              <a:defRPr sz="1100"/>
            </a:lvl1pPr>
          </a:lstStyle>
          <a:p>
            <a:endParaRPr lang="en-US" dirty="0"/>
          </a:p>
        </p:txBody>
      </p:sp>
      <p:sp>
        <p:nvSpPr>
          <p:cNvPr id="43" name="Picture Placeholder 2"/>
          <p:cNvSpPr>
            <a:spLocks noGrp="1"/>
          </p:cNvSpPr>
          <p:nvPr>
            <p:ph type="pic" sz="quarter" idx="16"/>
          </p:nvPr>
        </p:nvSpPr>
        <p:spPr>
          <a:xfrm>
            <a:off x="4044413" y="3065943"/>
            <a:ext cx="1411280" cy="2870492"/>
          </a:xfrm>
          <a:prstGeom prst="roundRect">
            <a:avLst>
              <a:gd name="adj" fmla="val 3955"/>
            </a:avLst>
          </a:prstGeom>
          <a:noFill/>
          <a:ln>
            <a:noFill/>
          </a:ln>
        </p:spPr>
        <p:txBody>
          <a:bodyPr>
            <a:normAutofit/>
          </a:bodyPr>
          <a:lstStyle>
            <a:lvl1pPr marL="0" indent="0">
              <a:buNone/>
              <a:defRPr sz="1100"/>
            </a:lvl1pPr>
          </a:lstStyle>
          <a:p>
            <a:endParaRPr lang="en-US" dirty="0"/>
          </a:p>
        </p:txBody>
      </p:sp>
      <p:sp>
        <p:nvSpPr>
          <p:cNvPr id="44" name="Picture Placeholder 2"/>
          <p:cNvSpPr>
            <a:spLocks noGrp="1"/>
          </p:cNvSpPr>
          <p:nvPr>
            <p:ph type="pic" sz="quarter" idx="17"/>
          </p:nvPr>
        </p:nvSpPr>
        <p:spPr>
          <a:xfrm>
            <a:off x="6448994" y="2459201"/>
            <a:ext cx="1716589" cy="3448788"/>
          </a:xfrm>
          <a:prstGeom prst="roundRect">
            <a:avLst>
              <a:gd name="adj" fmla="val 4841"/>
            </a:avLst>
          </a:prstGeom>
          <a:noFill/>
          <a:ln>
            <a:noFill/>
          </a:ln>
        </p:spPr>
        <p:txBody>
          <a:bodyPr>
            <a:normAutofit/>
          </a:bodyPr>
          <a:lstStyle>
            <a:lvl1pPr marL="0" indent="0">
              <a:buNone/>
              <a:defRPr sz="1100"/>
            </a:lvl1pPr>
          </a:lstStyle>
          <a:p>
            <a:endParaRPr lang="en-US" dirty="0"/>
          </a:p>
        </p:txBody>
      </p:sp>
      <p:sp>
        <p:nvSpPr>
          <p:cNvPr id="45" name="Picture Placeholder 2"/>
          <p:cNvSpPr>
            <a:spLocks noGrp="1"/>
          </p:cNvSpPr>
          <p:nvPr>
            <p:ph type="pic" sz="quarter" idx="18"/>
          </p:nvPr>
        </p:nvSpPr>
        <p:spPr>
          <a:xfrm>
            <a:off x="9127190" y="3065943"/>
            <a:ext cx="1411280" cy="2870492"/>
          </a:xfrm>
          <a:prstGeom prst="roundRect">
            <a:avLst>
              <a:gd name="adj" fmla="val 3955"/>
            </a:avLst>
          </a:prstGeom>
          <a:noFill/>
          <a:ln>
            <a:noFill/>
          </a:ln>
        </p:spPr>
        <p:txBody>
          <a:bodyPr>
            <a:normAutofit/>
          </a:bodyPr>
          <a:lstStyle>
            <a:lvl1pPr marL="0" indent="0">
              <a:buNone/>
              <a:defRPr sz="1100"/>
            </a:lvl1pPr>
          </a:lstStyle>
          <a:p>
            <a:endParaRPr lang="en-US" dirty="0"/>
          </a:p>
        </p:txBody>
      </p:sp>
      <p:sp>
        <p:nvSpPr>
          <p:cNvPr id="2" name="Slide Number Placeholder 1"/>
          <p:cNvSpPr>
            <a:spLocks noGrp="1"/>
          </p:cNvSpPr>
          <p:nvPr>
            <p:ph type="sldNum" sz="quarter" idx="1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1492335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43"/>
                                        </p:tgtEl>
                                        <p:attrNameLst>
                                          <p:attrName>style.visibility</p:attrName>
                                        </p:attrNameLst>
                                      </p:cBhvr>
                                      <p:to>
                                        <p:strVal val="visible"/>
                                      </p:to>
                                    </p:set>
                                    <p:anim calcmode="lin" valueType="num">
                                      <p:cBhvr>
                                        <p:cTn id="12" dur="500" fill="hold"/>
                                        <p:tgtEl>
                                          <p:spTgt spid="43"/>
                                        </p:tgtEl>
                                        <p:attrNameLst>
                                          <p:attrName>ppt_w</p:attrName>
                                        </p:attrNameLst>
                                      </p:cBhvr>
                                      <p:tavLst>
                                        <p:tav tm="0">
                                          <p:val>
                                            <p:fltVal val="0"/>
                                          </p:val>
                                        </p:tav>
                                        <p:tav tm="100000">
                                          <p:val>
                                            <p:strVal val="#ppt_w"/>
                                          </p:val>
                                        </p:tav>
                                      </p:tavLst>
                                    </p:anim>
                                    <p:anim calcmode="lin" valueType="num">
                                      <p:cBhvr>
                                        <p:cTn id="13" dur="500" fill="hold"/>
                                        <p:tgtEl>
                                          <p:spTgt spid="43"/>
                                        </p:tgtEl>
                                        <p:attrNameLst>
                                          <p:attrName>ppt_h</p:attrName>
                                        </p:attrNameLst>
                                      </p:cBhvr>
                                      <p:tavLst>
                                        <p:tav tm="0">
                                          <p:val>
                                            <p:fltVal val="0"/>
                                          </p:val>
                                        </p:tav>
                                        <p:tav tm="100000">
                                          <p:val>
                                            <p:strVal val="#ppt_h"/>
                                          </p:val>
                                        </p:tav>
                                      </p:tavLst>
                                    </p:anim>
                                    <p:animEffect transition="in" filter="fade">
                                      <p:cBhvr>
                                        <p:cTn id="14" dur="500"/>
                                        <p:tgtEl>
                                          <p:spTgt spid="43"/>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44"/>
                                        </p:tgtEl>
                                        <p:attrNameLst>
                                          <p:attrName>style.visibility</p:attrName>
                                        </p:attrNameLst>
                                      </p:cBhvr>
                                      <p:to>
                                        <p:strVal val="visible"/>
                                      </p:to>
                                    </p:set>
                                    <p:anim calcmode="lin" valueType="num">
                                      <p:cBhvr>
                                        <p:cTn id="17" dur="500" fill="hold"/>
                                        <p:tgtEl>
                                          <p:spTgt spid="44"/>
                                        </p:tgtEl>
                                        <p:attrNameLst>
                                          <p:attrName>ppt_w</p:attrName>
                                        </p:attrNameLst>
                                      </p:cBhvr>
                                      <p:tavLst>
                                        <p:tav tm="0">
                                          <p:val>
                                            <p:fltVal val="0"/>
                                          </p:val>
                                        </p:tav>
                                        <p:tav tm="100000">
                                          <p:val>
                                            <p:strVal val="#ppt_w"/>
                                          </p:val>
                                        </p:tav>
                                      </p:tavLst>
                                    </p:anim>
                                    <p:anim calcmode="lin" valueType="num">
                                      <p:cBhvr>
                                        <p:cTn id="18" dur="500" fill="hold"/>
                                        <p:tgtEl>
                                          <p:spTgt spid="44"/>
                                        </p:tgtEl>
                                        <p:attrNameLst>
                                          <p:attrName>ppt_h</p:attrName>
                                        </p:attrNameLst>
                                      </p:cBhvr>
                                      <p:tavLst>
                                        <p:tav tm="0">
                                          <p:val>
                                            <p:fltVal val="0"/>
                                          </p:val>
                                        </p:tav>
                                        <p:tav tm="100000">
                                          <p:val>
                                            <p:strVal val="#ppt_h"/>
                                          </p:val>
                                        </p:tav>
                                      </p:tavLst>
                                    </p:anim>
                                    <p:animEffect transition="in" filter="fade">
                                      <p:cBhvr>
                                        <p:cTn id="19" dur="500"/>
                                        <p:tgtEl>
                                          <p:spTgt spid="44"/>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45"/>
                                        </p:tgtEl>
                                        <p:attrNameLst>
                                          <p:attrName>style.visibility</p:attrName>
                                        </p:attrNameLst>
                                      </p:cBhvr>
                                      <p:to>
                                        <p:strVal val="visible"/>
                                      </p:to>
                                    </p:set>
                                    <p:anim calcmode="lin" valueType="num">
                                      <p:cBhvr>
                                        <p:cTn id="22" dur="500" fill="hold"/>
                                        <p:tgtEl>
                                          <p:spTgt spid="45"/>
                                        </p:tgtEl>
                                        <p:attrNameLst>
                                          <p:attrName>ppt_w</p:attrName>
                                        </p:attrNameLst>
                                      </p:cBhvr>
                                      <p:tavLst>
                                        <p:tav tm="0">
                                          <p:val>
                                            <p:fltVal val="0"/>
                                          </p:val>
                                        </p:tav>
                                        <p:tav tm="100000">
                                          <p:val>
                                            <p:strVal val="#ppt_w"/>
                                          </p:val>
                                        </p:tav>
                                      </p:tavLst>
                                    </p:anim>
                                    <p:anim calcmode="lin" valueType="num">
                                      <p:cBhvr>
                                        <p:cTn id="23" dur="500" fill="hold"/>
                                        <p:tgtEl>
                                          <p:spTgt spid="45"/>
                                        </p:tgtEl>
                                        <p:attrNameLst>
                                          <p:attrName>ppt_h</p:attrName>
                                        </p:attrNameLst>
                                      </p:cBhvr>
                                      <p:tavLst>
                                        <p:tav tm="0">
                                          <p:val>
                                            <p:fltVal val="0"/>
                                          </p:val>
                                        </p:tav>
                                        <p:tav tm="100000">
                                          <p:val>
                                            <p:strVal val="#ppt_h"/>
                                          </p:val>
                                        </p:tav>
                                      </p:tavLst>
                                    </p:anim>
                                    <p:animEffect transition="in" filter="fade">
                                      <p:cBhvr>
                                        <p:cTn id="2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5" grpId="0"/>
    </p:bld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48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p>
        </p:txBody>
      </p:sp>
      <p:sp>
        <p:nvSpPr>
          <p:cNvPr id="4" name="Text Placeholder 3"/>
          <p:cNvSpPr>
            <a:spLocks noGrp="1"/>
          </p:cNvSpPr>
          <p:nvPr>
            <p:ph type="body" sz="quarter" idx="11"/>
          </p:nvPr>
        </p:nvSpPr>
        <p:spPr>
          <a:xfrm>
            <a:off x="827088" y="480732"/>
            <a:ext cx="10537825" cy="333148"/>
          </a:xfrm>
        </p:spPr>
        <p:txBody>
          <a:bodyPr anchor="ctr">
            <a:normAutofit/>
          </a:bodyPr>
          <a:lstStyle>
            <a:lvl1pPr marL="0" indent="0">
              <a:buNone/>
              <a:defRPr sz="1000" i="1">
                <a:solidFill>
                  <a:schemeClr val="accent1"/>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3"/>
          </p:nvPr>
        </p:nvSpPr>
        <p:spPr>
          <a:xfrm>
            <a:off x="8475150" y="1224988"/>
            <a:ext cx="2779014" cy="6030840"/>
          </a:xfrm>
          <a:prstGeom prst="roundRect">
            <a:avLst>
              <a:gd name="adj" fmla="val 9499"/>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6222250" y="-517327"/>
            <a:ext cx="1783109" cy="3869590"/>
          </a:xfrm>
          <a:prstGeom prst="roundRect">
            <a:avLst>
              <a:gd name="adj" fmla="val 9499"/>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307793970"/>
      </p:ext>
    </p:extLst>
  </p:cSld>
  <p:clrMapOvr>
    <a:masterClrMapping/>
  </p:clrMapOvr>
  <p:transition spd="slow">
    <p:comb/>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14:bounceEnd="40000">
                                          <p:cBhvr additive="base">
                                            <p:cTn id="11" dur="500" fill="hold"/>
                                            <p:tgtEl>
                                              <p:spTgt spid="6"/>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1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17" name="Picture Placeholder 2"/>
          <p:cNvSpPr>
            <a:spLocks noGrp="1"/>
          </p:cNvSpPr>
          <p:nvPr>
            <p:ph type="pic" sz="quarter" idx="14"/>
          </p:nvPr>
        </p:nvSpPr>
        <p:spPr>
          <a:xfrm>
            <a:off x="4044928" y="1389818"/>
            <a:ext cx="1680048" cy="3654072"/>
          </a:xfrm>
          <a:prstGeom prst="roundRect">
            <a:avLst>
              <a:gd name="adj" fmla="val 10770"/>
            </a:avLst>
          </a:prstGeom>
          <a:noFill/>
        </p:spPr>
        <p:txBody>
          <a:bodyPr>
            <a:normAutofit/>
          </a:bodyPr>
          <a:lstStyle>
            <a:lvl1pPr marL="0" indent="0">
              <a:buNone/>
              <a:defRPr sz="1100"/>
            </a:lvl1pPr>
          </a:lstStyle>
          <a:p>
            <a:endParaRPr lang="en-US" dirty="0"/>
          </a:p>
        </p:txBody>
      </p:sp>
      <p:sp>
        <p:nvSpPr>
          <p:cNvPr id="18" name="Picture Placeholder 2"/>
          <p:cNvSpPr>
            <a:spLocks noGrp="1"/>
          </p:cNvSpPr>
          <p:nvPr>
            <p:ph type="pic" sz="quarter" idx="15"/>
          </p:nvPr>
        </p:nvSpPr>
        <p:spPr>
          <a:xfrm>
            <a:off x="6384990" y="1537841"/>
            <a:ext cx="1680048" cy="3422560"/>
          </a:xfrm>
          <a:prstGeom prst="roundRect">
            <a:avLst>
              <a:gd name="adj" fmla="val 4946"/>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80604842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27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3" name="Title 1"/>
          <p:cNvSpPr>
            <a:spLocks noGrp="1"/>
          </p:cNvSpPr>
          <p:nvPr>
            <p:ph type="title"/>
          </p:nvPr>
        </p:nvSpPr>
        <p:spPr>
          <a:xfrm>
            <a:off x="1193143" y="1659467"/>
            <a:ext cx="4394858" cy="1005775"/>
          </a:xfrm>
        </p:spPr>
        <p:txBody>
          <a:bodyPr>
            <a:noAutofit/>
          </a:bodyPr>
          <a:lstStyle>
            <a:lvl1pPr>
              <a:defRPr sz="4400"/>
            </a:lvl1pPr>
          </a:lstStyle>
          <a:p>
            <a:r>
              <a:rPr lang="en-US"/>
              <a:t>Click to edit Master title style</a:t>
            </a:r>
          </a:p>
        </p:txBody>
      </p:sp>
    </p:spTree>
    <p:extLst>
      <p:ext uri="{BB962C8B-B14F-4D97-AF65-F5344CB8AC3E}">
        <p14:creationId xmlns:p14="http://schemas.microsoft.com/office/powerpoint/2010/main" val="3155951872"/>
      </p:ext>
    </p:extLst>
  </p:cSld>
  <p:clrMapOvr>
    <a:masterClrMapping/>
  </p:clrMapOvr>
  <p:transition spd="slow">
    <p:comb/>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94229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grpSp>
        <p:nvGrpSpPr>
          <p:cNvPr id="2" name="Group 1"/>
          <p:cNvGrpSpPr/>
          <p:nvPr userDrawn="1"/>
        </p:nvGrpSpPr>
        <p:grpSpPr>
          <a:xfrm>
            <a:off x="155707" y="91494"/>
            <a:ext cx="11833095" cy="6698044"/>
            <a:chOff x="155707" y="91494"/>
            <a:chExt cx="11833095" cy="6698044"/>
          </a:xfrm>
          <a:solidFill>
            <a:schemeClr val="tx1">
              <a:alpha val="20000"/>
            </a:schemeClr>
          </a:solidFill>
        </p:grpSpPr>
        <p:grpSp>
          <p:nvGrpSpPr>
            <p:cNvPr id="3" name="Group 2"/>
            <p:cNvGrpSpPr/>
            <p:nvPr/>
          </p:nvGrpSpPr>
          <p:grpSpPr>
            <a:xfrm>
              <a:off x="1264778" y="1582176"/>
              <a:ext cx="218527" cy="218527"/>
              <a:chOff x="1264778" y="1582176"/>
              <a:chExt cx="218527" cy="218527"/>
            </a:xfrm>
            <a:grpFill/>
          </p:grpSpPr>
          <p:sp>
            <p:nvSpPr>
              <p:cNvPr id="464" name="Freeform 5"/>
              <p:cNvSpPr>
                <a:spLocks noEditPoints="1"/>
              </p:cNvSpPr>
              <p:nvPr/>
            </p:nvSpPr>
            <p:spPr bwMode="auto">
              <a:xfrm>
                <a:off x="1307417" y="1634143"/>
                <a:ext cx="53299" cy="53299"/>
              </a:xfrm>
              <a:custGeom>
                <a:avLst/>
                <a:gdLst>
                  <a:gd name="T0" fmla="*/ 24 w 24"/>
                  <a:gd name="T1" fmla="*/ 12 h 24"/>
                  <a:gd name="T2" fmla="*/ 12 w 24"/>
                  <a:gd name="T3" fmla="*/ 0 h 24"/>
                  <a:gd name="T4" fmla="*/ 0 w 24"/>
                  <a:gd name="T5" fmla="*/ 12 h 24"/>
                  <a:gd name="T6" fmla="*/ 12 w 24"/>
                  <a:gd name="T7" fmla="*/ 24 h 24"/>
                  <a:gd name="T8" fmla="*/ 24 w 24"/>
                  <a:gd name="T9" fmla="*/ 12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24" y="12"/>
                    </a:moveTo>
                    <a:cubicBezTo>
                      <a:pt x="24" y="5"/>
                      <a:pt x="19" y="0"/>
                      <a:pt x="12" y="0"/>
                    </a:cubicBezTo>
                    <a:cubicBezTo>
                      <a:pt x="5" y="0"/>
                      <a:pt x="0" y="5"/>
                      <a:pt x="0" y="12"/>
                    </a:cubicBezTo>
                    <a:cubicBezTo>
                      <a:pt x="0" y="19"/>
                      <a:pt x="5" y="24"/>
                      <a:pt x="12" y="24"/>
                    </a:cubicBezTo>
                    <a:cubicBezTo>
                      <a:pt x="19" y="24"/>
                      <a:pt x="24" y="19"/>
                      <a:pt x="24" y="12"/>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5" name="Rectangle 6"/>
              <p:cNvSpPr>
                <a:spLocks noChangeArrowheads="1"/>
              </p:cNvSpPr>
              <p:nvPr/>
            </p:nvSpPr>
            <p:spPr bwMode="auto">
              <a:xfrm>
                <a:off x="1351390" y="1731414"/>
                <a:ext cx="43972"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6" name="Oval 7"/>
              <p:cNvSpPr>
                <a:spLocks noChangeArrowheads="1"/>
              </p:cNvSpPr>
              <p:nvPr/>
            </p:nvSpPr>
            <p:spPr bwMode="auto">
              <a:xfrm>
                <a:off x="1326072"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7" name="Oval 8"/>
              <p:cNvSpPr>
                <a:spLocks noChangeArrowheads="1"/>
              </p:cNvSpPr>
              <p:nvPr/>
            </p:nvSpPr>
            <p:spPr bwMode="auto">
              <a:xfrm>
                <a:off x="1404689"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8" name="Freeform 9"/>
              <p:cNvSpPr>
                <a:spLocks noEditPoints="1"/>
              </p:cNvSpPr>
              <p:nvPr/>
            </p:nvSpPr>
            <p:spPr bwMode="auto">
              <a:xfrm>
                <a:off x="1264778"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9" name="Freeform 10"/>
              <p:cNvSpPr>
                <a:spLocks noEditPoints="1"/>
              </p:cNvSpPr>
              <p:nvPr/>
            </p:nvSpPr>
            <p:spPr bwMode="auto">
              <a:xfrm>
                <a:off x="1386034" y="1634143"/>
                <a:ext cx="53299" cy="53299"/>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 name="Group 3"/>
            <p:cNvGrpSpPr/>
            <p:nvPr/>
          </p:nvGrpSpPr>
          <p:grpSpPr>
            <a:xfrm>
              <a:off x="2746370" y="3550345"/>
              <a:ext cx="218527" cy="218527"/>
              <a:chOff x="1797771" y="1582176"/>
              <a:chExt cx="218527" cy="218527"/>
            </a:xfrm>
            <a:grpFill/>
          </p:grpSpPr>
          <p:sp>
            <p:nvSpPr>
              <p:cNvPr id="458" name="Freeform 11"/>
              <p:cNvSpPr>
                <a:spLocks noEditPoints="1"/>
              </p:cNvSpPr>
              <p:nvPr/>
            </p:nvSpPr>
            <p:spPr bwMode="auto">
              <a:xfrm>
                <a:off x="1884383" y="1714092"/>
                <a:ext cx="43972" cy="42639"/>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9" name="Freeform 12"/>
              <p:cNvSpPr>
                <a:spLocks noEditPoints="1"/>
              </p:cNvSpPr>
              <p:nvPr/>
            </p:nvSpPr>
            <p:spPr bwMode="auto">
              <a:xfrm>
                <a:off x="1841743" y="1634143"/>
                <a:ext cx="51967" cy="53299"/>
              </a:xfrm>
              <a:custGeom>
                <a:avLst/>
                <a:gdLst>
                  <a:gd name="T0" fmla="*/ 24 w 24"/>
                  <a:gd name="T1" fmla="*/ 12 h 24"/>
                  <a:gd name="T2" fmla="*/ 12 w 24"/>
                  <a:gd name="T3" fmla="*/ 0 h 24"/>
                  <a:gd name="T4" fmla="*/ 0 w 24"/>
                  <a:gd name="T5" fmla="*/ 12 h 24"/>
                  <a:gd name="T6" fmla="*/ 12 w 24"/>
                  <a:gd name="T7" fmla="*/ 24 h 24"/>
                  <a:gd name="T8" fmla="*/ 24 w 24"/>
                  <a:gd name="T9" fmla="*/ 12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24" y="12"/>
                    </a:moveTo>
                    <a:cubicBezTo>
                      <a:pt x="24" y="5"/>
                      <a:pt x="19" y="0"/>
                      <a:pt x="12" y="0"/>
                    </a:cubicBezTo>
                    <a:cubicBezTo>
                      <a:pt x="5" y="0"/>
                      <a:pt x="0" y="5"/>
                      <a:pt x="0" y="12"/>
                    </a:cubicBezTo>
                    <a:cubicBezTo>
                      <a:pt x="0" y="19"/>
                      <a:pt x="5" y="24"/>
                      <a:pt x="12" y="24"/>
                    </a:cubicBezTo>
                    <a:cubicBezTo>
                      <a:pt x="19" y="24"/>
                      <a:pt x="24" y="19"/>
                      <a:pt x="24" y="12"/>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0" name="Oval 13"/>
              <p:cNvSpPr>
                <a:spLocks noChangeArrowheads="1"/>
              </p:cNvSpPr>
              <p:nvPr/>
            </p:nvSpPr>
            <p:spPr bwMode="auto">
              <a:xfrm>
                <a:off x="1859065"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1" name="Freeform 14"/>
              <p:cNvSpPr>
                <a:spLocks noEditPoints="1"/>
              </p:cNvSpPr>
              <p:nvPr/>
            </p:nvSpPr>
            <p:spPr bwMode="auto">
              <a:xfrm>
                <a:off x="1797771"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2" name="Freeform 15"/>
              <p:cNvSpPr>
                <a:spLocks noEditPoints="1"/>
              </p:cNvSpPr>
              <p:nvPr/>
            </p:nvSpPr>
            <p:spPr bwMode="auto">
              <a:xfrm>
                <a:off x="1920359" y="1634143"/>
                <a:ext cx="51967" cy="53299"/>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3" name="Oval 16"/>
              <p:cNvSpPr>
                <a:spLocks noChangeArrowheads="1"/>
              </p:cNvSpPr>
              <p:nvPr/>
            </p:nvSpPr>
            <p:spPr bwMode="auto">
              <a:xfrm>
                <a:off x="1937682"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 name="Group 4"/>
            <p:cNvGrpSpPr/>
            <p:nvPr/>
          </p:nvGrpSpPr>
          <p:grpSpPr>
            <a:xfrm>
              <a:off x="3104088" y="817980"/>
              <a:ext cx="473986" cy="476875"/>
              <a:chOff x="2330764" y="1579511"/>
              <a:chExt cx="218527" cy="219859"/>
            </a:xfrm>
            <a:grpFill/>
          </p:grpSpPr>
          <p:sp>
            <p:nvSpPr>
              <p:cNvPr id="454" name="Freeform 17"/>
              <p:cNvSpPr>
                <a:spLocks noEditPoints="1"/>
              </p:cNvSpPr>
              <p:nvPr/>
            </p:nvSpPr>
            <p:spPr bwMode="auto">
              <a:xfrm>
                <a:off x="2330764" y="1579511"/>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9 w 100"/>
                  <a:gd name="T13" fmla="*/ 25 h 100"/>
                  <a:gd name="T14" fmla="*/ 79 w 100"/>
                  <a:gd name="T15" fmla="*/ 31 h 100"/>
                  <a:gd name="T16" fmla="*/ 68 w 100"/>
                  <a:gd name="T17" fmla="*/ 24 h 100"/>
                  <a:gd name="T18" fmla="*/ 57 w 100"/>
                  <a:gd name="T19" fmla="*/ 33 h 100"/>
                  <a:gd name="T20" fmla="*/ 43 w 100"/>
                  <a:gd name="T21" fmla="*/ 33 h 100"/>
                  <a:gd name="T22" fmla="*/ 32 w 100"/>
                  <a:gd name="T23" fmla="*/ 24 h 100"/>
                  <a:gd name="T24" fmla="*/ 21 w 100"/>
                  <a:gd name="T25" fmla="*/ 31 h 100"/>
                  <a:gd name="T26" fmla="*/ 11 w 100"/>
                  <a:gd name="T27" fmla="*/ 25 h 100"/>
                  <a:gd name="T28" fmla="*/ 50 w 100"/>
                  <a:gd name="T29" fmla="*/ 4 h 100"/>
                  <a:gd name="T30" fmla="*/ 76 w 100"/>
                  <a:gd name="T31" fmla="*/ 36 h 100"/>
                  <a:gd name="T32" fmla="*/ 68 w 100"/>
                  <a:gd name="T33" fmla="*/ 44 h 100"/>
                  <a:gd name="T34" fmla="*/ 60 w 100"/>
                  <a:gd name="T35" fmla="*/ 36 h 100"/>
                  <a:gd name="T36" fmla="*/ 68 w 100"/>
                  <a:gd name="T37" fmla="*/ 28 h 100"/>
                  <a:gd name="T38" fmla="*/ 76 w 100"/>
                  <a:gd name="T39" fmla="*/ 36 h 100"/>
                  <a:gd name="T40" fmla="*/ 40 w 100"/>
                  <a:gd name="T41" fmla="*/ 36 h 100"/>
                  <a:gd name="T42" fmla="*/ 32 w 100"/>
                  <a:gd name="T43" fmla="*/ 44 h 100"/>
                  <a:gd name="T44" fmla="*/ 24 w 100"/>
                  <a:gd name="T45" fmla="*/ 36 h 100"/>
                  <a:gd name="T46" fmla="*/ 32 w 100"/>
                  <a:gd name="T47" fmla="*/ 28 h 100"/>
                  <a:gd name="T48" fmla="*/ 40 w 100"/>
                  <a:gd name="T49" fmla="*/ 36 h 100"/>
                  <a:gd name="T50" fmla="*/ 50 w 100"/>
                  <a:gd name="T51" fmla="*/ 96 h 100"/>
                  <a:gd name="T52" fmla="*/ 4 w 100"/>
                  <a:gd name="T53" fmla="*/ 50 h 100"/>
                  <a:gd name="T54" fmla="*/ 9 w 100"/>
                  <a:gd name="T55" fmla="*/ 28 h 100"/>
                  <a:gd name="T56" fmla="*/ 20 w 100"/>
                  <a:gd name="T57" fmla="*/ 35 h 100"/>
                  <a:gd name="T58" fmla="*/ 20 w 100"/>
                  <a:gd name="T59" fmla="*/ 36 h 100"/>
                  <a:gd name="T60" fmla="*/ 32 w 100"/>
                  <a:gd name="T61" fmla="*/ 48 h 100"/>
                  <a:gd name="T62" fmla="*/ 44 w 100"/>
                  <a:gd name="T63" fmla="*/ 37 h 100"/>
                  <a:gd name="T64" fmla="*/ 56 w 100"/>
                  <a:gd name="T65" fmla="*/ 37 h 100"/>
                  <a:gd name="T66" fmla="*/ 68 w 100"/>
                  <a:gd name="T67" fmla="*/ 48 h 100"/>
                  <a:gd name="T68" fmla="*/ 80 w 100"/>
                  <a:gd name="T69" fmla="*/ 36 h 100"/>
                  <a:gd name="T70" fmla="*/ 80 w 100"/>
                  <a:gd name="T71" fmla="*/ 35 h 100"/>
                  <a:gd name="T72" fmla="*/ 91 w 100"/>
                  <a:gd name="T73" fmla="*/ 28 h 100"/>
                  <a:gd name="T74" fmla="*/ 96 w 100"/>
                  <a:gd name="T75" fmla="*/ 50 h 100"/>
                  <a:gd name="T76" fmla="*/ 50 w 100"/>
                  <a:gd name="T77"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0" h="100">
                    <a:moveTo>
                      <a:pt x="50" y="0"/>
                    </a:moveTo>
                    <a:cubicBezTo>
                      <a:pt x="22" y="0"/>
                      <a:pt x="0" y="22"/>
                      <a:pt x="0" y="50"/>
                    </a:cubicBezTo>
                    <a:cubicBezTo>
                      <a:pt x="0" y="77"/>
                      <a:pt x="22" y="100"/>
                      <a:pt x="50" y="100"/>
                    </a:cubicBezTo>
                    <a:cubicBezTo>
                      <a:pt x="78" y="100"/>
                      <a:pt x="100" y="77"/>
                      <a:pt x="100" y="50"/>
                    </a:cubicBezTo>
                    <a:cubicBezTo>
                      <a:pt x="100" y="22"/>
                      <a:pt x="78" y="0"/>
                      <a:pt x="50" y="0"/>
                    </a:cubicBezTo>
                    <a:close/>
                    <a:moveTo>
                      <a:pt x="50" y="4"/>
                    </a:moveTo>
                    <a:cubicBezTo>
                      <a:pt x="66" y="4"/>
                      <a:pt x="80" y="12"/>
                      <a:pt x="89" y="25"/>
                    </a:cubicBezTo>
                    <a:cubicBezTo>
                      <a:pt x="79" y="31"/>
                      <a:pt x="79" y="31"/>
                      <a:pt x="79" y="31"/>
                    </a:cubicBezTo>
                    <a:cubicBezTo>
                      <a:pt x="77" y="27"/>
                      <a:pt x="73" y="24"/>
                      <a:pt x="68" y="24"/>
                    </a:cubicBezTo>
                    <a:cubicBezTo>
                      <a:pt x="63" y="24"/>
                      <a:pt x="58" y="29"/>
                      <a:pt x="57" y="33"/>
                    </a:cubicBezTo>
                    <a:cubicBezTo>
                      <a:pt x="43" y="33"/>
                      <a:pt x="43" y="33"/>
                      <a:pt x="43" y="33"/>
                    </a:cubicBezTo>
                    <a:cubicBezTo>
                      <a:pt x="42" y="29"/>
                      <a:pt x="37" y="24"/>
                      <a:pt x="32" y="24"/>
                    </a:cubicBezTo>
                    <a:cubicBezTo>
                      <a:pt x="27" y="24"/>
                      <a:pt x="23" y="27"/>
                      <a:pt x="21" y="31"/>
                    </a:cubicBezTo>
                    <a:cubicBezTo>
                      <a:pt x="11" y="25"/>
                      <a:pt x="11" y="25"/>
                      <a:pt x="11" y="25"/>
                    </a:cubicBezTo>
                    <a:cubicBezTo>
                      <a:pt x="20" y="12"/>
                      <a:pt x="34" y="4"/>
                      <a:pt x="50" y="4"/>
                    </a:cubicBezTo>
                    <a:close/>
                    <a:moveTo>
                      <a:pt x="76" y="36"/>
                    </a:moveTo>
                    <a:cubicBezTo>
                      <a:pt x="76" y="40"/>
                      <a:pt x="72" y="44"/>
                      <a:pt x="68" y="44"/>
                    </a:cubicBezTo>
                    <a:cubicBezTo>
                      <a:pt x="64" y="44"/>
                      <a:pt x="60" y="40"/>
                      <a:pt x="60" y="36"/>
                    </a:cubicBezTo>
                    <a:cubicBezTo>
                      <a:pt x="60" y="31"/>
                      <a:pt x="64" y="28"/>
                      <a:pt x="68" y="28"/>
                    </a:cubicBezTo>
                    <a:cubicBezTo>
                      <a:pt x="72" y="28"/>
                      <a:pt x="76" y="31"/>
                      <a:pt x="76" y="36"/>
                    </a:cubicBezTo>
                    <a:close/>
                    <a:moveTo>
                      <a:pt x="40" y="36"/>
                    </a:moveTo>
                    <a:cubicBezTo>
                      <a:pt x="40" y="40"/>
                      <a:pt x="36" y="44"/>
                      <a:pt x="32" y="44"/>
                    </a:cubicBezTo>
                    <a:cubicBezTo>
                      <a:pt x="28" y="44"/>
                      <a:pt x="24" y="40"/>
                      <a:pt x="24" y="36"/>
                    </a:cubicBezTo>
                    <a:cubicBezTo>
                      <a:pt x="24" y="31"/>
                      <a:pt x="28" y="28"/>
                      <a:pt x="32" y="28"/>
                    </a:cubicBezTo>
                    <a:cubicBezTo>
                      <a:pt x="36" y="28"/>
                      <a:pt x="40" y="31"/>
                      <a:pt x="40" y="36"/>
                    </a:cubicBezTo>
                    <a:close/>
                    <a:moveTo>
                      <a:pt x="50" y="96"/>
                    </a:moveTo>
                    <a:cubicBezTo>
                      <a:pt x="25" y="96"/>
                      <a:pt x="4" y="75"/>
                      <a:pt x="4" y="50"/>
                    </a:cubicBezTo>
                    <a:cubicBezTo>
                      <a:pt x="4" y="42"/>
                      <a:pt x="6" y="35"/>
                      <a:pt x="9" y="28"/>
                    </a:cubicBezTo>
                    <a:cubicBezTo>
                      <a:pt x="20" y="35"/>
                      <a:pt x="20" y="35"/>
                      <a:pt x="20" y="35"/>
                    </a:cubicBezTo>
                    <a:cubicBezTo>
                      <a:pt x="20" y="35"/>
                      <a:pt x="20" y="35"/>
                      <a:pt x="20" y="36"/>
                    </a:cubicBezTo>
                    <a:cubicBezTo>
                      <a:pt x="20" y="42"/>
                      <a:pt x="25" y="48"/>
                      <a:pt x="32" y="48"/>
                    </a:cubicBezTo>
                    <a:cubicBezTo>
                      <a:pt x="39" y="48"/>
                      <a:pt x="44" y="41"/>
                      <a:pt x="44" y="37"/>
                    </a:cubicBezTo>
                    <a:cubicBezTo>
                      <a:pt x="56" y="37"/>
                      <a:pt x="56" y="37"/>
                      <a:pt x="56" y="37"/>
                    </a:cubicBezTo>
                    <a:cubicBezTo>
                      <a:pt x="56" y="41"/>
                      <a:pt x="61" y="48"/>
                      <a:pt x="68" y="48"/>
                    </a:cubicBezTo>
                    <a:cubicBezTo>
                      <a:pt x="75" y="48"/>
                      <a:pt x="80" y="43"/>
                      <a:pt x="80" y="36"/>
                    </a:cubicBezTo>
                    <a:cubicBezTo>
                      <a:pt x="80" y="36"/>
                      <a:pt x="80" y="35"/>
                      <a:pt x="80" y="35"/>
                    </a:cubicBezTo>
                    <a:cubicBezTo>
                      <a:pt x="91" y="28"/>
                      <a:pt x="91" y="28"/>
                      <a:pt x="91" y="28"/>
                    </a:cubicBezTo>
                    <a:cubicBezTo>
                      <a:pt x="94" y="35"/>
                      <a:pt x="96" y="42"/>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5" name="Oval 18"/>
              <p:cNvSpPr>
                <a:spLocks noChangeArrowheads="1"/>
              </p:cNvSpPr>
              <p:nvPr/>
            </p:nvSpPr>
            <p:spPr bwMode="auto">
              <a:xfrm>
                <a:off x="2392058" y="165013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6" name="Oval 19"/>
              <p:cNvSpPr>
                <a:spLocks noChangeArrowheads="1"/>
              </p:cNvSpPr>
              <p:nvPr/>
            </p:nvSpPr>
            <p:spPr bwMode="auto">
              <a:xfrm>
                <a:off x="2470675" y="165013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7" name="Freeform 20"/>
              <p:cNvSpPr>
                <a:spLocks noEditPoints="1"/>
              </p:cNvSpPr>
              <p:nvPr/>
            </p:nvSpPr>
            <p:spPr bwMode="auto">
              <a:xfrm>
                <a:off x="2417376" y="1711427"/>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5"/>
                      <a:pt x="4" y="20"/>
                      <a:pt x="10" y="20"/>
                    </a:cubicBezTo>
                    <a:cubicBezTo>
                      <a:pt x="16" y="20"/>
                      <a:pt x="20" y="15"/>
                      <a:pt x="20" y="10"/>
                    </a:cubicBezTo>
                    <a:cubicBezTo>
                      <a:pt x="20" y="4"/>
                      <a:pt x="16" y="0"/>
                      <a:pt x="10" y="0"/>
                    </a:cubicBezTo>
                    <a:close/>
                    <a:moveTo>
                      <a:pt x="10" y="16"/>
                    </a:moveTo>
                    <a:cubicBezTo>
                      <a:pt x="7" y="16"/>
                      <a:pt x="4" y="13"/>
                      <a:pt x="4" y="10"/>
                    </a:cubicBezTo>
                    <a:cubicBezTo>
                      <a:pt x="4" y="6"/>
                      <a:pt x="7" y="4"/>
                      <a:pt x="10" y="4"/>
                    </a:cubicBezTo>
                    <a:cubicBezTo>
                      <a:pt x="13" y="4"/>
                      <a:pt x="16" y="6"/>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 name="Group 5"/>
            <p:cNvGrpSpPr/>
            <p:nvPr/>
          </p:nvGrpSpPr>
          <p:grpSpPr>
            <a:xfrm>
              <a:off x="1574717" y="245562"/>
              <a:ext cx="218527" cy="218527"/>
              <a:chOff x="2863757" y="1582176"/>
              <a:chExt cx="218527" cy="218527"/>
            </a:xfrm>
            <a:grpFill/>
          </p:grpSpPr>
          <p:sp>
            <p:nvSpPr>
              <p:cNvPr id="451" name="Oval 450"/>
              <p:cNvSpPr>
                <a:spLocks noChangeArrowheads="1"/>
              </p:cNvSpPr>
              <p:nvPr/>
            </p:nvSpPr>
            <p:spPr bwMode="auto">
              <a:xfrm>
                <a:off x="3003668"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2" name="Oval 451"/>
              <p:cNvSpPr>
                <a:spLocks noChangeArrowheads="1"/>
              </p:cNvSpPr>
              <p:nvPr/>
            </p:nvSpPr>
            <p:spPr bwMode="auto">
              <a:xfrm>
                <a:off x="2925051"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3" name="Freeform 452"/>
              <p:cNvSpPr>
                <a:spLocks noEditPoints="1"/>
              </p:cNvSpPr>
              <p:nvPr/>
            </p:nvSpPr>
            <p:spPr bwMode="auto">
              <a:xfrm>
                <a:off x="2863757"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7" y="100"/>
                      <a:pt x="100" y="78"/>
                      <a:pt x="100" y="50"/>
                    </a:cubicBezTo>
                    <a:cubicBezTo>
                      <a:pt x="100" y="22"/>
                      <a:pt x="77" y="0"/>
                      <a:pt x="50" y="0"/>
                    </a:cubicBezTo>
                    <a:close/>
                    <a:moveTo>
                      <a:pt x="50" y="96"/>
                    </a:moveTo>
                    <a:cubicBezTo>
                      <a:pt x="24" y="96"/>
                      <a:pt x="4" y="75"/>
                      <a:pt x="4" y="50"/>
                    </a:cubicBezTo>
                    <a:cubicBezTo>
                      <a:pt x="4" y="25"/>
                      <a:pt x="24"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7" name="Group 6"/>
            <p:cNvGrpSpPr/>
            <p:nvPr/>
          </p:nvGrpSpPr>
          <p:grpSpPr>
            <a:xfrm>
              <a:off x="3396750" y="1582176"/>
              <a:ext cx="218527" cy="218527"/>
              <a:chOff x="3396750" y="1582176"/>
              <a:chExt cx="218527" cy="218527"/>
            </a:xfrm>
            <a:grpFill/>
          </p:grpSpPr>
          <p:sp>
            <p:nvSpPr>
              <p:cNvPr id="447" name="Rectangle 24"/>
              <p:cNvSpPr>
                <a:spLocks noChangeArrowheads="1"/>
              </p:cNvSpPr>
              <p:nvPr/>
            </p:nvSpPr>
            <p:spPr bwMode="auto">
              <a:xfrm>
                <a:off x="3466039" y="1731414"/>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8" name="Oval 25"/>
              <p:cNvSpPr>
                <a:spLocks noChangeArrowheads="1"/>
              </p:cNvSpPr>
              <p:nvPr/>
            </p:nvSpPr>
            <p:spPr bwMode="auto">
              <a:xfrm>
                <a:off x="3458044"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9" name="Freeform 26"/>
              <p:cNvSpPr>
                <a:spLocks noEditPoints="1"/>
              </p:cNvSpPr>
              <p:nvPr/>
            </p:nvSpPr>
            <p:spPr bwMode="auto">
              <a:xfrm>
                <a:off x="3396750"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0" name="Oval 27"/>
              <p:cNvSpPr>
                <a:spLocks noChangeArrowheads="1"/>
              </p:cNvSpPr>
              <p:nvPr/>
            </p:nvSpPr>
            <p:spPr bwMode="auto">
              <a:xfrm>
                <a:off x="3536661"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8" name="Group 7"/>
            <p:cNvGrpSpPr/>
            <p:nvPr/>
          </p:nvGrpSpPr>
          <p:grpSpPr>
            <a:xfrm>
              <a:off x="155707" y="1147908"/>
              <a:ext cx="218527" cy="218527"/>
              <a:chOff x="3929743" y="1582176"/>
              <a:chExt cx="218527" cy="218527"/>
            </a:xfrm>
            <a:grpFill/>
          </p:grpSpPr>
          <p:sp>
            <p:nvSpPr>
              <p:cNvPr id="443" name="Freeform 28"/>
              <p:cNvSpPr>
                <a:spLocks/>
              </p:cNvSpPr>
              <p:nvPr/>
            </p:nvSpPr>
            <p:spPr bwMode="auto">
              <a:xfrm>
                <a:off x="3991038" y="1722087"/>
                <a:ext cx="95939" cy="26650"/>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4" name="Oval 29"/>
              <p:cNvSpPr>
                <a:spLocks noChangeArrowheads="1"/>
              </p:cNvSpPr>
              <p:nvPr/>
            </p:nvSpPr>
            <p:spPr bwMode="auto">
              <a:xfrm>
                <a:off x="3991038"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5" name="Freeform 30"/>
              <p:cNvSpPr>
                <a:spLocks noEditPoints="1"/>
              </p:cNvSpPr>
              <p:nvPr/>
            </p:nvSpPr>
            <p:spPr bwMode="auto">
              <a:xfrm>
                <a:off x="3929743"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6" name="Oval 31"/>
              <p:cNvSpPr>
                <a:spLocks noChangeArrowheads="1"/>
              </p:cNvSpPr>
              <p:nvPr/>
            </p:nvSpPr>
            <p:spPr bwMode="auto">
              <a:xfrm>
                <a:off x="4069654"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 name="Group 8"/>
            <p:cNvGrpSpPr/>
            <p:nvPr/>
          </p:nvGrpSpPr>
          <p:grpSpPr>
            <a:xfrm>
              <a:off x="6828906" y="3733030"/>
              <a:ext cx="218527" cy="218527"/>
              <a:chOff x="4462736" y="1582176"/>
              <a:chExt cx="218527" cy="218527"/>
            </a:xfrm>
            <a:grpFill/>
          </p:grpSpPr>
          <p:sp>
            <p:nvSpPr>
              <p:cNvPr id="439" name="Freeform 32"/>
              <p:cNvSpPr>
                <a:spLocks/>
              </p:cNvSpPr>
              <p:nvPr/>
            </p:nvSpPr>
            <p:spPr bwMode="auto">
              <a:xfrm>
                <a:off x="4524031" y="1722087"/>
                <a:ext cx="95939" cy="26650"/>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0" name="Oval 33"/>
              <p:cNvSpPr>
                <a:spLocks noChangeArrowheads="1"/>
              </p:cNvSpPr>
              <p:nvPr/>
            </p:nvSpPr>
            <p:spPr bwMode="auto">
              <a:xfrm>
                <a:off x="4602648" y="166079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1" name="Oval 34"/>
              <p:cNvSpPr>
                <a:spLocks noChangeArrowheads="1"/>
              </p:cNvSpPr>
              <p:nvPr/>
            </p:nvSpPr>
            <p:spPr bwMode="auto">
              <a:xfrm>
                <a:off x="4524031" y="166079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2" name="Freeform 35"/>
              <p:cNvSpPr>
                <a:spLocks noEditPoints="1"/>
              </p:cNvSpPr>
              <p:nvPr/>
            </p:nvSpPr>
            <p:spPr bwMode="auto">
              <a:xfrm>
                <a:off x="4462736"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 name="Group 9"/>
            <p:cNvGrpSpPr/>
            <p:nvPr/>
          </p:nvGrpSpPr>
          <p:grpSpPr>
            <a:xfrm>
              <a:off x="4221164" y="161006"/>
              <a:ext cx="218527" cy="218527"/>
              <a:chOff x="4995729" y="1582176"/>
              <a:chExt cx="218527" cy="218527"/>
            </a:xfrm>
            <a:grpFill/>
          </p:grpSpPr>
          <p:sp>
            <p:nvSpPr>
              <p:cNvPr id="435" name="Freeform 36"/>
              <p:cNvSpPr>
                <a:spLocks noEditPoints="1"/>
              </p:cNvSpPr>
              <p:nvPr/>
            </p:nvSpPr>
            <p:spPr bwMode="auto">
              <a:xfrm>
                <a:off x="5083673" y="1714092"/>
                <a:ext cx="42639" cy="42639"/>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6" name="Oval 37"/>
              <p:cNvSpPr>
                <a:spLocks noChangeArrowheads="1"/>
              </p:cNvSpPr>
              <p:nvPr/>
            </p:nvSpPr>
            <p:spPr bwMode="auto">
              <a:xfrm>
                <a:off x="5057024"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7" name="Freeform 38"/>
              <p:cNvSpPr>
                <a:spLocks noEditPoints="1"/>
              </p:cNvSpPr>
              <p:nvPr/>
            </p:nvSpPr>
            <p:spPr bwMode="auto">
              <a:xfrm>
                <a:off x="4995729"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8" name="Oval 39"/>
              <p:cNvSpPr>
                <a:spLocks noChangeArrowheads="1"/>
              </p:cNvSpPr>
              <p:nvPr/>
            </p:nvSpPr>
            <p:spPr bwMode="auto">
              <a:xfrm>
                <a:off x="5135641"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 name="Group 10"/>
            <p:cNvGrpSpPr/>
            <p:nvPr/>
          </p:nvGrpSpPr>
          <p:grpSpPr>
            <a:xfrm>
              <a:off x="5528723" y="1578179"/>
              <a:ext cx="218527" cy="218527"/>
              <a:chOff x="5528723" y="1578179"/>
              <a:chExt cx="218527" cy="218527"/>
            </a:xfrm>
            <a:grpFill/>
          </p:grpSpPr>
          <p:sp>
            <p:nvSpPr>
              <p:cNvPr id="431" name="Oval 40"/>
              <p:cNvSpPr>
                <a:spLocks noChangeArrowheads="1"/>
              </p:cNvSpPr>
              <p:nvPr/>
            </p:nvSpPr>
            <p:spPr bwMode="auto">
              <a:xfrm>
                <a:off x="5590017" y="164746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2" name="Freeform 41"/>
              <p:cNvSpPr>
                <a:spLocks noEditPoints="1"/>
              </p:cNvSpPr>
              <p:nvPr/>
            </p:nvSpPr>
            <p:spPr bwMode="auto">
              <a:xfrm>
                <a:off x="5599345" y="1708762"/>
                <a:ext cx="78617" cy="43972"/>
              </a:xfrm>
              <a:custGeom>
                <a:avLst/>
                <a:gdLst>
                  <a:gd name="T0" fmla="*/ 18 w 36"/>
                  <a:gd name="T1" fmla="*/ 0 h 20"/>
                  <a:gd name="T2" fmla="*/ 0 w 36"/>
                  <a:gd name="T3" fmla="*/ 10 h 20"/>
                  <a:gd name="T4" fmla="*/ 18 w 36"/>
                  <a:gd name="T5" fmla="*/ 20 h 20"/>
                  <a:gd name="T6" fmla="*/ 36 w 36"/>
                  <a:gd name="T7" fmla="*/ 10 h 20"/>
                  <a:gd name="T8" fmla="*/ 18 w 36"/>
                  <a:gd name="T9" fmla="*/ 0 h 20"/>
                  <a:gd name="T10" fmla="*/ 18 w 36"/>
                  <a:gd name="T11" fmla="*/ 16 h 20"/>
                  <a:gd name="T12" fmla="*/ 4 w 36"/>
                  <a:gd name="T13" fmla="*/ 10 h 20"/>
                  <a:gd name="T14" fmla="*/ 18 w 36"/>
                  <a:gd name="T15" fmla="*/ 4 h 20"/>
                  <a:gd name="T16" fmla="*/ 32 w 36"/>
                  <a:gd name="T17" fmla="*/ 10 h 20"/>
                  <a:gd name="T18" fmla="*/ 18 w 36"/>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0">
                    <a:moveTo>
                      <a:pt x="18" y="0"/>
                    </a:moveTo>
                    <a:cubicBezTo>
                      <a:pt x="8" y="0"/>
                      <a:pt x="0" y="5"/>
                      <a:pt x="0" y="10"/>
                    </a:cubicBezTo>
                    <a:cubicBezTo>
                      <a:pt x="0" y="16"/>
                      <a:pt x="8" y="20"/>
                      <a:pt x="18" y="20"/>
                    </a:cubicBezTo>
                    <a:cubicBezTo>
                      <a:pt x="28" y="20"/>
                      <a:pt x="36" y="16"/>
                      <a:pt x="36" y="10"/>
                    </a:cubicBezTo>
                    <a:cubicBezTo>
                      <a:pt x="36" y="5"/>
                      <a:pt x="28" y="0"/>
                      <a:pt x="18" y="0"/>
                    </a:cubicBezTo>
                    <a:close/>
                    <a:moveTo>
                      <a:pt x="18" y="16"/>
                    </a:moveTo>
                    <a:cubicBezTo>
                      <a:pt x="10" y="16"/>
                      <a:pt x="4" y="13"/>
                      <a:pt x="4" y="10"/>
                    </a:cubicBezTo>
                    <a:cubicBezTo>
                      <a:pt x="4" y="7"/>
                      <a:pt x="10" y="4"/>
                      <a:pt x="18" y="4"/>
                    </a:cubicBezTo>
                    <a:cubicBezTo>
                      <a:pt x="26" y="4"/>
                      <a:pt x="32" y="7"/>
                      <a:pt x="32" y="10"/>
                    </a:cubicBezTo>
                    <a:cubicBezTo>
                      <a:pt x="32" y="13"/>
                      <a:pt x="26" y="16"/>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3" name="Freeform 42"/>
              <p:cNvSpPr>
                <a:spLocks noEditPoints="1"/>
              </p:cNvSpPr>
              <p:nvPr/>
            </p:nvSpPr>
            <p:spPr bwMode="auto">
              <a:xfrm>
                <a:off x="5528723" y="1578179"/>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4" name="Oval 43"/>
              <p:cNvSpPr>
                <a:spLocks noChangeArrowheads="1"/>
              </p:cNvSpPr>
              <p:nvPr/>
            </p:nvSpPr>
            <p:spPr bwMode="auto">
              <a:xfrm>
                <a:off x="5668634" y="164746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 name="Group 11"/>
            <p:cNvGrpSpPr/>
            <p:nvPr/>
          </p:nvGrpSpPr>
          <p:grpSpPr>
            <a:xfrm>
              <a:off x="6131671" y="245562"/>
              <a:ext cx="218527" cy="218527"/>
              <a:chOff x="6061716" y="1582176"/>
              <a:chExt cx="218527" cy="218527"/>
            </a:xfrm>
            <a:grpFill/>
          </p:grpSpPr>
          <p:sp>
            <p:nvSpPr>
              <p:cNvPr id="427" name="Freeform 44"/>
              <p:cNvSpPr>
                <a:spLocks/>
              </p:cNvSpPr>
              <p:nvPr/>
            </p:nvSpPr>
            <p:spPr bwMode="auto">
              <a:xfrm>
                <a:off x="6132338" y="1722087"/>
                <a:ext cx="78617" cy="26650"/>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8" name="Rectangle 45"/>
              <p:cNvSpPr>
                <a:spLocks noChangeArrowheads="1"/>
              </p:cNvSpPr>
              <p:nvPr/>
            </p:nvSpPr>
            <p:spPr bwMode="auto">
              <a:xfrm>
                <a:off x="6123010" y="1660793"/>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9" name="Oval 46"/>
              <p:cNvSpPr>
                <a:spLocks noChangeArrowheads="1"/>
              </p:cNvSpPr>
              <p:nvPr/>
            </p:nvSpPr>
            <p:spPr bwMode="auto">
              <a:xfrm>
                <a:off x="6201627"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0" name="Freeform 47"/>
              <p:cNvSpPr>
                <a:spLocks noEditPoints="1"/>
              </p:cNvSpPr>
              <p:nvPr/>
            </p:nvSpPr>
            <p:spPr bwMode="auto">
              <a:xfrm>
                <a:off x="6061716"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3" name="Group 12"/>
            <p:cNvGrpSpPr/>
            <p:nvPr/>
          </p:nvGrpSpPr>
          <p:grpSpPr>
            <a:xfrm>
              <a:off x="6986140" y="1302986"/>
              <a:ext cx="382203" cy="382203"/>
              <a:chOff x="6597374" y="1582176"/>
              <a:chExt cx="218527" cy="218527"/>
            </a:xfrm>
            <a:grpFill/>
          </p:grpSpPr>
          <p:sp>
            <p:nvSpPr>
              <p:cNvPr id="423" name="Oval 48"/>
              <p:cNvSpPr>
                <a:spLocks noChangeArrowheads="1"/>
              </p:cNvSpPr>
              <p:nvPr/>
            </p:nvSpPr>
            <p:spPr bwMode="auto">
              <a:xfrm>
                <a:off x="6658668"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4" name="Oval 49"/>
              <p:cNvSpPr>
                <a:spLocks noChangeArrowheads="1"/>
              </p:cNvSpPr>
              <p:nvPr/>
            </p:nvSpPr>
            <p:spPr bwMode="auto">
              <a:xfrm>
                <a:off x="6737285"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5" name="Freeform 50"/>
              <p:cNvSpPr>
                <a:spLocks noEditPoints="1"/>
              </p:cNvSpPr>
              <p:nvPr/>
            </p:nvSpPr>
            <p:spPr bwMode="auto">
              <a:xfrm>
                <a:off x="6597374"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3" y="0"/>
                      <a:pt x="0" y="22"/>
                      <a:pt x="0" y="50"/>
                    </a:cubicBezTo>
                    <a:cubicBezTo>
                      <a:pt x="0" y="78"/>
                      <a:pt x="23"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6" y="4"/>
                      <a:pt x="96" y="25"/>
                      <a:pt x="96" y="50"/>
                    </a:cubicBezTo>
                    <a:cubicBezTo>
                      <a:pt x="96" y="75"/>
                      <a:pt x="76"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6" name="Freeform 51"/>
              <p:cNvSpPr>
                <a:spLocks noEditPoints="1"/>
              </p:cNvSpPr>
              <p:nvPr/>
            </p:nvSpPr>
            <p:spPr bwMode="auto">
              <a:xfrm>
                <a:off x="6641346" y="1714092"/>
                <a:ext cx="130583" cy="51966"/>
              </a:xfrm>
              <a:custGeom>
                <a:avLst/>
                <a:gdLst>
                  <a:gd name="T0" fmla="*/ 30 w 60"/>
                  <a:gd name="T1" fmla="*/ 24 h 24"/>
                  <a:gd name="T2" fmla="*/ 60 w 60"/>
                  <a:gd name="T3" fmla="*/ 0 h 24"/>
                  <a:gd name="T4" fmla="*/ 0 w 60"/>
                  <a:gd name="T5" fmla="*/ 0 h 24"/>
                  <a:gd name="T6" fmla="*/ 30 w 60"/>
                  <a:gd name="T7" fmla="*/ 24 h 24"/>
                  <a:gd name="T8" fmla="*/ 30 w 60"/>
                  <a:gd name="T9" fmla="*/ 20 h 24"/>
                  <a:gd name="T10" fmla="*/ 6 w 60"/>
                  <a:gd name="T11" fmla="*/ 4 h 24"/>
                  <a:gd name="T12" fmla="*/ 55 w 60"/>
                  <a:gd name="T13" fmla="*/ 4 h 24"/>
                  <a:gd name="T14" fmla="*/ 30 w 60"/>
                  <a:gd name="T15" fmla="*/ 2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24">
                    <a:moveTo>
                      <a:pt x="30" y="24"/>
                    </a:moveTo>
                    <a:cubicBezTo>
                      <a:pt x="56" y="24"/>
                      <a:pt x="60" y="0"/>
                      <a:pt x="60" y="0"/>
                    </a:cubicBezTo>
                    <a:cubicBezTo>
                      <a:pt x="0" y="0"/>
                      <a:pt x="0" y="0"/>
                      <a:pt x="0" y="0"/>
                    </a:cubicBezTo>
                    <a:cubicBezTo>
                      <a:pt x="0" y="0"/>
                      <a:pt x="4" y="24"/>
                      <a:pt x="30" y="24"/>
                    </a:cubicBezTo>
                    <a:close/>
                    <a:moveTo>
                      <a:pt x="30" y="20"/>
                    </a:moveTo>
                    <a:cubicBezTo>
                      <a:pt x="11" y="20"/>
                      <a:pt x="6" y="4"/>
                      <a:pt x="6" y="4"/>
                    </a:cubicBezTo>
                    <a:cubicBezTo>
                      <a:pt x="55" y="4"/>
                      <a:pt x="55" y="4"/>
                      <a:pt x="55" y="4"/>
                    </a:cubicBezTo>
                    <a:cubicBezTo>
                      <a:pt x="55" y="4"/>
                      <a:pt x="50" y="20"/>
                      <a:pt x="3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4" name="Group 13"/>
            <p:cNvGrpSpPr/>
            <p:nvPr/>
          </p:nvGrpSpPr>
          <p:grpSpPr>
            <a:xfrm>
              <a:off x="7632609" y="2123120"/>
              <a:ext cx="218527" cy="218527"/>
              <a:chOff x="7127702" y="1582176"/>
              <a:chExt cx="218527" cy="218527"/>
            </a:xfrm>
            <a:grpFill/>
          </p:grpSpPr>
          <p:sp>
            <p:nvSpPr>
              <p:cNvPr id="419" name="Rectangle 52"/>
              <p:cNvSpPr>
                <a:spLocks noChangeArrowheads="1"/>
              </p:cNvSpPr>
              <p:nvPr/>
            </p:nvSpPr>
            <p:spPr bwMode="auto">
              <a:xfrm>
                <a:off x="7181001" y="1652798"/>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0" name="Rectangle 53"/>
              <p:cNvSpPr>
                <a:spLocks noChangeArrowheads="1"/>
              </p:cNvSpPr>
              <p:nvPr/>
            </p:nvSpPr>
            <p:spPr bwMode="auto">
              <a:xfrm>
                <a:off x="7259618" y="1652798"/>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1" name="Freeform 54"/>
              <p:cNvSpPr>
                <a:spLocks noEditPoints="1"/>
              </p:cNvSpPr>
              <p:nvPr/>
            </p:nvSpPr>
            <p:spPr bwMode="auto">
              <a:xfrm>
                <a:off x="7171674" y="1714092"/>
                <a:ext cx="130583" cy="51966"/>
              </a:xfrm>
              <a:custGeom>
                <a:avLst/>
                <a:gdLst>
                  <a:gd name="T0" fmla="*/ 30 w 60"/>
                  <a:gd name="T1" fmla="*/ 24 h 24"/>
                  <a:gd name="T2" fmla="*/ 60 w 60"/>
                  <a:gd name="T3" fmla="*/ 0 h 24"/>
                  <a:gd name="T4" fmla="*/ 0 w 60"/>
                  <a:gd name="T5" fmla="*/ 0 h 24"/>
                  <a:gd name="T6" fmla="*/ 30 w 60"/>
                  <a:gd name="T7" fmla="*/ 24 h 24"/>
                  <a:gd name="T8" fmla="*/ 30 w 60"/>
                  <a:gd name="T9" fmla="*/ 20 h 24"/>
                  <a:gd name="T10" fmla="*/ 5 w 60"/>
                  <a:gd name="T11" fmla="*/ 4 h 24"/>
                  <a:gd name="T12" fmla="*/ 55 w 60"/>
                  <a:gd name="T13" fmla="*/ 4 h 24"/>
                  <a:gd name="T14" fmla="*/ 30 w 60"/>
                  <a:gd name="T15" fmla="*/ 2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24">
                    <a:moveTo>
                      <a:pt x="30" y="24"/>
                    </a:moveTo>
                    <a:cubicBezTo>
                      <a:pt x="56" y="24"/>
                      <a:pt x="60" y="0"/>
                      <a:pt x="60" y="0"/>
                    </a:cubicBezTo>
                    <a:cubicBezTo>
                      <a:pt x="0" y="0"/>
                      <a:pt x="0" y="0"/>
                      <a:pt x="0" y="0"/>
                    </a:cubicBezTo>
                    <a:cubicBezTo>
                      <a:pt x="0" y="0"/>
                      <a:pt x="4" y="24"/>
                      <a:pt x="30" y="24"/>
                    </a:cubicBezTo>
                    <a:close/>
                    <a:moveTo>
                      <a:pt x="30" y="20"/>
                    </a:moveTo>
                    <a:cubicBezTo>
                      <a:pt x="11" y="20"/>
                      <a:pt x="5" y="4"/>
                      <a:pt x="5" y="4"/>
                    </a:cubicBezTo>
                    <a:cubicBezTo>
                      <a:pt x="55" y="4"/>
                      <a:pt x="55" y="4"/>
                      <a:pt x="55" y="4"/>
                    </a:cubicBezTo>
                    <a:cubicBezTo>
                      <a:pt x="55" y="4"/>
                      <a:pt x="50" y="20"/>
                      <a:pt x="3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2" name="Freeform 55"/>
              <p:cNvSpPr>
                <a:spLocks noEditPoints="1"/>
              </p:cNvSpPr>
              <p:nvPr/>
            </p:nvSpPr>
            <p:spPr bwMode="auto">
              <a:xfrm>
                <a:off x="7127702"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5" name="Group 14"/>
            <p:cNvGrpSpPr/>
            <p:nvPr/>
          </p:nvGrpSpPr>
          <p:grpSpPr>
            <a:xfrm>
              <a:off x="7920440" y="1337989"/>
              <a:ext cx="218527" cy="218527"/>
              <a:chOff x="7660695" y="1582176"/>
              <a:chExt cx="218527" cy="218527"/>
            </a:xfrm>
            <a:grpFill/>
          </p:grpSpPr>
          <p:sp>
            <p:nvSpPr>
              <p:cNvPr id="415" name="Freeform 56"/>
              <p:cNvSpPr>
                <a:spLocks/>
              </p:cNvSpPr>
              <p:nvPr/>
            </p:nvSpPr>
            <p:spPr bwMode="auto">
              <a:xfrm>
                <a:off x="7721989" y="1652798"/>
                <a:ext cx="35977" cy="17322"/>
              </a:xfrm>
              <a:custGeom>
                <a:avLst/>
                <a:gdLst>
                  <a:gd name="T0" fmla="*/ 12 w 16"/>
                  <a:gd name="T1" fmla="*/ 8 h 8"/>
                  <a:gd name="T2" fmla="*/ 16 w 16"/>
                  <a:gd name="T3" fmla="*/ 4 h 8"/>
                  <a:gd name="T4" fmla="*/ 12 w 16"/>
                  <a:gd name="T5" fmla="*/ 0 h 8"/>
                  <a:gd name="T6" fmla="*/ 0 w 16"/>
                  <a:gd name="T7" fmla="*/ 0 h 8"/>
                  <a:gd name="T8" fmla="*/ 0 w 16"/>
                  <a:gd name="T9" fmla="*/ 4 h 8"/>
                  <a:gd name="T10" fmla="*/ 8 w 16"/>
                  <a:gd name="T11" fmla="*/ 4 h 8"/>
                  <a:gd name="T12" fmla="*/ 12 w 16"/>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6" h="8">
                    <a:moveTo>
                      <a:pt x="12" y="8"/>
                    </a:moveTo>
                    <a:cubicBezTo>
                      <a:pt x="14" y="8"/>
                      <a:pt x="16" y="6"/>
                      <a:pt x="16" y="4"/>
                    </a:cubicBezTo>
                    <a:cubicBezTo>
                      <a:pt x="16" y="2"/>
                      <a:pt x="14" y="0"/>
                      <a:pt x="12" y="0"/>
                    </a:cubicBezTo>
                    <a:cubicBezTo>
                      <a:pt x="0" y="0"/>
                      <a:pt x="0" y="0"/>
                      <a:pt x="0" y="0"/>
                    </a:cubicBezTo>
                    <a:cubicBezTo>
                      <a:pt x="0" y="4"/>
                      <a:pt x="0" y="4"/>
                      <a:pt x="0" y="4"/>
                    </a:cubicBezTo>
                    <a:cubicBezTo>
                      <a:pt x="8" y="4"/>
                      <a:pt x="8" y="4"/>
                      <a:pt x="8" y="4"/>
                    </a:cubicBezTo>
                    <a:cubicBezTo>
                      <a:pt x="8" y="4"/>
                      <a:pt x="10"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6" name="Freeform 57"/>
              <p:cNvSpPr>
                <a:spLocks noEditPoints="1"/>
              </p:cNvSpPr>
              <p:nvPr/>
            </p:nvSpPr>
            <p:spPr bwMode="auto">
              <a:xfrm>
                <a:off x="7660695"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7" name="Freeform 58"/>
              <p:cNvSpPr>
                <a:spLocks/>
              </p:cNvSpPr>
              <p:nvPr/>
            </p:nvSpPr>
            <p:spPr bwMode="auto">
              <a:xfrm>
                <a:off x="7731317" y="1722087"/>
                <a:ext cx="78617" cy="26650"/>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8" name="Freeform 59"/>
              <p:cNvSpPr>
                <a:spLocks/>
              </p:cNvSpPr>
              <p:nvPr/>
            </p:nvSpPr>
            <p:spPr bwMode="auto">
              <a:xfrm>
                <a:off x="7783283" y="1652798"/>
                <a:ext cx="34645" cy="17322"/>
              </a:xfrm>
              <a:custGeom>
                <a:avLst/>
                <a:gdLst>
                  <a:gd name="T0" fmla="*/ 12 w 16"/>
                  <a:gd name="T1" fmla="*/ 0 h 8"/>
                  <a:gd name="T2" fmla="*/ 0 w 16"/>
                  <a:gd name="T3" fmla="*/ 0 h 8"/>
                  <a:gd name="T4" fmla="*/ 0 w 16"/>
                  <a:gd name="T5" fmla="*/ 4 h 8"/>
                  <a:gd name="T6" fmla="*/ 8 w 16"/>
                  <a:gd name="T7" fmla="*/ 4 h 8"/>
                  <a:gd name="T8" fmla="*/ 12 w 16"/>
                  <a:gd name="T9" fmla="*/ 8 h 8"/>
                  <a:gd name="T10" fmla="*/ 16 w 16"/>
                  <a:gd name="T11" fmla="*/ 4 h 8"/>
                  <a:gd name="T12" fmla="*/ 12 w 16"/>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6" h="8">
                    <a:moveTo>
                      <a:pt x="12" y="0"/>
                    </a:moveTo>
                    <a:cubicBezTo>
                      <a:pt x="0" y="0"/>
                      <a:pt x="0" y="0"/>
                      <a:pt x="0" y="0"/>
                    </a:cubicBezTo>
                    <a:cubicBezTo>
                      <a:pt x="0" y="4"/>
                      <a:pt x="0" y="4"/>
                      <a:pt x="0" y="4"/>
                    </a:cubicBezTo>
                    <a:cubicBezTo>
                      <a:pt x="8" y="4"/>
                      <a:pt x="8" y="4"/>
                      <a:pt x="8" y="4"/>
                    </a:cubicBezTo>
                    <a:cubicBezTo>
                      <a:pt x="8" y="4"/>
                      <a:pt x="10" y="8"/>
                      <a:pt x="12" y="8"/>
                    </a:cubicBezTo>
                    <a:cubicBezTo>
                      <a:pt x="14" y="8"/>
                      <a:pt x="16" y="6"/>
                      <a:pt x="16" y="4"/>
                    </a:cubicBezTo>
                    <a:cubicBezTo>
                      <a:pt x="16" y="2"/>
                      <a:pt x="14"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6" name="Group 15"/>
            <p:cNvGrpSpPr/>
            <p:nvPr/>
          </p:nvGrpSpPr>
          <p:grpSpPr>
            <a:xfrm>
              <a:off x="549929" y="6210355"/>
              <a:ext cx="218527" cy="218527"/>
              <a:chOff x="1264778" y="2116502"/>
              <a:chExt cx="218527" cy="218527"/>
            </a:xfrm>
            <a:grpFill/>
          </p:grpSpPr>
          <p:sp>
            <p:nvSpPr>
              <p:cNvPr id="411" name="Freeform 60"/>
              <p:cNvSpPr>
                <a:spLocks/>
              </p:cNvSpPr>
              <p:nvPr/>
            </p:nvSpPr>
            <p:spPr bwMode="auto">
              <a:xfrm>
                <a:off x="1395361" y="2177796"/>
                <a:ext cx="34645" cy="26650"/>
              </a:xfrm>
              <a:custGeom>
                <a:avLst/>
                <a:gdLst>
                  <a:gd name="T0" fmla="*/ 0 w 26"/>
                  <a:gd name="T1" fmla="*/ 15 h 20"/>
                  <a:gd name="T2" fmla="*/ 3 w 26"/>
                  <a:gd name="T3" fmla="*/ 20 h 20"/>
                  <a:gd name="T4" fmla="*/ 26 w 26"/>
                  <a:gd name="T5" fmla="*/ 5 h 20"/>
                  <a:gd name="T6" fmla="*/ 23 w 26"/>
                  <a:gd name="T7" fmla="*/ 0 h 20"/>
                  <a:gd name="T8" fmla="*/ 0 w 26"/>
                  <a:gd name="T9" fmla="*/ 15 h 20"/>
                </a:gdLst>
                <a:ahLst/>
                <a:cxnLst>
                  <a:cxn ang="0">
                    <a:pos x="T0" y="T1"/>
                  </a:cxn>
                  <a:cxn ang="0">
                    <a:pos x="T2" y="T3"/>
                  </a:cxn>
                  <a:cxn ang="0">
                    <a:pos x="T4" y="T5"/>
                  </a:cxn>
                  <a:cxn ang="0">
                    <a:pos x="T6" y="T7"/>
                  </a:cxn>
                  <a:cxn ang="0">
                    <a:pos x="T8" y="T9"/>
                  </a:cxn>
                </a:cxnLst>
                <a:rect l="0" t="0" r="r" b="b"/>
                <a:pathLst>
                  <a:path w="26" h="20">
                    <a:moveTo>
                      <a:pt x="0" y="15"/>
                    </a:moveTo>
                    <a:lnTo>
                      <a:pt x="3" y="20"/>
                    </a:lnTo>
                    <a:lnTo>
                      <a:pt x="26" y="5"/>
                    </a:lnTo>
                    <a:lnTo>
                      <a:pt x="23" y="0"/>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2" name="Rectangle 61"/>
              <p:cNvSpPr>
                <a:spLocks noChangeArrowheads="1"/>
              </p:cNvSpPr>
              <p:nvPr/>
            </p:nvSpPr>
            <p:spPr bwMode="auto">
              <a:xfrm>
                <a:off x="1334067"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3" name="Freeform 62"/>
              <p:cNvSpPr>
                <a:spLocks/>
              </p:cNvSpPr>
              <p:nvPr/>
            </p:nvSpPr>
            <p:spPr bwMode="auto">
              <a:xfrm>
                <a:off x="1316745" y="2177796"/>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4" name="Freeform 63"/>
              <p:cNvSpPr>
                <a:spLocks noEditPoints="1"/>
              </p:cNvSpPr>
              <p:nvPr/>
            </p:nvSpPr>
            <p:spPr bwMode="auto">
              <a:xfrm>
                <a:off x="1264778"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7" name="Group 16"/>
            <p:cNvGrpSpPr/>
            <p:nvPr/>
          </p:nvGrpSpPr>
          <p:grpSpPr>
            <a:xfrm>
              <a:off x="1797771" y="2116502"/>
              <a:ext cx="218527" cy="218527"/>
              <a:chOff x="1797771" y="2116502"/>
              <a:chExt cx="218527" cy="218527"/>
            </a:xfrm>
            <a:grpFill/>
          </p:grpSpPr>
          <p:sp>
            <p:nvSpPr>
              <p:cNvPr id="407" name="Rectangle 64"/>
              <p:cNvSpPr>
                <a:spLocks noChangeArrowheads="1"/>
              </p:cNvSpPr>
              <p:nvPr/>
            </p:nvSpPr>
            <p:spPr bwMode="auto">
              <a:xfrm>
                <a:off x="1849738"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8" name="Rectangle 65"/>
              <p:cNvSpPr>
                <a:spLocks noChangeArrowheads="1"/>
              </p:cNvSpPr>
              <p:nvPr/>
            </p:nvSpPr>
            <p:spPr bwMode="auto">
              <a:xfrm>
                <a:off x="1928354"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9" name="Rectangle 66"/>
              <p:cNvSpPr>
                <a:spLocks noChangeArrowheads="1"/>
              </p:cNvSpPr>
              <p:nvPr/>
            </p:nvSpPr>
            <p:spPr bwMode="auto">
              <a:xfrm>
                <a:off x="1867060"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0" name="Freeform 67"/>
              <p:cNvSpPr>
                <a:spLocks noEditPoints="1"/>
              </p:cNvSpPr>
              <p:nvPr/>
            </p:nvSpPr>
            <p:spPr bwMode="auto">
              <a:xfrm>
                <a:off x="1797771"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8" name="Group 17"/>
            <p:cNvGrpSpPr/>
            <p:nvPr/>
          </p:nvGrpSpPr>
          <p:grpSpPr>
            <a:xfrm>
              <a:off x="11477149" y="2626842"/>
              <a:ext cx="218527" cy="218527"/>
              <a:chOff x="2330764" y="2116502"/>
              <a:chExt cx="218527" cy="218527"/>
            </a:xfrm>
            <a:grpFill/>
          </p:grpSpPr>
          <p:sp>
            <p:nvSpPr>
              <p:cNvPr id="403" name="Rectangle 68"/>
              <p:cNvSpPr>
                <a:spLocks noChangeArrowheads="1"/>
              </p:cNvSpPr>
              <p:nvPr/>
            </p:nvSpPr>
            <p:spPr bwMode="auto">
              <a:xfrm>
                <a:off x="2382731"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4" name="Freeform 69"/>
              <p:cNvSpPr>
                <a:spLocks/>
              </p:cNvSpPr>
              <p:nvPr/>
            </p:nvSpPr>
            <p:spPr bwMode="auto">
              <a:xfrm>
                <a:off x="2392058" y="2256413"/>
                <a:ext cx="95939" cy="26650"/>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5" name="Freeform 70"/>
              <p:cNvSpPr>
                <a:spLocks noEditPoints="1"/>
              </p:cNvSpPr>
              <p:nvPr/>
            </p:nvSpPr>
            <p:spPr bwMode="auto">
              <a:xfrm>
                <a:off x="2330764"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6" name="Rectangle 71"/>
              <p:cNvSpPr>
                <a:spLocks noChangeArrowheads="1"/>
              </p:cNvSpPr>
              <p:nvPr/>
            </p:nvSpPr>
            <p:spPr bwMode="auto">
              <a:xfrm>
                <a:off x="2461347"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9" name="Group 18"/>
            <p:cNvGrpSpPr/>
            <p:nvPr/>
          </p:nvGrpSpPr>
          <p:grpSpPr>
            <a:xfrm>
              <a:off x="8486318" y="6291379"/>
              <a:ext cx="218527" cy="218527"/>
              <a:chOff x="2863757" y="2116502"/>
              <a:chExt cx="218527" cy="218527"/>
            </a:xfrm>
            <a:grpFill/>
          </p:grpSpPr>
          <p:sp>
            <p:nvSpPr>
              <p:cNvPr id="399" name="Rectangle 72"/>
              <p:cNvSpPr>
                <a:spLocks noChangeArrowheads="1"/>
              </p:cNvSpPr>
              <p:nvPr/>
            </p:nvSpPr>
            <p:spPr bwMode="auto">
              <a:xfrm>
                <a:off x="2994341"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0" name="Freeform 73"/>
              <p:cNvSpPr>
                <a:spLocks/>
              </p:cNvSpPr>
              <p:nvPr/>
            </p:nvSpPr>
            <p:spPr bwMode="auto">
              <a:xfrm>
                <a:off x="2925051" y="2256413"/>
                <a:ext cx="95939" cy="26650"/>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1" name="Rectangle 74"/>
              <p:cNvSpPr>
                <a:spLocks noChangeArrowheads="1"/>
              </p:cNvSpPr>
              <p:nvPr/>
            </p:nvSpPr>
            <p:spPr bwMode="auto">
              <a:xfrm>
                <a:off x="2915724"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2" name="Freeform 75"/>
              <p:cNvSpPr>
                <a:spLocks noEditPoints="1"/>
              </p:cNvSpPr>
              <p:nvPr/>
            </p:nvSpPr>
            <p:spPr bwMode="auto">
              <a:xfrm>
                <a:off x="2863757"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7" y="100"/>
                      <a:pt x="100" y="78"/>
                      <a:pt x="100" y="50"/>
                    </a:cubicBezTo>
                    <a:cubicBezTo>
                      <a:pt x="100" y="22"/>
                      <a:pt x="77" y="0"/>
                      <a:pt x="50" y="0"/>
                    </a:cubicBezTo>
                    <a:close/>
                    <a:moveTo>
                      <a:pt x="50" y="96"/>
                    </a:moveTo>
                    <a:cubicBezTo>
                      <a:pt x="24" y="96"/>
                      <a:pt x="4" y="75"/>
                      <a:pt x="4" y="50"/>
                    </a:cubicBezTo>
                    <a:cubicBezTo>
                      <a:pt x="4" y="25"/>
                      <a:pt x="24"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0" name="Group 19"/>
            <p:cNvGrpSpPr/>
            <p:nvPr/>
          </p:nvGrpSpPr>
          <p:grpSpPr>
            <a:xfrm>
              <a:off x="10052307" y="1932705"/>
              <a:ext cx="485603" cy="485603"/>
              <a:chOff x="3396750" y="2116502"/>
              <a:chExt cx="218527" cy="218527"/>
            </a:xfrm>
            <a:grpFill/>
          </p:grpSpPr>
          <p:sp>
            <p:nvSpPr>
              <p:cNvPr id="393" name="Freeform 76"/>
              <p:cNvSpPr>
                <a:spLocks/>
              </p:cNvSpPr>
              <p:nvPr/>
            </p:nvSpPr>
            <p:spPr bwMode="auto">
              <a:xfrm>
                <a:off x="3458044" y="2256413"/>
                <a:ext cx="95939" cy="26650"/>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4" name="Oval 77"/>
              <p:cNvSpPr>
                <a:spLocks noChangeArrowheads="1"/>
              </p:cNvSpPr>
              <p:nvPr/>
            </p:nvSpPr>
            <p:spPr bwMode="auto">
              <a:xfrm>
                <a:off x="3458044"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5" name="Freeform 78"/>
              <p:cNvSpPr>
                <a:spLocks/>
              </p:cNvSpPr>
              <p:nvPr/>
            </p:nvSpPr>
            <p:spPr bwMode="auto">
              <a:xfrm>
                <a:off x="3440723" y="2168469"/>
                <a:ext cx="34645" cy="26650"/>
              </a:xfrm>
              <a:custGeom>
                <a:avLst/>
                <a:gdLst>
                  <a:gd name="T0" fmla="*/ 23 w 26"/>
                  <a:gd name="T1" fmla="*/ 0 h 20"/>
                  <a:gd name="T2" fmla="*/ 0 w 26"/>
                  <a:gd name="T3" fmla="*/ 15 h 20"/>
                  <a:gd name="T4" fmla="*/ 3 w 26"/>
                  <a:gd name="T5" fmla="*/ 20 h 20"/>
                  <a:gd name="T6" fmla="*/ 26 w 26"/>
                  <a:gd name="T7" fmla="*/ 5 h 20"/>
                  <a:gd name="T8" fmla="*/ 23 w 26"/>
                  <a:gd name="T9" fmla="*/ 0 h 20"/>
                </a:gdLst>
                <a:ahLst/>
                <a:cxnLst>
                  <a:cxn ang="0">
                    <a:pos x="T0" y="T1"/>
                  </a:cxn>
                  <a:cxn ang="0">
                    <a:pos x="T2" y="T3"/>
                  </a:cxn>
                  <a:cxn ang="0">
                    <a:pos x="T4" y="T5"/>
                  </a:cxn>
                  <a:cxn ang="0">
                    <a:pos x="T6" y="T7"/>
                  </a:cxn>
                  <a:cxn ang="0">
                    <a:pos x="T8" y="T9"/>
                  </a:cxn>
                </a:cxnLst>
                <a:rect l="0" t="0" r="r" b="b"/>
                <a:pathLst>
                  <a:path w="26" h="20">
                    <a:moveTo>
                      <a:pt x="23" y="0"/>
                    </a:moveTo>
                    <a:lnTo>
                      <a:pt x="0" y="15"/>
                    </a:lnTo>
                    <a:lnTo>
                      <a:pt x="3" y="20"/>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6" name="Freeform 79"/>
              <p:cNvSpPr>
                <a:spLocks/>
              </p:cNvSpPr>
              <p:nvPr/>
            </p:nvSpPr>
            <p:spPr bwMode="auto">
              <a:xfrm>
                <a:off x="3536661" y="2168469"/>
                <a:ext cx="34645" cy="26650"/>
              </a:xfrm>
              <a:custGeom>
                <a:avLst/>
                <a:gdLst>
                  <a:gd name="T0" fmla="*/ 0 w 26"/>
                  <a:gd name="T1" fmla="*/ 5 h 20"/>
                  <a:gd name="T2" fmla="*/ 23 w 26"/>
                  <a:gd name="T3" fmla="*/ 20 h 20"/>
                  <a:gd name="T4" fmla="*/ 26 w 26"/>
                  <a:gd name="T5" fmla="*/ 15 h 20"/>
                  <a:gd name="T6" fmla="*/ 3 w 26"/>
                  <a:gd name="T7" fmla="*/ 0 h 20"/>
                  <a:gd name="T8" fmla="*/ 0 w 26"/>
                  <a:gd name="T9" fmla="*/ 5 h 20"/>
                </a:gdLst>
                <a:ahLst/>
                <a:cxnLst>
                  <a:cxn ang="0">
                    <a:pos x="T0" y="T1"/>
                  </a:cxn>
                  <a:cxn ang="0">
                    <a:pos x="T2" y="T3"/>
                  </a:cxn>
                  <a:cxn ang="0">
                    <a:pos x="T4" y="T5"/>
                  </a:cxn>
                  <a:cxn ang="0">
                    <a:pos x="T6" y="T7"/>
                  </a:cxn>
                  <a:cxn ang="0">
                    <a:pos x="T8" y="T9"/>
                  </a:cxn>
                </a:cxnLst>
                <a:rect l="0" t="0" r="r" b="b"/>
                <a:pathLst>
                  <a:path w="26" h="20">
                    <a:moveTo>
                      <a:pt x="0" y="5"/>
                    </a:moveTo>
                    <a:lnTo>
                      <a:pt x="23" y="20"/>
                    </a:lnTo>
                    <a:lnTo>
                      <a:pt x="26" y="15"/>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7" name="Freeform 80"/>
              <p:cNvSpPr>
                <a:spLocks noEditPoints="1"/>
              </p:cNvSpPr>
              <p:nvPr/>
            </p:nvSpPr>
            <p:spPr bwMode="auto">
              <a:xfrm>
                <a:off x="3396750"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8" name="Oval 81"/>
              <p:cNvSpPr>
                <a:spLocks noChangeArrowheads="1"/>
              </p:cNvSpPr>
              <p:nvPr/>
            </p:nvSpPr>
            <p:spPr bwMode="auto">
              <a:xfrm>
                <a:off x="3536661"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1" name="Group 20"/>
            <p:cNvGrpSpPr/>
            <p:nvPr/>
          </p:nvGrpSpPr>
          <p:grpSpPr>
            <a:xfrm>
              <a:off x="3886558" y="3523100"/>
              <a:ext cx="218527" cy="218527"/>
              <a:chOff x="3932408" y="2116502"/>
              <a:chExt cx="218527" cy="218527"/>
            </a:xfrm>
            <a:grpFill/>
          </p:grpSpPr>
          <p:sp>
            <p:nvSpPr>
              <p:cNvPr id="389" name="Freeform 82"/>
              <p:cNvSpPr>
                <a:spLocks/>
              </p:cNvSpPr>
              <p:nvPr/>
            </p:nvSpPr>
            <p:spPr bwMode="auto">
              <a:xfrm>
                <a:off x="4001697"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0" name="Rectangle 83"/>
              <p:cNvSpPr>
                <a:spLocks noChangeArrowheads="1"/>
              </p:cNvSpPr>
              <p:nvPr/>
            </p:nvSpPr>
            <p:spPr bwMode="auto">
              <a:xfrm>
                <a:off x="3981711" y="2195118"/>
                <a:ext cx="35977"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1" name="Rectangle 84"/>
              <p:cNvSpPr>
                <a:spLocks noChangeArrowheads="1"/>
              </p:cNvSpPr>
              <p:nvPr/>
            </p:nvSpPr>
            <p:spPr bwMode="auto">
              <a:xfrm>
                <a:off x="4060327" y="2195118"/>
                <a:ext cx="35977"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2" name="Freeform 85"/>
              <p:cNvSpPr>
                <a:spLocks noEditPoints="1"/>
              </p:cNvSpPr>
              <p:nvPr/>
            </p:nvSpPr>
            <p:spPr bwMode="auto">
              <a:xfrm>
                <a:off x="3932408"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7" y="100"/>
                      <a:pt x="100" y="78"/>
                      <a:pt x="100" y="50"/>
                    </a:cubicBezTo>
                    <a:cubicBezTo>
                      <a:pt x="100" y="22"/>
                      <a:pt x="77" y="0"/>
                      <a:pt x="50" y="0"/>
                    </a:cubicBezTo>
                    <a:close/>
                    <a:moveTo>
                      <a:pt x="50" y="96"/>
                    </a:moveTo>
                    <a:cubicBezTo>
                      <a:pt x="24" y="96"/>
                      <a:pt x="4" y="75"/>
                      <a:pt x="4" y="50"/>
                    </a:cubicBezTo>
                    <a:cubicBezTo>
                      <a:pt x="4" y="25"/>
                      <a:pt x="24"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2" name="Group 21"/>
            <p:cNvGrpSpPr/>
            <p:nvPr/>
          </p:nvGrpSpPr>
          <p:grpSpPr>
            <a:xfrm>
              <a:off x="4462736" y="2116502"/>
              <a:ext cx="218527" cy="218527"/>
              <a:chOff x="4462736" y="2116502"/>
              <a:chExt cx="218527" cy="218527"/>
            </a:xfrm>
            <a:grpFill/>
          </p:grpSpPr>
          <p:sp>
            <p:nvSpPr>
              <p:cNvPr id="383" name="Freeform 86"/>
              <p:cNvSpPr>
                <a:spLocks/>
              </p:cNvSpPr>
              <p:nvPr/>
            </p:nvSpPr>
            <p:spPr bwMode="auto">
              <a:xfrm>
                <a:off x="4524031" y="2256413"/>
                <a:ext cx="95939" cy="26650"/>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4" name="Freeform 87"/>
              <p:cNvSpPr>
                <a:spLocks/>
              </p:cNvSpPr>
              <p:nvPr/>
            </p:nvSpPr>
            <p:spPr bwMode="auto">
              <a:xfrm>
                <a:off x="4506709" y="2168469"/>
                <a:ext cx="34645" cy="26650"/>
              </a:xfrm>
              <a:custGeom>
                <a:avLst/>
                <a:gdLst>
                  <a:gd name="T0" fmla="*/ 23 w 26"/>
                  <a:gd name="T1" fmla="*/ 0 h 20"/>
                  <a:gd name="T2" fmla="*/ 0 w 26"/>
                  <a:gd name="T3" fmla="*/ 15 h 20"/>
                  <a:gd name="T4" fmla="*/ 3 w 26"/>
                  <a:gd name="T5" fmla="*/ 20 h 20"/>
                  <a:gd name="T6" fmla="*/ 26 w 26"/>
                  <a:gd name="T7" fmla="*/ 5 h 20"/>
                  <a:gd name="T8" fmla="*/ 23 w 26"/>
                  <a:gd name="T9" fmla="*/ 0 h 20"/>
                </a:gdLst>
                <a:ahLst/>
                <a:cxnLst>
                  <a:cxn ang="0">
                    <a:pos x="T0" y="T1"/>
                  </a:cxn>
                  <a:cxn ang="0">
                    <a:pos x="T2" y="T3"/>
                  </a:cxn>
                  <a:cxn ang="0">
                    <a:pos x="T4" y="T5"/>
                  </a:cxn>
                  <a:cxn ang="0">
                    <a:pos x="T6" y="T7"/>
                  </a:cxn>
                  <a:cxn ang="0">
                    <a:pos x="T8" y="T9"/>
                  </a:cxn>
                </a:cxnLst>
                <a:rect l="0" t="0" r="r" b="b"/>
                <a:pathLst>
                  <a:path w="26" h="20">
                    <a:moveTo>
                      <a:pt x="23" y="0"/>
                    </a:moveTo>
                    <a:lnTo>
                      <a:pt x="0" y="15"/>
                    </a:lnTo>
                    <a:lnTo>
                      <a:pt x="3" y="20"/>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5" name="Oval 88"/>
              <p:cNvSpPr>
                <a:spLocks noChangeArrowheads="1"/>
              </p:cNvSpPr>
              <p:nvPr/>
            </p:nvSpPr>
            <p:spPr bwMode="auto">
              <a:xfrm>
                <a:off x="4602648"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6" name="Oval 89"/>
              <p:cNvSpPr>
                <a:spLocks noChangeArrowheads="1"/>
              </p:cNvSpPr>
              <p:nvPr/>
            </p:nvSpPr>
            <p:spPr bwMode="auto">
              <a:xfrm>
                <a:off x="4524031"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7" name="Freeform 90"/>
              <p:cNvSpPr>
                <a:spLocks/>
              </p:cNvSpPr>
              <p:nvPr/>
            </p:nvSpPr>
            <p:spPr bwMode="auto">
              <a:xfrm>
                <a:off x="4602648" y="2168469"/>
                <a:ext cx="34645" cy="26650"/>
              </a:xfrm>
              <a:custGeom>
                <a:avLst/>
                <a:gdLst>
                  <a:gd name="T0" fmla="*/ 0 w 26"/>
                  <a:gd name="T1" fmla="*/ 5 h 20"/>
                  <a:gd name="T2" fmla="*/ 23 w 26"/>
                  <a:gd name="T3" fmla="*/ 20 h 20"/>
                  <a:gd name="T4" fmla="*/ 26 w 26"/>
                  <a:gd name="T5" fmla="*/ 15 h 20"/>
                  <a:gd name="T6" fmla="*/ 3 w 26"/>
                  <a:gd name="T7" fmla="*/ 0 h 20"/>
                  <a:gd name="T8" fmla="*/ 0 w 26"/>
                  <a:gd name="T9" fmla="*/ 5 h 20"/>
                </a:gdLst>
                <a:ahLst/>
                <a:cxnLst>
                  <a:cxn ang="0">
                    <a:pos x="T0" y="T1"/>
                  </a:cxn>
                  <a:cxn ang="0">
                    <a:pos x="T2" y="T3"/>
                  </a:cxn>
                  <a:cxn ang="0">
                    <a:pos x="T4" y="T5"/>
                  </a:cxn>
                  <a:cxn ang="0">
                    <a:pos x="T6" y="T7"/>
                  </a:cxn>
                  <a:cxn ang="0">
                    <a:pos x="T8" y="T9"/>
                  </a:cxn>
                </a:cxnLst>
                <a:rect l="0" t="0" r="r" b="b"/>
                <a:pathLst>
                  <a:path w="26" h="20">
                    <a:moveTo>
                      <a:pt x="0" y="5"/>
                    </a:moveTo>
                    <a:lnTo>
                      <a:pt x="23" y="20"/>
                    </a:lnTo>
                    <a:lnTo>
                      <a:pt x="26" y="15"/>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8" name="Freeform 91"/>
              <p:cNvSpPr>
                <a:spLocks noEditPoints="1"/>
              </p:cNvSpPr>
              <p:nvPr/>
            </p:nvSpPr>
            <p:spPr bwMode="auto">
              <a:xfrm>
                <a:off x="4462736"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3" name="Group 22"/>
            <p:cNvGrpSpPr/>
            <p:nvPr/>
          </p:nvGrpSpPr>
          <p:grpSpPr>
            <a:xfrm>
              <a:off x="8337080" y="5632647"/>
              <a:ext cx="218527" cy="218527"/>
              <a:chOff x="4995729" y="2116502"/>
              <a:chExt cx="218527" cy="218527"/>
            </a:xfrm>
            <a:grpFill/>
          </p:grpSpPr>
          <p:sp>
            <p:nvSpPr>
              <p:cNvPr id="377" name="Rectangle 92"/>
              <p:cNvSpPr>
                <a:spLocks noChangeArrowheads="1"/>
              </p:cNvSpPr>
              <p:nvPr/>
            </p:nvSpPr>
            <p:spPr bwMode="auto">
              <a:xfrm>
                <a:off x="5066351"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8" name="Oval 93"/>
              <p:cNvSpPr>
                <a:spLocks noChangeArrowheads="1"/>
              </p:cNvSpPr>
              <p:nvPr/>
            </p:nvSpPr>
            <p:spPr bwMode="auto">
              <a:xfrm>
                <a:off x="5057024"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9" name="Freeform 94"/>
              <p:cNvSpPr>
                <a:spLocks/>
              </p:cNvSpPr>
              <p:nvPr/>
            </p:nvSpPr>
            <p:spPr bwMode="auto">
              <a:xfrm>
                <a:off x="5039702" y="2168469"/>
                <a:ext cx="34645" cy="26650"/>
              </a:xfrm>
              <a:custGeom>
                <a:avLst/>
                <a:gdLst>
                  <a:gd name="T0" fmla="*/ 23 w 26"/>
                  <a:gd name="T1" fmla="*/ 0 h 20"/>
                  <a:gd name="T2" fmla="*/ 0 w 26"/>
                  <a:gd name="T3" fmla="*/ 15 h 20"/>
                  <a:gd name="T4" fmla="*/ 3 w 26"/>
                  <a:gd name="T5" fmla="*/ 20 h 20"/>
                  <a:gd name="T6" fmla="*/ 26 w 26"/>
                  <a:gd name="T7" fmla="*/ 5 h 20"/>
                  <a:gd name="T8" fmla="*/ 23 w 26"/>
                  <a:gd name="T9" fmla="*/ 0 h 20"/>
                </a:gdLst>
                <a:ahLst/>
                <a:cxnLst>
                  <a:cxn ang="0">
                    <a:pos x="T0" y="T1"/>
                  </a:cxn>
                  <a:cxn ang="0">
                    <a:pos x="T2" y="T3"/>
                  </a:cxn>
                  <a:cxn ang="0">
                    <a:pos x="T4" y="T5"/>
                  </a:cxn>
                  <a:cxn ang="0">
                    <a:pos x="T6" y="T7"/>
                  </a:cxn>
                  <a:cxn ang="0">
                    <a:pos x="T8" y="T9"/>
                  </a:cxn>
                </a:cxnLst>
                <a:rect l="0" t="0" r="r" b="b"/>
                <a:pathLst>
                  <a:path w="26" h="20">
                    <a:moveTo>
                      <a:pt x="23" y="0"/>
                    </a:moveTo>
                    <a:lnTo>
                      <a:pt x="0" y="15"/>
                    </a:lnTo>
                    <a:lnTo>
                      <a:pt x="3" y="20"/>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0" name="Freeform 95"/>
              <p:cNvSpPr>
                <a:spLocks/>
              </p:cNvSpPr>
              <p:nvPr/>
            </p:nvSpPr>
            <p:spPr bwMode="auto">
              <a:xfrm>
                <a:off x="5135641" y="2168469"/>
                <a:ext cx="34645" cy="26650"/>
              </a:xfrm>
              <a:custGeom>
                <a:avLst/>
                <a:gdLst>
                  <a:gd name="T0" fmla="*/ 0 w 26"/>
                  <a:gd name="T1" fmla="*/ 5 h 20"/>
                  <a:gd name="T2" fmla="*/ 23 w 26"/>
                  <a:gd name="T3" fmla="*/ 20 h 20"/>
                  <a:gd name="T4" fmla="*/ 26 w 26"/>
                  <a:gd name="T5" fmla="*/ 15 h 20"/>
                  <a:gd name="T6" fmla="*/ 3 w 26"/>
                  <a:gd name="T7" fmla="*/ 0 h 20"/>
                  <a:gd name="T8" fmla="*/ 0 w 26"/>
                  <a:gd name="T9" fmla="*/ 5 h 20"/>
                </a:gdLst>
                <a:ahLst/>
                <a:cxnLst>
                  <a:cxn ang="0">
                    <a:pos x="T0" y="T1"/>
                  </a:cxn>
                  <a:cxn ang="0">
                    <a:pos x="T2" y="T3"/>
                  </a:cxn>
                  <a:cxn ang="0">
                    <a:pos x="T4" y="T5"/>
                  </a:cxn>
                  <a:cxn ang="0">
                    <a:pos x="T6" y="T7"/>
                  </a:cxn>
                  <a:cxn ang="0">
                    <a:pos x="T8" y="T9"/>
                  </a:cxn>
                </a:cxnLst>
                <a:rect l="0" t="0" r="r" b="b"/>
                <a:pathLst>
                  <a:path w="26" h="20">
                    <a:moveTo>
                      <a:pt x="0" y="5"/>
                    </a:moveTo>
                    <a:lnTo>
                      <a:pt x="23" y="20"/>
                    </a:lnTo>
                    <a:lnTo>
                      <a:pt x="26" y="15"/>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1" name="Freeform 96"/>
              <p:cNvSpPr>
                <a:spLocks noEditPoints="1"/>
              </p:cNvSpPr>
              <p:nvPr/>
            </p:nvSpPr>
            <p:spPr bwMode="auto">
              <a:xfrm>
                <a:off x="4995729"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2" name="Oval 97"/>
              <p:cNvSpPr>
                <a:spLocks noChangeArrowheads="1"/>
              </p:cNvSpPr>
              <p:nvPr/>
            </p:nvSpPr>
            <p:spPr bwMode="auto">
              <a:xfrm>
                <a:off x="5135641"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4" name="Group 23"/>
            <p:cNvGrpSpPr/>
            <p:nvPr/>
          </p:nvGrpSpPr>
          <p:grpSpPr>
            <a:xfrm>
              <a:off x="5528723" y="2116502"/>
              <a:ext cx="218527" cy="218527"/>
              <a:chOff x="5528723" y="2116502"/>
              <a:chExt cx="218527" cy="218527"/>
            </a:xfrm>
            <a:grpFill/>
          </p:grpSpPr>
          <p:sp>
            <p:nvSpPr>
              <p:cNvPr id="371" name="Oval 98"/>
              <p:cNvSpPr>
                <a:spLocks noChangeArrowheads="1"/>
              </p:cNvSpPr>
              <p:nvPr/>
            </p:nvSpPr>
            <p:spPr bwMode="auto">
              <a:xfrm>
                <a:off x="5590017"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2" name="Freeform 99"/>
              <p:cNvSpPr>
                <a:spLocks/>
              </p:cNvSpPr>
              <p:nvPr/>
            </p:nvSpPr>
            <p:spPr bwMode="auto">
              <a:xfrm>
                <a:off x="5651311" y="2168469"/>
                <a:ext cx="34645" cy="26650"/>
              </a:xfrm>
              <a:custGeom>
                <a:avLst/>
                <a:gdLst>
                  <a:gd name="T0" fmla="*/ 26 w 26"/>
                  <a:gd name="T1" fmla="*/ 5 h 20"/>
                  <a:gd name="T2" fmla="*/ 23 w 26"/>
                  <a:gd name="T3" fmla="*/ 0 h 20"/>
                  <a:gd name="T4" fmla="*/ 0 w 26"/>
                  <a:gd name="T5" fmla="*/ 15 h 20"/>
                  <a:gd name="T6" fmla="*/ 3 w 26"/>
                  <a:gd name="T7" fmla="*/ 20 h 20"/>
                  <a:gd name="T8" fmla="*/ 26 w 26"/>
                  <a:gd name="T9" fmla="*/ 5 h 20"/>
                </a:gdLst>
                <a:ahLst/>
                <a:cxnLst>
                  <a:cxn ang="0">
                    <a:pos x="T0" y="T1"/>
                  </a:cxn>
                  <a:cxn ang="0">
                    <a:pos x="T2" y="T3"/>
                  </a:cxn>
                  <a:cxn ang="0">
                    <a:pos x="T4" y="T5"/>
                  </a:cxn>
                  <a:cxn ang="0">
                    <a:pos x="T6" y="T7"/>
                  </a:cxn>
                  <a:cxn ang="0">
                    <a:pos x="T8" y="T9"/>
                  </a:cxn>
                </a:cxnLst>
                <a:rect l="0" t="0" r="r" b="b"/>
                <a:pathLst>
                  <a:path w="26" h="20">
                    <a:moveTo>
                      <a:pt x="26" y="5"/>
                    </a:moveTo>
                    <a:lnTo>
                      <a:pt x="23" y="0"/>
                    </a:lnTo>
                    <a:lnTo>
                      <a:pt x="0" y="15"/>
                    </a:lnTo>
                    <a:lnTo>
                      <a:pt x="3" y="20"/>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3" name="Freeform 100"/>
              <p:cNvSpPr>
                <a:spLocks/>
              </p:cNvSpPr>
              <p:nvPr/>
            </p:nvSpPr>
            <p:spPr bwMode="auto">
              <a:xfrm>
                <a:off x="5590017" y="2168469"/>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4" name="Rectangle 101"/>
              <p:cNvSpPr>
                <a:spLocks noChangeArrowheads="1"/>
              </p:cNvSpPr>
              <p:nvPr/>
            </p:nvSpPr>
            <p:spPr bwMode="auto">
              <a:xfrm>
                <a:off x="5599345"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5" name="Oval 102"/>
              <p:cNvSpPr>
                <a:spLocks noChangeArrowheads="1"/>
              </p:cNvSpPr>
              <p:nvPr/>
            </p:nvSpPr>
            <p:spPr bwMode="auto">
              <a:xfrm>
                <a:off x="5668634"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6" name="Freeform 103"/>
              <p:cNvSpPr>
                <a:spLocks noEditPoints="1"/>
              </p:cNvSpPr>
              <p:nvPr/>
            </p:nvSpPr>
            <p:spPr bwMode="auto">
              <a:xfrm>
                <a:off x="5528723"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5" name="Group 24"/>
            <p:cNvGrpSpPr/>
            <p:nvPr/>
          </p:nvGrpSpPr>
          <p:grpSpPr>
            <a:xfrm>
              <a:off x="8629923" y="3662071"/>
              <a:ext cx="218527" cy="218527"/>
              <a:chOff x="6061716" y="2116502"/>
              <a:chExt cx="218527" cy="218527"/>
            </a:xfrm>
            <a:grpFill/>
          </p:grpSpPr>
          <p:sp>
            <p:nvSpPr>
              <p:cNvPr id="365" name="Oval 104"/>
              <p:cNvSpPr>
                <a:spLocks noChangeArrowheads="1"/>
              </p:cNvSpPr>
              <p:nvPr/>
            </p:nvSpPr>
            <p:spPr bwMode="auto">
              <a:xfrm>
                <a:off x="6123010"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6" name="Freeform 105"/>
              <p:cNvSpPr>
                <a:spLocks/>
              </p:cNvSpPr>
              <p:nvPr/>
            </p:nvSpPr>
            <p:spPr bwMode="auto">
              <a:xfrm>
                <a:off x="6132338" y="2256413"/>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7" name="Rectangle 106"/>
              <p:cNvSpPr>
                <a:spLocks noChangeArrowheads="1"/>
              </p:cNvSpPr>
              <p:nvPr/>
            </p:nvSpPr>
            <p:spPr bwMode="auto">
              <a:xfrm>
                <a:off x="6115015" y="2168469"/>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8" name="Oval 107"/>
              <p:cNvSpPr>
                <a:spLocks noChangeArrowheads="1"/>
              </p:cNvSpPr>
              <p:nvPr/>
            </p:nvSpPr>
            <p:spPr bwMode="auto">
              <a:xfrm>
                <a:off x="6201627"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9" name="Freeform 108"/>
              <p:cNvSpPr>
                <a:spLocks noEditPoints="1"/>
              </p:cNvSpPr>
              <p:nvPr/>
            </p:nvSpPr>
            <p:spPr bwMode="auto">
              <a:xfrm>
                <a:off x="6061716"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0" name="Rectangle 109"/>
              <p:cNvSpPr>
                <a:spLocks noChangeArrowheads="1"/>
              </p:cNvSpPr>
              <p:nvPr/>
            </p:nvSpPr>
            <p:spPr bwMode="auto">
              <a:xfrm>
                <a:off x="6193632" y="2168469"/>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6" name="Group 25"/>
            <p:cNvGrpSpPr/>
            <p:nvPr/>
          </p:nvGrpSpPr>
          <p:grpSpPr>
            <a:xfrm>
              <a:off x="6593377" y="2116502"/>
              <a:ext cx="218527" cy="218527"/>
              <a:chOff x="6593377" y="2116502"/>
              <a:chExt cx="218527" cy="218527"/>
            </a:xfrm>
            <a:grpFill/>
          </p:grpSpPr>
          <p:sp>
            <p:nvSpPr>
              <p:cNvPr id="361" name="Rectangle 110"/>
              <p:cNvSpPr>
                <a:spLocks noChangeArrowheads="1"/>
              </p:cNvSpPr>
              <p:nvPr/>
            </p:nvSpPr>
            <p:spPr bwMode="auto">
              <a:xfrm>
                <a:off x="6656003" y="2195118"/>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2" name="Freeform 111"/>
              <p:cNvSpPr>
                <a:spLocks/>
              </p:cNvSpPr>
              <p:nvPr/>
            </p:nvSpPr>
            <p:spPr bwMode="auto">
              <a:xfrm>
                <a:off x="6662666"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3" name="Freeform 112"/>
              <p:cNvSpPr>
                <a:spLocks noEditPoints="1"/>
              </p:cNvSpPr>
              <p:nvPr/>
            </p:nvSpPr>
            <p:spPr bwMode="auto">
              <a:xfrm>
                <a:off x="6593377"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3" y="0"/>
                      <a:pt x="0" y="22"/>
                      <a:pt x="0" y="50"/>
                    </a:cubicBezTo>
                    <a:cubicBezTo>
                      <a:pt x="0" y="78"/>
                      <a:pt x="23"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6" y="4"/>
                      <a:pt x="96" y="25"/>
                      <a:pt x="96" y="50"/>
                    </a:cubicBezTo>
                    <a:cubicBezTo>
                      <a:pt x="96" y="75"/>
                      <a:pt x="76"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4" name="Oval 113"/>
              <p:cNvSpPr>
                <a:spLocks noChangeArrowheads="1"/>
              </p:cNvSpPr>
              <p:nvPr/>
            </p:nvSpPr>
            <p:spPr bwMode="auto">
              <a:xfrm>
                <a:off x="6733287"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7" name="Group 26"/>
            <p:cNvGrpSpPr/>
            <p:nvPr/>
          </p:nvGrpSpPr>
          <p:grpSpPr>
            <a:xfrm>
              <a:off x="7083487" y="3016974"/>
              <a:ext cx="218527" cy="218527"/>
              <a:chOff x="7127702" y="2116502"/>
              <a:chExt cx="218527" cy="218527"/>
            </a:xfrm>
            <a:grpFill/>
          </p:grpSpPr>
          <p:sp>
            <p:nvSpPr>
              <p:cNvPr id="355" name="Freeform 114"/>
              <p:cNvSpPr>
                <a:spLocks/>
              </p:cNvSpPr>
              <p:nvPr/>
            </p:nvSpPr>
            <p:spPr bwMode="auto">
              <a:xfrm>
                <a:off x="7198324" y="2256413"/>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6" name="Freeform 115"/>
              <p:cNvSpPr>
                <a:spLocks/>
              </p:cNvSpPr>
              <p:nvPr/>
            </p:nvSpPr>
            <p:spPr bwMode="auto">
              <a:xfrm>
                <a:off x="7250290" y="2168469"/>
                <a:ext cx="34645" cy="26650"/>
              </a:xfrm>
              <a:custGeom>
                <a:avLst/>
                <a:gdLst>
                  <a:gd name="T0" fmla="*/ 26 w 26"/>
                  <a:gd name="T1" fmla="*/ 5 h 20"/>
                  <a:gd name="T2" fmla="*/ 23 w 26"/>
                  <a:gd name="T3" fmla="*/ 0 h 20"/>
                  <a:gd name="T4" fmla="*/ 0 w 26"/>
                  <a:gd name="T5" fmla="*/ 15 h 20"/>
                  <a:gd name="T6" fmla="*/ 3 w 26"/>
                  <a:gd name="T7" fmla="*/ 20 h 20"/>
                  <a:gd name="T8" fmla="*/ 26 w 26"/>
                  <a:gd name="T9" fmla="*/ 5 h 20"/>
                </a:gdLst>
                <a:ahLst/>
                <a:cxnLst>
                  <a:cxn ang="0">
                    <a:pos x="T0" y="T1"/>
                  </a:cxn>
                  <a:cxn ang="0">
                    <a:pos x="T2" y="T3"/>
                  </a:cxn>
                  <a:cxn ang="0">
                    <a:pos x="T4" y="T5"/>
                  </a:cxn>
                  <a:cxn ang="0">
                    <a:pos x="T6" y="T7"/>
                  </a:cxn>
                  <a:cxn ang="0">
                    <a:pos x="T8" y="T9"/>
                  </a:cxn>
                </a:cxnLst>
                <a:rect l="0" t="0" r="r" b="b"/>
                <a:pathLst>
                  <a:path w="26" h="20">
                    <a:moveTo>
                      <a:pt x="26" y="5"/>
                    </a:moveTo>
                    <a:lnTo>
                      <a:pt x="23" y="0"/>
                    </a:lnTo>
                    <a:lnTo>
                      <a:pt x="0" y="15"/>
                    </a:lnTo>
                    <a:lnTo>
                      <a:pt x="3" y="20"/>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7" name="Freeform 116"/>
              <p:cNvSpPr>
                <a:spLocks/>
              </p:cNvSpPr>
              <p:nvPr/>
            </p:nvSpPr>
            <p:spPr bwMode="auto">
              <a:xfrm>
                <a:off x="7188996" y="2168469"/>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8" name="Oval 117"/>
              <p:cNvSpPr>
                <a:spLocks noChangeArrowheads="1"/>
              </p:cNvSpPr>
              <p:nvPr/>
            </p:nvSpPr>
            <p:spPr bwMode="auto">
              <a:xfrm>
                <a:off x="7188996"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9" name="Oval 118"/>
              <p:cNvSpPr>
                <a:spLocks noChangeArrowheads="1"/>
              </p:cNvSpPr>
              <p:nvPr/>
            </p:nvSpPr>
            <p:spPr bwMode="auto">
              <a:xfrm>
                <a:off x="7267613"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0" name="Freeform 119"/>
              <p:cNvSpPr>
                <a:spLocks noEditPoints="1"/>
              </p:cNvSpPr>
              <p:nvPr/>
            </p:nvSpPr>
            <p:spPr bwMode="auto">
              <a:xfrm>
                <a:off x="7127702"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8" name="Group 27"/>
            <p:cNvGrpSpPr/>
            <p:nvPr/>
          </p:nvGrpSpPr>
          <p:grpSpPr>
            <a:xfrm>
              <a:off x="10076581" y="3680007"/>
              <a:ext cx="218527" cy="218527"/>
              <a:chOff x="7660695" y="2116502"/>
              <a:chExt cx="218527" cy="218527"/>
            </a:xfrm>
            <a:grpFill/>
          </p:grpSpPr>
          <p:sp>
            <p:nvSpPr>
              <p:cNvPr id="351" name="Oval 120"/>
              <p:cNvSpPr>
                <a:spLocks noChangeArrowheads="1"/>
              </p:cNvSpPr>
              <p:nvPr/>
            </p:nvSpPr>
            <p:spPr bwMode="auto">
              <a:xfrm>
                <a:off x="7800606"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2" name="Oval 121"/>
              <p:cNvSpPr>
                <a:spLocks noChangeArrowheads="1"/>
              </p:cNvSpPr>
              <p:nvPr/>
            </p:nvSpPr>
            <p:spPr bwMode="auto">
              <a:xfrm>
                <a:off x="7721989"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3" name="Freeform 122"/>
              <p:cNvSpPr>
                <a:spLocks/>
              </p:cNvSpPr>
              <p:nvPr/>
            </p:nvSpPr>
            <p:spPr bwMode="auto">
              <a:xfrm>
                <a:off x="7731317"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4" name="Freeform 123"/>
              <p:cNvSpPr>
                <a:spLocks noEditPoints="1"/>
              </p:cNvSpPr>
              <p:nvPr/>
            </p:nvSpPr>
            <p:spPr bwMode="auto">
              <a:xfrm>
                <a:off x="7660695"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9" name="Group 28"/>
            <p:cNvGrpSpPr/>
            <p:nvPr/>
          </p:nvGrpSpPr>
          <p:grpSpPr>
            <a:xfrm>
              <a:off x="1264778" y="2649495"/>
              <a:ext cx="218527" cy="218527"/>
              <a:chOff x="1264778" y="2649495"/>
              <a:chExt cx="218527" cy="218527"/>
            </a:xfrm>
            <a:grpFill/>
          </p:grpSpPr>
          <p:sp>
            <p:nvSpPr>
              <p:cNvPr id="347" name="Freeform 124"/>
              <p:cNvSpPr>
                <a:spLocks/>
              </p:cNvSpPr>
              <p:nvPr/>
            </p:nvSpPr>
            <p:spPr bwMode="auto">
              <a:xfrm>
                <a:off x="1334067" y="2789406"/>
                <a:ext cx="78617" cy="25317"/>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8" name="Oval 125"/>
              <p:cNvSpPr>
                <a:spLocks noChangeArrowheads="1"/>
              </p:cNvSpPr>
              <p:nvPr/>
            </p:nvSpPr>
            <p:spPr bwMode="auto">
              <a:xfrm>
                <a:off x="1326072" y="271878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9" name="Oval 126"/>
              <p:cNvSpPr>
                <a:spLocks noChangeArrowheads="1"/>
              </p:cNvSpPr>
              <p:nvPr/>
            </p:nvSpPr>
            <p:spPr bwMode="auto">
              <a:xfrm>
                <a:off x="1404689" y="271878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0" name="Freeform 127"/>
              <p:cNvSpPr>
                <a:spLocks noEditPoints="1"/>
              </p:cNvSpPr>
              <p:nvPr/>
            </p:nvSpPr>
            <p:spPr bwMode="auto">
              <a:xfrm>
                <a:off x="1264778" y="2649495"/>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3"/>
                      <a:pt x="0" y="50"/>
                    </a:cubicBezTo>
                    <a:cubicBezTo>
                      <a:pt x="0" y="78"/>
                      <a:pt x="22" y="100"/>
                      <a:pt x="50" y="100"/>
                    </a:cubicBezTo>
                    <a:cubicBezTo>
                      <a:pt x="78" y="100"/>
                      <a:pt x="100" y="78"/>
                      <a:pt x="100" y="50"/>
                    </a:cubicBezTo>
                    <a:cubicBezTo>
                      <a:pt x="100" y="23"/>
                      <a:pt x="78" y="0"/>
                      <a:pt x="50" y="0"/>
                    </a:cubicBezTo>
                    <a:close/>
                    <a:moveTo>
                      <a:pt x="50" y="96"/>
                    </a:moveTo>
                    <a:cubicBezTo>
                      <a:pt x="25" y="96"/>
                      <a:pt x="4" y="76"/>
                      <a:pt x="4" y="50"/>
                    </a:cubicBezTo>
                    <a:cubicBezTo>
                      <a:pt x="4" y="25"/>
                      <a:pt x="25" y="4"/>
                      <a:pt x="50" y="4"/>
                    </a:cubicBezTo>
                    <a:cubicBezTo>
                      <a:pt x="75" y="4"/>
                      <a:pt x="96" y="25"/>
                      <a:pt x="96" y="50"/>
                    </a:cubicBezTo>
                    <a:cubicBezTo>
                      <a:pt x="96" y="76"/>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0" name="Group 29"/>
            <p:cNvGrpSpPr/>
            <p:nvPr/>
          </p:nvGrpSpPr>
          <p:grpSpPr>
            <a:xfrm>
              <a:off x="9048348" y="1118811"/>
              <a:ext cx="218527" cy="219859"/>
              <a:chOff x="1797771" y="2650828"/>
              <a:chExt cx="218527" cy="219859"/>
            </a:xfrm>
            <a:grpFill/>
          </p:grpSpPr>
          <p:sp>
            <p:nvSpPr>
              <p:cNvPr id="341" name="Freeform 128"/>
              <p:cNvSpPr>
                <a:spLocks/>
              </p:cNvSpPr>
              <p:nvPr/>
            </p:nvSpPr>
            <p:spPr bwMode="auto">
              <a:xfrm>
                <a:off x="1867060" y="2790739"/>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2" name="Freeform 129"/>
              <p:cNvSpPr>
                <a:spLocks noEditPoints="1"/>
              </p:cNvSpPr>
              <p:nvPr/>
            </p:nvSpPr>
            <p:spPr bwMode="auto">
              <a:xfrm>
                <a:off x="1797771"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3" name="Rectangle 130"/>
              <p:cNvSpPr>
                <a:spLocks noChangeArrowheads="1"/>
              </p:cNvSpPr>
              <p:nvPr/>
            </p:nvSpPr>
            <p:spPr bwMode="auto">
              <a:xfrm>
                <a:off x="1849738"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4" name="Oval 131"/>
              <p:cNvSpPr>
                <a:spLocks noChangeArrowheads="1"/>
              </p:cNvSpPr>
              <p:nvPr/>
            </p:nvSpPr>
            <p:spPr bwMode="auto">
              <a:xfrm>
                <a:off x="1859065"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5" name="Oval 132"/>
              <p:cNvSpPr>
                <a:spLocks noChangeArrowheads="1"/>
              </p:cNvSpPr>
              <p:nvPr/>
            </p:nvSpPr>
            <p:spPr bwMode="auto">
              <a:xfrm>
                <a:off x="1937682"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6" name="Rectangle 133"/>
              <p:cNvSpPr>
                <a:spLocks noChangeArrowheads="1"/>
              </p:cNvSpPr>
              <p:nvPr/>
            </p:nvSpPr>
            <p:spPr bwMode="auto">
              <a:xfrm>
                <a:off x="1928354"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1" name="Group 30"/>
            <p:cNvGrpSpPr/>
            <p:nvPr/>
          </p:nvGrpSpPr>
          <p:grpSpPr>
            <a:xfrm>
              <a:off x="2783421" y="5204209"/>
              <a:ext cx="218527" cy="219859"/>
              <a:chOff x="2330764" y="2650828"/>
              <a:chExt cx="218527" cy="219859"/>
            </a:xfrm>
            <a:grpFill/>
          </p:grpSpPr>
          <p:sp>
            <p:nvSpPr>
              <p:cNvPr id="335" name="Freeform 134"/>
              <p:cNvSpPr>
                <a:spLocks/>
              </p:cNvSpPr>
              <p:nvPr/>
            </p:nvSpPr>
            <p:spPr bwMode="auto">
              <a:xfrm>
                <a:off x="2374736" y="2704127"/>
                <a:ext cx="34645" cy="25317"/>
              </a:xfrm>
              <a:custGeom>
                <a:avLst/>
                <a:gdLst>
                  <a:gd name="T0" fmla="*/ 23 w 26"/>
                  <a:gd name="T1" fmla="*/ 0 h 19"/>
                  <a:gd name="T2" fmla="*/ 0 w 26"/>
                  <a:gd name="T3" fmla="*/ 14 h 19"/>
                  <a:gd name="T4" fmla="*/ 3 w 26"/>
                  <a:gd name="T5" fmla="*/ 19 h 19"/>
                  <a:gd name="T6" fmla="*/ 26 w 26"/>
                  <a:gd name="T7" fmla="*/ 5 h 19"/>
                  <a:gd name="T8" fmla="*/ 23 w 26"/>
                  <a:gd name="T9" fmla="*/ 0 h 19"/>
                </a:gdLst>
                <a:ahLst/>
                <a:cxnLst>
                  <a:cxn ang="0">
                    <a:pos x="T0" y="T1"/>
                  </a:cxn>
                  <a:cxn ang="0">
                    <a:pos x="T2" y="T3"/>
                  </a:cxn>
                  <a:cxn ang="0">
                    <a:pos x="T4" y="T5"/>
                  </a:cxn>
                  <a:cxn ang="0">
                    <a:pos x="T6" y="T7"/>
                  </a:cxn>
                  <a:cxn ang="0">
                    <a:pos x="T8" y="T9"/>
                  </a:cxn>
                </a:cxnLst>
                <a:rect l="0" t="0" r="r" b="b"/>
                <a:pathLst>
                  <a:path w="26" h="19">
                    <a:moveTo>
                      <a:pt x="23" y="0"/>
                    </a:moveTo>
                    <a:lnTo>
                      <a:pt x="0" y="14"/>
                    </a:lnTo>
                    <a:lnTo>
                      <a:pt x="3" y="19"/>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6" name="Oval 135"/>
              <p:cNvSpPr>
                <a:spLocks noChangeArrowheads="1"/>
              </p:cNvSpPr>
              <p:nvPr/>
            </p:nvSpPr>
            <p:spPr bwMode="auto">
              <a:xfrm>
                <a:off x="2392058"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7" name="Freeform 136"/>
              <p:cNvSpPr>
                <a:spLocks/>
              </p:cNvSpPr>
              <p:nvPr/>
            </p:nvSpPr>
            <p:spPr bwMode="auto">
              <a:xfrm>
                <a:off x="2400053" y="2790739"/>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8" name="Freeform 137"/>
              <p:cNvSpPr>
                <a:spLocks noEditPoints="1"/>
              </p:cNvSpPr>
              <p:nvPr/>
            </p:nvSpPr>
            <p:spPr bwMode="auto">
              <a:xfrm>
                <a:off x="2330764"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9" name="Oval 138"/>
              <p:cNvSpPr>
                <a:spLocks noChangeArrowheads="1"/>
              </p:cNvSpPr>
              <p:nvPr/>
            </p:nvSpPr>
            <p:spPr bwMode="auto">
              <a:xfrm>
                <a:off x="2470675"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0" name="Freeform 139"/>
              <p:cNvSpPr>
                <a:spLocks/>
              </p:cNvSpPr>
              <p:nvPr/>
            </p:nvSpPr>
            <p:spPr bwMode="auto">
              <a:xfrm>
                <a:off x="2470675" y="2704127"/>
                <a:ext cx="34645" cy="25317"/>
              </a:xfrm>
              <a:custGeom>
                <a:avLst/>
                <a:gdLst>
                  <a:gd name="T0" fmla="*/ 0 w 26"/>
                  <a:gd name="T1" fmla="*/ 5 h 19"/>
                  <a:gd name="T2" fmla="*/ 23 w 26"/>
                  <a:gd name="T3" fmla="*/ 19 h 19"/>
                  <a:gd name="T4" fmla="*/ 26 w 26"/>
                  <a:gd name="T5" fmla="*/ 14 h 19"/>
                  <a:gd name="T6" fmla="*/ 3 w 26"/>
                  <a:gd name="T7" fmla="*/ 0 h 19"/>
                  <a:gd name="T8" fmla="*/ 0 w 26"/>
                  <a:gd name="T9" fmla="*/ 5 h 19"/>
                </a:gdLst>
                <a:ahLst/>
                <a:cxnLst>
                  <a:cxn ang="0">
                    <a:pos x="T0" y="T1"/>
                  </a:cxn>
                  <a:cxn ang="0">
                    <a:pos x="T2" y="T3"/>
                  </a:cxn>
                  <a:cxn ang="0">
                    <a:pos x="T4" y="T5"/>
                  </a:cxn>
                  <a:cxn ang="0">
                    <a:pos x="T6" y="T7"/>
                  </a:cxn>
                  <a:cxn ang="0">
                    <a:pos x="T8" y="T9"/>
                  </a:cxn>
                </a:cxnLst>
                <a:rect l="0" t="0" r="r" b="b"/>
                <a:pathLst>
                  <a:path w="26" h="19">
                    <a:moveTo>
                      <a:pt x="0" y="5"/>
                    </a:moveTo>
                    <a:lnTo>
                      <a:pt x="23" y="19"/>
                    </a:lnTo>
                    <a:lnTo>
                      <a:pt x="26" y="14"/>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2" name="Group 31"/>
            <p:cNvGrpSpPr/>
            <p:nvPr/>
          </p:nvGrpSpPr>
          <p:grpSpPr>
            <a:xfrm>
              <a:off x="4401443" y="5888928"/>
              <a:ext cx="218527" cy="219859"/>
              <a:chOff x="2863757" y="2650828"/>
              <a:chExt cx="218527" cy="219859"/>
            </a:xfrm>
            <a:grpFill/>
          </p:grpSpPr>
          <p:sp>
            <p:nvSpPr>
              <p:cNvPr id="329" name="Oval 140"/>
              <p:cNvSpPr>
                <a:spLocks noChangeArrowheads="1"/>
              </p:cNvSpPr>
              <p:nvPr/>
            </p:nvSpPr>
            <p:spPr bwMode="auto">
              <a:xfrm>
                <a:off x="2925051"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0" name="Freeform 141"/>
              <p:cNvSpPr>
                <a:spLocks/>
              </p:cNvSpPr>
              <p:nvPr/>
            </p:nvSpPr>
            <p:spPr bwMode="auto">
              <a:xfrm>
                <a:off x="2907730" y="2704127"/>
                <a:ext cx="34645" cy="25317"/>
              </a:xfrm>
              <a:custGeom>
                <a:avLst/>
                <a:gdLst>
                  <a:gd name="T0" fmla="*/ 23 w 26"/>
                  <a:gd name="T1" fmla="*/ 0 h 19"/>
                  <a:gd name="T2" fmla="*/ 0 w 26"/>
                  <a:gd name="T3" fmla="*/ 14 h 19"/>
                  <a:gd name="T4" fmla="*/ 3 w 26"/>
                  <a:gd name="T5" fmla="*/ 19 h 19"/>
                  <a:gd name="T6" fmla="*/ 26 w 26"/>
                  <a:gd name="T7" fmla="*/ 5 h 19"/>
                  <a:gd name="T8" fmla="*/ 23 w 26"/>
                  <a:gd name="T9" fmla="*/ 0 h 19"/>
                </a:gdLst>
                <a:ahLst/>
                <a:cxnLst>
                  <a:cxn ang="0">
                    <a:pos x="T0" y="T1"/>
                  </a:cxn>
                  <a:cxn ang="0">
                    <a:pos x="T2" y="T3"/>
                  </a:cxn>
                  <a:cxn ang="0">
                    <a:pos x="T4" y="T5"/>
                  </a:cxn>
                  <a:cxn ang="0">
                    <a:pos x="T6" y="T7"/>
                  </a:cxn>
                  <a:cxn ang="0">
                    <a:pos x="T8" y="T9"/>
                  </a:cxn>
                </a:cxnLst>
                <a:rect l="0" t="0" r="r" b="b"/>
                <a:pathLst>
                  <a:path w="26" h="19">
                    <a:moveTo>
                      <a:pt x="23" y="0"/>
                    </a:moveTo>
                    <a:lnTo>
                      <a:pt x="0" y="14"/>
                    </a:lnTo>
                    <a:lnTo>
                      <a:pt x="3" y="19"/>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1" name="Freeform 142"/>
              <p:cNvSpPr>
                <a:spLocks/>
              </p:cNvSpPr>
              <p:nvPr/>
            </p:nvSpPr>
            <p:spPr bwMode="auto">
              <a:xfrm>
                <a:off x="2933046" y="2790739"/>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2" name="Freeform 143"/>
              <p:cNvSpPr>
                <a:spLocks noEditPoints="1"/>
              </p:cNvSpPr>
              <p:nvPr/>
            </p:nvSpPr>
            <p:spPr bwMode="auto">
              <a:xfrm>
                <a:off x="2863757"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3" name="Oval 144"/>
              <p:cNvSpPr>
                <a:spLocks noChangeArrowheads="1"/>
              </p:cNvSpPr>
              <p:nvPr/>
            </p:nvSpPr>
            <p:spPr bwMode="auto">
              <a:xfrm>
                <a:off x="3003668"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4" name="Freeform 145"/>
              <p:cNvSpPr>
                <a:spLocks/>
              </p:cNvSpPr>
              <p:nvPr/>
            </p:nvSpPr>
            <p:spPr bwMode="auto">
              <a:xfrm>
                <a:off x="3003668" y="2704127"/>
                <a:ext cx="34645" cy="25317"/>
              </a:xfrm>
              <a:custGeom>
                <a:avLst/>
                <a:gdLst>
                  <a:gd name="T0" fmla="*/ 0 w 26"/>
                  <a:gd name="T1" fmla="*/ 5 h 19"/>
                  <a:gd name="T2" fmla="*/ 23 w 26"/>
                  <a:gd name="T3" fmla="*/ 19 h 19"/>
                  <a:gd name="T4" fmla="*/ 26 w 26"/>
                  <a:gd name="T5" fmla="*/ 14 h 19"/>
                  <a:gd name="T6" fmla="*/ 3 w 26"/>
                  <a:gd name="T7" fmla="*/ 0 h 19"/>
                  <a:gd name="T8" fmla="*/ 0 w 26"/>
                  <a:gd name="T9" fmla="*/ 5 h 19"/>
                </a:gdLst>
                <a:ahLst/>
                <a:cxnLst>
                  <a:cxn ang="0">
                    <a:pos x="T0" y="T1"/>
                  </a:cxn>
                  <a:cxn ang="0">
                    <a:pos x="T2" y="T3"/>
                  </a:cxn>
                  <a:cxn ang="0">
                    <a:pos x="T4" y="T5"/>
                  </a:cxn>
                  <a:cxn ang="0">
                    <a:pos x="T6" y="T7"/>
                  </a:cxn>
                  <a:cxn ang="0">
                    <a:pos x="T8" y="T9"/>
                  </a:cxn>
                </a:cxnLst>
                <a:rect l="0" t="0" r="r" b="b"/>
                <a:pathLst>
                  <a:path w="26" h="19">
                    <a:moveTo>
                      <a:pt x="0" y="5"/>
                    </a:moveTo>
                    <a:lnTo>
                      <a:pt x="23" y="19"/>
                    </a:lnTo>
                    <a:lnTo>
                      <a:pt x="26" y="14"/>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3" name="Group 32"/>
            <p:cNvGrpSpPr/>
            <p:nvPr/>
          </p:nvGrpSpPr>
          <p:grpSpPr>
            <a:xfrm>
              <a:off x="2809869" y="2107404"/>
              <a:ext cx="722470" cy="726874"/>
              <a:chOff x="3396750" y="2650828"/>
              <a:chExt cx="218527" cy="219859"/>
            </a:xfrm>
            <a:grpFill/>
          </p:grpSpPr>
          <p:sp>
            <p:nvSpPr>
              <p:cNvPr id="325" name="Oval 146"/>
              <p:cNvSpPr>
                <a:spLocks noChangeArrowheads="1"/>
              </p:cNvSpPr>
              <p:nvPr/>
            </p:nvSpPr>
            <p:spPr bwMode="auto">
              <a:xfrm>
                <a:off x="3458044"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6" name="Freeform 147"/>
              <p:cNvSpPr>
                <a:spLocks noEditPoints="1"/>
              </p:cNvSpPr>
              <p:nvPr/>
            </p:nvSpPr>
            <p:spPr bwMode="auto">
              <a:xfrm>
                <a:off x="3458044" y="2782744"/>
                <a:ext cx="95939" cy="61294"/>
              </a:xfrm>
              <a:custGeom>
                <a:avLst/>
                <a:gdLst>
                  <a:gd name="T0" fmla="*/ 0 w 44"/>
                  <a:gd name="T1" fmla="*/ 4 h 28"/>
                  <a:gd name="T2" fmla="*/ 8 w 44"/>
                  <a:gd name="T3" fmla="*/ 4 h 28"/>
                  <a:gd name="T4" fmla="*/ 8 w 44"/>
                  <a:gd name="T5" fmla="*/ 14 h 28"/>
                  <a:gd name="T6" fmla="*/ 22 w 44"/>
                  <a:gd name="T7" fmla="*/ 28 h 28"/>
                  <a:gd name="T8" fmla="*/ 36 w 44"/>
                  <a:gd name="T9" fmla="*/ 14 h 28"/>
                  <a:gd name="T10" fmla="*/ 36 w 44"/>
                  <a:gd name="T11" fmla="*/ 4 h 28"/>
                  <a:gd name="T12" fmla="*/ 44 w 44"/>
                  <a:gd name="T13" fmla="*/ 4 h 28"/>
                  <a:gd name="T14" fmla="*/ 44 w 44"/>
                  <a:gd name="T15" fmla="*/ 0 h 28"/>
                  <a:gd name="T16" fmla="*/ 0 w 44"/>
                  <a:gd name="T17" fmla="*/ 0 h 28"/>
                  <a:gd name="T18" fmla="*/ 0 w 44"/>
                  <a:gd name="T19" fmla="*/ 4 h 28"/>
                  <a:gd name="T20" fmla="*/ 12 w 44"/>
                  <a:gd name="T21" fmla="*/ 4 h 28"/>
                  <a:gd name="T22" fmla="*/ 32 w 44"/>
                  <a:gd name="T23" fmla="*/ 4 h 28"/>
                  <a:gd name="T24" fmla="*/ 32 w 44"/>
                  <a:gd name="T25" fmla="*/ 14 h 28"/>
                  <a:gd name="T26" fmla="*/ 22 w 44"/>
                  <a:gd name="T27" fmla="*/ 24 h 28"/>
                  <a:gd name="T28" fmla="*/ 12 w 44"/>
                  <a:gd name="T29" fmla="*/ 14 h 28"/>
                  <a:gd name="T30" fmla="*/ 12 w 44"/>
                  <a:gd name="T31"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28">
                    <a:moveTo>
                      <a:pt x="0" y="4"/>
                    </a:moveTo>
                    <a:cubicBezTo>
                      <a:pt x="8" y="4"/>
                      <a:pt x="8" y="4"/>
                      <a:pt x="8" y="4"/>
                    </a:cubicBezTo>
                    <a:cubicBezTo>
                      <a:pt x="8" y="14"/>
                      <a:pt x="8" y="14"/>
                      <a:pt x="8" y="14"/>
                    </a:cubicBezTo>
                    <a:cubicBezTo>
                      <a:pt x="8" y="22"/>
                      <a:pt x="14" y="28"/>
                      <a:pt x="22" y="28"/>
                    </a:cubicBezTo>
                    <a:cubicBezTo>
                      <a:pt x="30" y="28"/>
                      <a:pt x="36" y="22"/>
                      <a:pt x="36" y="14"/>
                    </a:cubicBezTo>
                    <a:cubicBezTo>
                      <a:pt x="36" y="4"/>
                      <a:pt x="36" y="4"/>
                      <a:pt x="36" y="4"/>
                    </a:cubicBezTo>
                    <a:cubicBezTo>
                      <a:pt x="44" y="4"/>
                      <a:pt x="44" y="4"/>
                      <a:pt x="44" y="4"/>
                    </a:cubicBezTo>
                    <a:cubicBezTo>
                      <a:pt x="44" y="0"/>
                      <a:pt x="44" y="0"/>
                      <a:pt x="44" y="0"/>
                    </a:cubicBezTo>
                    <a:cubicBezTo>
                      <a:pt x="0" y="0"/>
                      <a:pt x="0" y="0"/>
                      <a:pt x="0" y="0"/>
                    </a:cubicBezTo>
                    <a:lnTo>
                      <a:pt x="0" y="4"/>
                    </a:lnTo>
                    <a:close/>
                    <a:moveTo>
                      <a:pt x="12" y="4"/>
                    </a:moveTo>
                    <a:cubicBezTo>
                      <a:pt x="32" y="4"/>
                      <a:pt x="32" y="4"/>
                      <a:pt x="32" y="4"/>
                    </a:cubicBezTo>
                    <a:cubicBezTo>
                      <a:pt x="32" y="14"/>
                      <a:pt x="32" y="14"/>
                      <a:pt x="32" y="14"/>
                    </a:cubicBezTo>
                    <a:cubicBezTo>
                      <a:pt x="32" y="20"/>
                      <a:pt x="28" y="24"/>
                      <a:pt x="22" y="24"/>
                    </a:cubicBezTo>
                    <a:cubicBezTo>
                      <a:pt x="16" y="24"/>
                      <a:pt x="12" y="20"/>
                      <a:pt x="12" y="14"/>
                    </a:cubicBez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7" name="Oval 148"/>
              <p:cNvSpPr>
                <a:spLocks noChangeArrowheads="1"/>
              </p:cNvSpPr>
              <p:nvPr/>
            </p:nvSpPr>
            <p:spPr bwMode="auto">
              <a:xfrm>
                <a:off x="3536661"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8" name="Freeform 149"/>
              <p:cNvSpPr>
                <a:spLocks noEditPoints="1"/>
              </p:cNvSpPr>
              <p:nvPr/>
            </p:nvSpPr>
            <p:spPr bwMode="auto">
              <a:xfrm>
                <a:off x="3396750"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4" name="Group 33"/>
            <p:cNvGrpSpPr/>
            <p:nvPr/>
          </p:nvGrpSpPr>
          <p:grpSpPr>
            <a:xfrm>
              <a:off x="10279919" y="5722368"/>
              <a:ext cx="218527" cy="219859"/>
              <a:chOff x="3929743" y="2650828"/>
              <a:chExt cx="218527" cy="219859"/>
            </a:xfrm>
            <a:grpFill/>
          </p:grpSpPr>
          <p:sp>
            <p:nvSpPr>
              <p:cNvPr id="321" name="Freeform 150"/>
              <p:cNvSpPr>
                <a:spLocks noEditPoints="1"/>
              </p:cNvSpPr>
              <p:nvPr/>
            </p:nvSpPr>
            <p:spPr bwMode="auto">
              <a:xfrm>
                <a:off x="3991038" y="2782744"/>
                <a:ext cx="95939" cy="61294"/>
              </a:xfrm>
              <a:custGeom>
                <a:avLst/>
                <a:gdLst>
                  <a:gd name="T0" fmla="*/ 0 w 44"/>
                  <a:gd name="T1" fmla="*/ 4 h 28"/>
                  <a:gd name="T2" fmla="*/ 8 w 44"/>
                  <a:gd name="T3" fmla="*/ 4 h 28"/>
                  <a:gd name="T4" fmla="*/ 8 w 44"/>
                  <a:gd name="T5" fmla="*/ 14 h 28"/>
                  <a:gd name="T6" fmla="*/ 22 w 44"/>
                  <a:gd name="T7" fmla="*/ 28 h 28"/>
                  <a:gd name="T8" fmla="*/ 36 w 44"/>
                  <a:gd name="T9" fmla="*/ 14 h 28"/>
                  <a:gd name="T10" fmla="*/ 36 w 44"/>
                  <a:gd name="T11" fmla="*/ 4 h 28"/>
                  <a:gd name="T12" fmla="*/ 44 w 44"/>
                  <a:gd name="T13" fmla="*/ 4 h 28"/>
                  <a:gd name="T14" fmla="*/ 44 w 44"/>
                  <a:gd name="T15" fmla="*/ 0 h 28"/>
                  <a:gd name="T16" fmla="*/ 0 w 44"/>
                  <a:gd name="T17" fmla="*/ 0 h 28"/>
                  <a:gd name="T18" fmla="*/ 0 w 44"/>
                  <a:gd name="T19" fmla="*/ 4 h 28"/>
                  <a:gd name="T20" fmla="*/ 12 w 44"/>
                  <a:gd name="T21" fmla="*/ 4 h 28"/>
                  <a:gd name="T22" fmla="*/ 32 w 44"/>
                  <a:gd name="T23" fmla="*/ 4 h 28"/>
                  <a:gd name="T24" fmla="*/ 32 w 44"/>
                  <a:gd name="T25" fmla="*/ 14 h 28"/>
                  <a:gd name="T26" fmla="*/ 22 w 44"/>
                  <a:gd name="T27" fmla="*/ 24 h 28"/>
                  <a:gd name="T28" fmla="*/ 12 w 44"/>
                  <a:gd name="T29" fmla="*/ 14 h 28"/>
                  <a:gd name="T30" fmla="*/ 12 w 44"/>
                  <a:gd name="T31"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28">
                    <a:moveTo>
                      <a:pt x="0" y="4"/>
                    </a:moveTo>
                    <a:cubicBezTo>
                      <a:pt x="8" y="4"/>
                      <a:pt x="8" y="4"/>
                      <a:pt x="8" y="4"/>
                    </a:cubicBezTo>
                    <a:cubicBezTo>
                      <a:pt x="8" y="14"/>
                      <a:pt x="8" y="14"/>
                      <a:pt x="8" y="14"/>
                    </a:cubicBezTo>
                    <a:cubicBezTo>
                      <a:pt x="8" y="22"/>
                      <a:pt x="14" y="28"/>
                      <a:pt x="22" y="28"/>
                    </a:cubicBezTo>
                    <a:cubicBezTo>
                      <a:pt x="30" y="28"/>
                      <a:pt x="36" y="22"/>
                      <a:pt x="36" y="14"/>
                    </a:cubicBezTo>
                    <a:cubicBezTo>
                      <a:pt x="36" y="4"/>
                      <a:pt x="36" y="4"/>
                      <a:pt x="36" y="4"/>
                    </a:cubicBezTo>
                    <a:cubicBezTo>
                      <a:pt x="44" y="4"/>
                      <a:pt x="44" y="4"/>
                      <a:pt x="44" y="4"/>
                    </a:cubicBezTo>
                    <a:cubicBezTo>
                      <a:pt x="44" y="0"/>
                      <a:pt x="44" y="0"/>
                      <a:pt x="44" y="0"/>
                    </a:cubicBezTo>
                    <a:cubicBezTo>
                      <a:pt x="0" y="0"/>
                      <a:pt x="0" y="0"/>
                      <a:pt x="0" y="0"/>
                    </a:cubicBezTo>
                    <a:lnTo>
                      <a:pt x="0" y="4"/>
                    </a:lnTo>
                    <a:close/>
                    <a:moveTo>
                      <a:pt x="12" y="4"/>
                    </a:moveTo>
                    <a:cubicBezTo>
                      <a:pt x="32" y="4"/>
                      <a:pt x="32" y="4"/>
                      <a:pt x="32" y="4"/>
                    </a:cubicBezTo>
                    <a:cubicBezTo>
                      <a:pt x="32" y="14"/>
                      <a:pt x="32" y="14"/>
                      <a:pt x="32" y="14"/>
                    </a:cubicBezTo>
                    <a:cubicBezTo>
                      <a:pt x="32" y="20"/>
                      <a:pt x="28" y="24"/>
                      <a:pt x="22" y="24"/>
                    </a:cubicBezTo>
                    <a:cubicBezTo>
                      <a:pt x="16" y="24"/>
                      <a:pt x="12" y="20"/>
                      <a:pt x="12" y="14"/>
                    </a:cubicBez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2" name="Rectangle 151"/>
              <p:cNvSpPr>
                <a:spLocks noChangeArrowheads="1"/>
              </p:cNvSpPr>
              <p:nvPr/>
            </p:nvSpPr>
            <p:spPr bwMode="auto">
              <a:xfrm>
                <a:off x="3991038" y="2729444"/>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3" name="Oval 152"/>
              <p:cNvSpPr>
                <a:spLocks noChangeArrowheads="1"/>
              </p:cNvSpPr>
              <p:nvPr/>
            </p:nvSpPr>
            <p:spPr bwMode="auto">
              <a:xfrm>
                <a:off x="4069654"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4" name="Freeform 153"/>
              <p:cNvSpPr>
                <a:spLocks noEditPoints="1"/>
              </p:cNvSpPr>
              <p:nvPr/>
            </p:nvSpPr>
            <p:spPr bwMode="auto">
              <a:xfrm>
                <a:off x="3929743"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5" name="Group 34"/>
            <p:cNvGrpSpPr/>
            <p:nvPr/>
          </p:nvGrpSpPr>
          <p:grpSpPr>
            <a:xfrm>
              <a:off x="4977992" y="2656823"/>
              <a:ext cx="218527" cy="219859"/>
              <a:chOff x="4462736" y="2650828"/>
              <a:chExt cx="218527" cy="219859"/>
            </a:xfrm>
            <a:grpFill/>
          </p:grpSpPr>
          <p:sp>
            <p:nvSpPr>
              <p:cNvPr id="317" name="Oval 154"/>
              <p:cNvSpPr>
                <a:spLocks noChangeArrowheads="1"/>
              </p:cNvSpPr>
              <p:nvPr/>
            </p:nvSpPr>
            <p:spPr bwMode="auto">
              <a:xfrm>
                <a:off x="4602648"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8" name="Oval 155"/>
              <p:cNvSpPr>
                <a:spLocks noChangeArrowheads="1"/>
              </p:cNvSpPr>
              <p:nvPr/>
            </p:nvSpPr>
            <p:spPr bwMode="auto">
              <a:xfrm>
                <a:off x="4524031"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9" name="Freeform 156"/>
              <p:cNvSpPr>
                <a:spLocks/>
              </p:cNvSpPr>
              <p:nvPr/>
            </p:nvSpPr>
            <p:spPr bwMode="auto">
              <a:xfrm>
                <a:off x="4524031" y="2786741"/>
                <a:ext cx="95939" cy="39974"/>
              </a:xfrm>
              <a:custGeom>
                <a:avLst/>
                <a:gdLst>
                  <a:gd name="T0" fmla="*/ 22 w 44"/>
                  <a:gd name="T1" fmla="*/ 4 h 18"/>
                  <a:gd name="T2" fmla="*/ 14 w 44"/>
                  <a:gd name="T3" fmla="*/ 0 h 18"/>
                  <a:gd name="T4" fmla="*/ 0 w 44"/>
                  <a:gd name="T5" fmla="*/ 6 h 18"/>
                  <a:gd name="T6" fmla="*/ 22 w 44"/>
                  <a:gd name="T7" fmla="*/ 18 h 18"/>
                  <a:gd name="T8" fmla="*/ 44 w 44"/>
                  <a:gd name="T9" fmla="*/ 6 h 18"/>
                  <a:gd name="T10" fmla="*/ 30 w 44"/>
                  <a:gd name="T11" fmla="*/ 0 h 18"/>
                  <a:gd name="T12" fmla="*/ 22 w 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44" h="18">
                    <a:moveTo>
                      <a:pt x="22" y="4"/>
                    </a:moveTo>
                    <a:cubicBezTo>
                      <a:pt x="18" y="2"/>
                      <a:pt x="18" y="0"/>
                      <a:pt x="14" y="0"/>
                    </a:cubicBezTo>
                    <a:cubicBezTo>
                      <a:pt x="10" y="0"/>
                      <a:pt x="6" y="6"/>
                      <a:pt x="0" y="6"/>
                    </a:cubicBezTo>
                    <a:cubicBezTo>
                      <a:pt x="4" y="6"/>
                      <a:pt x="10" y="18"/>
                      <a:pt x="22" y="18"/>
                    </a:cubicBezTo>
                    <a:cubicBezTo>
                      <a:pt x="34" y="18"/>
                      <a:pt x="40" y="6"/>
                      <a:pt x="44" y="6"/>
                    </a:cubicBezTo>
                    <a:cubicBezTo>
                      <a:pt x="38" y="6"/>
                      <a:pt x="34" y="0"/>
                      <a:pt x="30" y="0"/>
                    </a:cubicBezTo>
                    <a:cubicBezTo>
                      <a:pt x="26" y="0"/>
                      <a:pt x="26" y="2"/>
                      <a:pt x="2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0" name="Freeform 157"/>
              <p:cNvSpPr>
                <a:spLocks noEditPoints="1"/>
              </p:cNvSpPr>
              <p:nvPr/>
            </p:nvSpPr>
            <p:spPr bwMode="auto">
              <a:xfrm>
                <a:off x="4462736"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6" name="Group 35"/>
            <p:cNvGrpSpPr/>
            <p:nvPr/>
          </p:nvGrpSpPr>
          <p:grpSpPr>
            <a:xfrm>
              <a:off x="6182520" y="5292152"/>
              <a:ext cx="218527" cy="219859"/>
              <a:chOff x="4995729" y="2650828"/>
              <a:chExt cx="218527" cy="219859"/>
            </a:xfrm>
            <a:grpFill/>
          </p:grpSpPr>
          <p:sp>
            <p:nvSpPr>
              <p:cNvPr id="311" name="Rectangle 158"/>
              <p:cNvSpPr>
                <a:spLocks noChangeArrowheads="1"/>
              </p:cNvSpPr>
              <p:nvPr/>
            </p:nvSpPr>
            <p:spPr bwMode="auto">
              <a:xfrm>
                <a:off x="5047697" y="2704127"/>
                <a:ext cx="3597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2" name="Oval 159"/>
              <p:cNvSpPr>
                <a:spLocks noChangeArrowheads="1"/>
              </p:cNvSpPr>
              <p:nvPr/>
            </p:nvSpPr>
            <p:spPr bwMode="auto">
              <a:xfrm>
                <a:off x="5057024"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3" name="Rectangle 160"/>
              <p:cNvSpPr>
                <a:spLocks noChangeArrowheads="1"/>
              </p:cNvSpPr>
              <p:nvPr/>
            </p:nvSpPr>
            <p:spPr bwMode="auto">
              <a:xfrm>
                <a:off x="5126313" y="2704127"/>
                <a:ext cx="3597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4" name="Oval 161"/>
              <p:cNvSpPr>
                <a:spLocks noChangeArrowheads="1"/>
              </p:cNvSpPr>
              <p:nvPr/>
            </p:nvSpPr>
            <p:spPr bwMode="auto">
              <a:xfrm>
                <a:off x="5135641"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5" name="Freeform 162"/>
              <p:cNvSpPr>
                <a:spLocks noEditPoints="1"/>
              </p:cNvSpPr>
              <p:nvPr/>
            </p:nvSpPr>
            <p:spPr bwMode="auto">
              <a:xfrm>
                <a:off x="4995729"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6" name="Freeform 163"/>
              <p:cNvSpPr>
                <a:spLocks noEditPoints="1"/>
              </p:cNvSpPr>
              <p:nvPr/>
            </p:nvSpPr>
            <p:spPr bwMode="auto">
              <a:xfrm>
                <a:off x="5047697" y="2782744"/>
                <a:ext cx="114594" cy="43972"/>
              </a:xfrm>
              <a:custGeom>
                <a:avLst/>
                <a:gdLst>
                  <a:gd name="T0" fmla="*/ 42 w 52"/>
                  <a:gd name="T1" fmla="*/ 0 h 20"/>
                  <a:gd name="T2" fmla="*/ 10 w 52"/>
                  <a:gd name="T3" fmla="*/ 0 h 20"/>
                  <a:gd name="T4" fmla="*/ 0 w 52"/>
                  <a:gd name="T5" fmla="*/ 10 h 20"/>
                  <a:gd name="T6" fmla="*/ 10 w 52"/>
                  <a:gd name="T7" fmla="*/ 20 h 20"/>
                  <a:gd name="T8" fmla="*/ 42 w 52"/>
                  <a:gd name="T9" fmla="*/ 20 h 20"/>
                  <a:gd name="T10" fmla="*/ 52 w 52"/>
                  <a:gd name="T11" fmla="*/ 10 h 20"/>
                  <a:gd name="T12" fmla="*/ 42 w 52"/>
                  <a:gd name="T13" fmla="*/ 0 h 20"/>
                  <a:gd name="T14" fmla="*/ 40 w 52"/>
                  <a:gd name="T15" fmla="*/ 4 h 20"/>
                  <a:gd name="T16" fmla="*/ 42 w 52"/>
                  <a:gd name="T17" fmla="*/ 4 h 20"/>
                  <a:gd name="T18" fmla="*/ 48 w 52"/>
                  <a:gd name="T19" fmla="*/ 8 h 20"/>
                  <a:gd name="T20" fmla="*/ 40 w 52"/>
                  <a:gd name="T21" fmla="*/ 8 h 20"/>
                  <a:gd name="T22" fmla="*/ 40 w 52"/>
                  <a:gd name="T23" fmla="*/ 4 h 20"/>
                  <a:gd name="T24" fmla="*/ 12 w 52"/>
                  <a:gd name="T25" fmla="*/ 16 h 20"/>
                  <a:gd name="T26" fmla="*/ 10 w 52"/>
                  <a:gd name="T27" fmla="*/ 16 h 20"/>
                  <a:gd name="T28" fmla="*/ 4 w 52"/>
                  <a:gd name="T29" fmla="*/ 12 h 20"/>
                  <a:gd name="T30" fmla="*/ 12 w 52"/>
                  <a:gd name="T31" fmla="*/ 12 h 20"/>
                  <a:gd name="T32" fmla="*/ 12 w 52"/>
                  <a:gd name="T33" fmla="*/ 16 h 20"/>
                  <a:gd name="T34" fmla="*/ 12 w 52"/>
                  <a:gd name="T35" fmla="*/ 8 h 20"/>
                  <a:gd name="T36" fmla="*/ 4 w 52"/>
                  <a:gd name="T37" fmla="*/ 8 h 20"/>
                  <a:gd name="T38" fmla="*/ 10 w 52"/>
                  <a:gd name="T39" fmla="*/ 4 h 20"/>
                  <a:gd name="T40" fmla="*/ 12 w 52"/>
                  <a:gd name="T41" fmla="*/ 4 h 20"/>
                  <a:gd name="T42" fmla="*/ 12 w 52"/>
                  <a:gd name="T43" fmla="*/ 8 h 20"/>
                  <a:gd name="T44" fmla="*/ 24 w 52"/>
                  <a:gd name="T45" fmla="*/ 16 h 20"/>
                  <a:gd name="T46" fmla="*/ 16 w 52"/>
                  <a:gd name="T47" fmla="*/ 16 h 20"/>
                  <a:gd name="T48" fmla="*/ 16 w 52"/>
                  <a:gd name="T49" fmla="*/ 12 h 20"/>
                  <a:gd name="T50" fmla="*/ 24 w 52"/>
                  <a:gd name="T51" fmla="*/ 12 h 20"/>
                  <a:gd name="T52" fmla="*/ 24 w 52"/>
                  <a:gd name="T53" fmla="*/ 16 h 20"/>
                  <a:gd name="T54" fmla="*/ 24 w 52"/>
                  <a:gd name="T55" fmla="*/ 8 h 20"/>
                  <a:gd name="T56" fmla="*/ 16 w 52"/>
                  <a:gd name="T57" fmla="*/ 8 h 20"/>
                  <a:gd name="T58" fmla="*/ 16 w 52"/>
                  <a:gd name="T59" fmla="*/ 4 h 20"/>
                  <a:gd name="T60" fmla="*/ 24 w 52"/>
                  <a:gd name="T61" fmla="*/ 4 h 20"/>
                  <a:gd name="T62" fmla="*/ 24 w 52"/>
                  <a:gd name="T63" fmla="*/ 8 h 20"/>
                  <a:gd name="T64" fmla="*/ 36 w 52"/>
                  <a:gd name="T65" fmla="*/ 16 h 20"/>
                  <a:gd name="T66" fmla="*/ 28 w 52"/>
                  <a:gd name="T67" fmla="*/ 16 h 20"/>
                  <a:gd name="T68" fmla="*/ 28 w 52"/>
                  <a:gd name="T69" fmla="*/ 12 h 20"/>
                  <a:gd name="T70" fmla="*/ 36 w 52"/>
                  <a:gd name="T71" fmla="*/ 12 h 20"/>
                  <a:gd name="T72" fmla="*/ 36 w 52"/>
                  <a:gd name="T73" fmla="*/ 16 h 20"/>
                  <a:gd name="T74" fmla="*/ 36 w 52"/>
                  <a:gd name="T75" fmla="*/ 8 h 20"/>
                  <a:gd name="T76" fmla="*/ 28 w 52"/>
                  <a:gd name="T77" fmla="*/ 8 h 20"/>
                  <a:gd name="T78" fmla="*/ 28 w 52"/>
                  <a:gd name="T79" fmla="*/ 4 h 20"/>
                  <a:gd name="T80" fmla="*/ 36 w 52"/>
                  <a:gd name="T81" fmla="*/ 4 h 20"/>
                  <a:gd name="T82" fmla="*/ 36 w 52"/>
                  <a:gd name="T83" fmla="*/ 8 h 20"/>
                  <a:gd name="T84" fmla="*/ 42 w 52"/>
                  <a:gd name="T85" fmla="*/ 16 h 20"/>
                  <a:gd name="T86" fmla="*/ 40 w 52"/>
                  <a:gd name="T87" fmla="*/ 16 h 20"/>
                  <a:gd name="T88" fmla="*/ 40 w 52"/>
                  <a:gd name="T89" fmla="*/ 12 h 20"/>
                  <a:gd name="T90" fmla="*/ 48 w 52"/>
                  <a:gd name="T91" fmla="*/ 12 h 20"/>
                  <a:gd name="T92" fmla="*/ 42 w 52"/>
                  <a:gd name="T93"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 h="20">
                    <a:moveTo>
                      <a:pt x="42" y="0"/>
                    </a:moveTo>
                    <a:cubicBezTo>
                      <a:pt x="10" y="0"/>
                      <a:pt x="10" y="0"/>
                      <a:pt x="10" y="0"/>
                    </a:cubicBezTo>
                    <a:cubicBezTo>
                      <a:pt x="4" y="0"/>
                      <a:pt x="0" y="4"/>
                      <a:pt x="0" y="10"/>
                    </a:cubicBezTo>
                    <a:cubicBezTo>
                      <a:pt x="0" y="16"/>
                      <a:pt x="4" y="20"/>
                      <a:pt x="10" y="20"/>
                    </a:cubicBezTo>
                    <a:cubicBezTo>
                      <a:pt x="42" y="20"/>
                      <a:pt x="42" y="20"/>
                      <a:pt x="42" y="20"/>
                    </a:cubicBezTo>
                    <a:cubicBezTo>
                      <a:pt x="48" y="20"/>
                      <a:pt x="52" y="16"/>
                      <a:pt x="52" y="10"/>
                    </a:cubicBezTo>
                    <a:cubicBezTo>
                      <a:pt x="52" y="4"/>
                      <a:pt x="48" y="0"/>
                      <a:pt x="42" y="0"/>
                    </a:cubicBezTo>
                    <a:close/>
                    <a:moveTo>
                      <a:pt x="40" y="4"/>
                    </a:moveTo>
                    <a:cubicBezTo>
                      <a:pt x="42" y="4"/>
                      <a:pt x="42" y="4"/>
                      <a:pt x="42" y="4"/>
                    </a:cubicBezTo>
                    <a:cubicBezTo>
                      <a:pt x="45" y="4"/>
                      <a:pt x="47" y="6"/>
                      <a:pt x="48" y="8"/>
                    </a:cubicBezTo>
                    <a:cubicBezTo>
                      <a:pt x="40" y="8"/>
                      <a:pt x="40" y="8"/>
                      <a:pt x="40" y="8"/>
                    </a:cubicBezTo>
                    <a:lnTo>
                      <a:pt x="40" y="4"/>
                    </a:lnTo>
                    <a:close/>
                    <a:moveTo>
                      <a:pt x="12" y="16"/>
                    </a:moveTo>
                    <a:cubicBezTo>
                      <a:pt x="10" y="16"/>
                      <a:pt x="10" y="16"/>
                      <a:pt x="10" y="16"/>
                    </a:cubicBezTo>
                    <a:cubicBezTo>
                      <a:pt x="7" y="16"/>
                      <a:pt x="5" y="14"/>
                      <a:pt x="4" y="12"/>
                    </a:cubicBezTo>
                    <a:cubicBezTo>
                      <a:pt x="12" y="12"/>
                      <a:pt x="12" y="12"/>
                      <a:pt x="12" y="12"/>
                    </a:cubicBezTo>
                    <a:lnTo>
                      <a:pt x="12" y="16"/>
                    </a:lnTo>
                    <a:close/>
                    <a:moveTo>
                      <a:pt x="12" y="8"/>
                    </a:moveTo>
                    <a:cubicBezTo>
                      <a:pt x="4" y="8"/>
                      <a:pt x="4" y="8"/>
                      <a:pt x="4" y="8"/>
                    </a:cubicBezTo>
                    <a:cubicBezTo>
                      <a:pt x="5" y="6"/>
                      <a:pt x="7" y="4"/>
                      <a:pt x="10" y="4"/>
                    </a:cubicBezTo>
                    <a:cubicBezTo>
                      <a:pt x="12" y="4"/>
                      <a:pt x="12" y="4"/>
                      <a:pt x="12" y="4"/>
                    </a:cubicBezTo>
                    <a:lnTo>
                      <a:pt x="12" y="8"/>
                    </a:lnTo>
                    <a:close/>
                    <a:moveTo>
                      <a:pt x="24" y="16"/>
                    </a:moveTo>
                    <a:cubicBezTo>
                      <a:pt x="16" y="16"/>
                      <a:pt x="16" y="16"/>
                      <a:pt x="16" y="16"/>
                    </a:cubicBezTo>
                    <a:cubicBezTo>
                      <a:pt x="16" y="12"/>
                      <a:pt x="16" y="12"/>
                      <a:pt x="16" y="12"/>
                    </a:cubicBezTo>
                    <a:cubicBezTo>
                      <a:pt x="24" y="12"/>
                      <a:pt x="24" y="12"/>
                      <a:pt x="24" y="12"/>
                    </a:cubicBezTo>
                    <a:lnTo>
                      <a:pt x="24" y="16"/>
                    </a:lnTo>
                    <a:close/>
                    <a:moveTo>
                      <a:pt x="24" y="8"/>
                    </a:moveTo>
                    <a:cubicBezTo>
                      <a:pt x="16" y="8"/>
                      <a:pt x="16" y="8"/>
                      <a:pt x="16" y="8"/>
                    </a:cubicBezTo>
                    <a:cubicBezTo>
                      <a:pt x="16" y="4"/>
                      <a:pt x="16" y="4"/>
                      <a:pt x="16" y="4"/>
                    </a:cubicBezTo>
                    <a:cubicBezTo>
                      <a:pt x="24" y="4"/>
                      <a:pt x="24" y="4"/>
                      <a:pt x="24" y="4"/>
                    </a:cubicBezTo>
                    <a:lnTo>
                      <a:pt x="24" y="8"/>
                    </a:lnTo>
                    <a:close/>
                    <a:moveTo>
                      <a:pt x="36" y="16"/>
                    </a:moveTo>
                    <a:cubicBezTo>
                      <a:pt x="28" y="16"/>
                      <a:pt x="28" y="16"/>
                      <a:pt x="28" y="16"/>
                    </a:cubicBezTo>
                    <a:cubicBezTo>
                      <a:pt x="28" y="12"/>
                      <a:pt x="28" y="12"/>
                      <a:pt x="28" y="12"/>
                    </a:cubicBezTo>
                    <a:cubicBezTo>
                      <a:pt x="36" y="12"/>
                      <a:pt x="36" y="12"/>
                      <a:pt x="36" y="12"/>
                    </a:cubicBezTo>
                    <a:lnTo>
                      <a:pt x="36" y="16"/>
                    </a:lnTo>
                    <a:close/>
                    <a:moveTo>
                      <a:pt x="36" y="8"/>
                    </a:moveTo>
                    <a:cubicBezTo>
                      <a:pt x="28" y="8"/>
                      <a:pt x="28" y="8"/>
                      <a:pt x="28" y="8"/>
                    </a:cubicBezTo>
                    <a:cubicBezTo>
                      <a:pt x="28" y="4"/>
                      <a:pt x="28" y="4"/>
                      <a:pt x="28" y="4"/>
                    </a:cubicBezTo>
                    <a:cubicBezTo>
                      <a:pt x="36" y="4"/>
                      <a:pt x="36" y="4"/>
                      <a:pt x="36" y="4"/>
                    </a:cubicBezTo>
                    <a:lnTo>
                      <a:pt x="36" y="8"/>
                    </a:lnTo>
                    <a:close/>
                    <a:moveTo>
                      <a:pt x="42" y="16"/>
                    </a:moveTo>
                    <a:cubicBezTo>
                      <a:pt x="40" y="16"/>
                      <a:pt x="40" y="16"/>
                      <a:pt x="40" y="16"/>
                    </a:cubicBezTo>
                    <a:cubicBezTo>
                      <a:pt x="40" y="12"/>
                      <a:pt x="40" y="12"/>
                      <a:pt x="40" y="12"/>
                    </a:cubicBezTo>
                    <a:cubicBezTo>
                      <a:pt x="48" y="12"/>
                      <a:pt x="48" y="12"/>
                      <a:pt x="48" y="12"/>
                    </a:cubicBezTo>
                    <a:cubicBezTo>
                      <a:pt x="47" y="14"/>
                      <a:pt x="45" y="16"/>
                      <a:pt x="4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7" name="Group 36"/>
            <p:cNvGrpSpPr/>
            <p:nvPr/>
          </p:nvGrpSpPr>
          <p:grpSpPr>
            <a:xfrm>
              <a:off x="7532778" y="6479095"/>
              <a:ext cx="218527" cy="219859"/>
              <a:chOff x="5528723" y="2650828"/>
              <a:chExt cx="218527" cy="219859"/>
            </a:xfrm>
            <a:grpFill/>
          </p:grpSpPr>
          <p:sp>
            <p:nvSpPr>
              <p:cNvPr id="305" name="Freeform 164"/>
              <p:cNvSpPr>
                <a:spLocks/>
              </p:cNvSpPr>
              <p:nvPr/>
            </p:nvSpPr>
            <p:spPr bwMode="auto">
              <a:xfrm>
                <a:off x="5590017" y="2704127"/>
                <a:ext cx="34645" cy="25317"/>
              </a:xfrm>
              <a:custGeom>
                <a:avLst/>
                <a:gdLst>
                  <a:gd name="T0" fmla="*/ 26 w 26"/>
                  <a:gd name="T1" fmla="*/ 14 h 19"/>
                  <a:gd name="T2" fmla="*/ 3 w 26"/>
                  <a:gd name="T3" fmla="*/ 0 h 19"/>
                  <a:gd name="T4" fmla="*/ 0 w 26"/>
                  <a:gd name="T5" fmla="*/ 5 h 19"/>
                  <a:gd name="T6" fmla="*/ 23 w 26"/>
                  <a:gd name="T7" fmla="*/ 19 h 19"/>
                  <a:gd name="T8" fmla="*/ 26 w 26"/>
                  <a:gd name="T9" fmla="*/ 14 h 19"/>
                </a:gdLst>
                <a:ahLst/>
                <a:cxnLst>
                  <a:cxn ang="0">
                    <a:pos x="T0" y="T1"/>
                  </a:cxn>
                  <a:cxn ang="0">
                    <a:pos x="T2" y="T3"/>
                  </a:cxn>
                  <a:cxn ang="0">
                    <a:pos x="T4" y="T5"/>
                  </a:cxn>
                  <a:cxn ang="0">
                    <a:pos x="T6" y="T7"/>
                  </a:cxn>
                  <a:cxn ang="0">
                    <a:pos x="T8" y="T9"/>
                  </a:cxn>
                </a:cxnLst>
                <a:rect l="0" t="0" r="r" b="b"/>
                <a:pathLst>
                  <a:path w="26" h="19">
                    <a:moveTo>
                      <a:pt x="26" y="14"/>
                    </a:moveTo>
                    <a:lnTo>
                      <a:pt x="3" y="0"/>
                    </a:lnTo>
                    <a:lnTo>
                      <a:pt x="0" y="5"/>
                    </a:lnTo>
                    <a:lnTo>
                      <a:pt x="23" y="19"/>
                    </a:lnTo>
                    <a:lnTo>
                      <a:pt x="26"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6" name="Oval 165"/>
              <p:cNvSpPr>
                <a:spLocks noChangeArrowheads="1"/>
              </p:cNvSpPr>
              <p:nvPr/>
            </p:nvSpPr>
            <p:spPr bwMode="auto">
              <a:xfrm>
                <a:off x="5590017"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7" name="Freeform 166"/>
              <p:cNvSpPr>
                <a:spLocks/>
              </p:cNvSpPr>
              <p:nvPr/>
            </p:nvSpPr>
            <p:spPr bwMode="auto">
              <a:xfrm>
                <a:off x="5651311" y="2704127"/>
                <a:ext cx="34645" cy="25317"/>
              </a:xfrm>
              <a:custGeom>
                <a:avLst/>
                <a:gdLst>
                  <a:gd name="T0" fmla="*/ 26 w 26"/>
                  <a:gd name="T1" fmla="*/ 5 h 19"/>
                  <a:gd name="T2" fmla="*/ 23 w 26"/>
                  <a:gd name="T3" fmla="*/ 0 h 19"/>
                  <a:gd name="T4" fmla="*/ 0 w 26"/>
                  <a:gd name="T5" fmla="*/ 14 h 19"/>
                  <a:gd name="T6" fmla="*/ 3 w 26"/>
                  <a:gd name="T7" fmla="*/ 19 h 19"/>
                  <a:gd name="T8" fmla="*/ 26 w 26"/>
                  <a:gd name="T9" fmla="*/ 5 h 19"/>
                </a:gdLst>
                <a:ahLst/>
                <a:cxnLst>
                  <a:cxn ang="0">
                    <a:pos x="T0" y="T1"/>
                  </a:cxn>
                  <a:cxn ang="0">
                    <a:pos x="T2" y="T3"/>
                  </a:cxn>
                  <a:cxn ang="0">
                    <a:pos x="T4" y="T5"/>
                  </a:cxn>
                  <a:cxn ang="0">
                    <a:pos x="T6" y="T7"/>
                  </a:cxn>
                  <a:cxn ang="0">
                    <a:pos x="T8" y="T9"/>
                  </a:cxn>
                </a:cxnLst>
                <a:rect l="0" t="0" r="r" b="b"/>
                <a:pathLst>
                  <a:path w="26" h="19">
                    <a:moveTo>
                      <a:pt x="26" y="5"/>
                    </a:moveTo>
                    <a:lnTo>
                      <a:pt x="23" y="0"/>
                    </a:lnTo>
                    <a:lnTo>
                      <a:pt x="0" y="14"/>
                    </a:lnTo>
                    <a:lnTo>
                      <a:pt x="3" y="19"/>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8" name="Oval 167"/>
              <p:cNvSpPr>
                <a:spLocks noChangeArrowheads="1"/>
              </p:cNvSpPr>
              <p:nvPr/>
            </p:nvSpPr>
            <p:spPr bwMode="auto">
              <a:xfrm>
                <a:off x="5668634"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9" name="Freeform 168"/>
              <p:cNvSpPr>
                <a:spLocks noEditPoints="1"/>
              </p:cNvSpPr>
              <p:nvPr/>
            </p:nvSpPr>
            <p:spPr bwMode="auto">
              <a:xfrm>
                <a:off x="5580690" y="2782744"/>
                <a:ext cx="114594" cy="43972"/>
              </a:xfrm>
              <a:custGeom>
                <a:avLst/>
                <a:gdLst>
                  <a:gd name="T0" fmla="*/ 42 w 52"/>
                  <a:gd name="T1" fmla="*/ 0 h 20"/>
                  <a:gd name="T2" fmla="*/ 10 w 52"/>
                  <a:gd name="T3" fmla="*/ 0 h 20"/>
                  <a:gd name="T4" fmla="*/ 0 w 52"/>
                  <a:gd name="T5" fmla="*/ 10 h 20"/>
                  <a:gd name="T6" fmla="*/ 10 w 52"/>
                  <a:gd name="T7" fmla="*/ 20 h 20"/>
                  <a:gd name="T8" fmla="*/ 42 w 52"/>
                  <a:gd name="T9" fmla="*/ 20 h 20"/>
                  <a:gd name="T10" fmla="*/ 52 w 52"/>
                  <a:gd name="T11" fmla="*/ 10 h 20"/>
                  <a:gd name="T12" fmla="*/ 42 w 52"/>
                  <a:gd name="T13" fmla="*/ 0 h 20"/>
                  <a:gd name="T14" fmla="*/ 40 w 52"/>
                  <a:gd name="T15" fmla="*/ 4 h 20"/>
                  <a:gd name="T16" fmla="*/ 42 w 52"/>
                  <a:gd name="T17" fmla="*/ 4 h 20"/>
                  <a:gd name="T18" fmla="*/ 48 w 52"/>
                  <a:gd name="T19" fmla="*/ 8 h 20"/>
                  <a:gd name="T20" fmla="*/ 40 w 52"/>
                  <a:gd name="T21" fmla="*/ 8 h 20"/>
                  <a:gd name="T22" fmla="*/ 40 w 52"/>
                  <a:gd name="T23" fmla="*/ 4 h 20"/>
                  <a:gd name="T24" fmla="*/ 12 w 52"/>
                  <a:gd name="T25" fmla="*/ 16 h 20"/>
                  <a:gd name="T26" fmla="*/ 10 w 52"/>
                  <a:gd name="T27" fmla="*/ 16 h 20"/>
                  <a:gd name="T28" fmla="*/ 4 w 52"/>
                  <a:gd name="T29" fmla="*/ 12 h 20"/>
                  <a:gd name="T30" fmla="*/ 12 w 52"/>
                  <a:gd name="T31" fmla="*/ 12 h 20"/>
                  <a:gd name="T32" fmla="*/ 12 w 52"/>
                  <a:gd name="T33" fmla="*/ 16 h 20"/>
                  <a:gd name="T34" fmla="*/ 12 w 52"/>
                  <a:gd name="T35" fmla="*/ 8 h 20"/>
                  <a:gd name="T36" fmla="*/ 4 w 52"/>
                  <a:gd name="T37" fmla="*/ 8 h 20"/>
                  <a:gd name="T38" fmla="*/ 10 w 52"/>
                  <a:gd name="T39" fmla="*/ 4 h 20"/>
                  <a:gd name="T40" fmla="*/ 12 w 52"/>
                  <a:gd name="T41" fmla="*/ 4 h 20"/>
                  <a:gd name="T42" fmla="*/ 12 w 52"/>
                  <a:gd name="T43" fmla="*/ 8 h 20"/>
                  <a:gd name="T44" fmla="*/ 24 w 52"/>
                  <a:gd name="T45" fmla="*/ 16 h 20"/>
                  <a:gd name="T46" fmla="*/ 16 w 52"/>
                  <a:gd name="T47" fmla="*/ 16 h 20"/>
                  <a:gd name="T48" fmla="*/ 16 w 52"/>
                  <a:gd name="T49" fmla="*/ 12 h 20"/>
                  <a:gd name="T50" fmla="*/ 24 w 52"/>
                  <a:gd name="T51" fmla="*/ 12 h 20"/>
                  <a:gd name="T52" fmla="*/ 24 w 52"/>
                  <a:gd name="T53" fmla="*/ 16 h 20"/>
                  <a:gd name="T54" fmla="*/ 24 w 52"/>
                  <a:gd name="T55" fmla="*/ 8 h 20"/>
                  <a:gd name="T56" fmla="*/ 16 w 52"/>
                  <a:gd name="T57" fmla="*/ 8 h 20"/>
                  <a:gd name="T58" fmla="*/ 16 w 52"/>
                  <a:gd name="T59" fmla="*/ 4 h 20"/>
                  <a:gd name="T60" fmla="*/ 24 w 52"/>
                  <a:gd name="T61" fmla="*/ 4 h 20"/>
                  <a:gd name="T62" fmla="*/ 24 w 52"/>
                  <a:gd name="T63" fmla="*/ 8 h 20"/>
                  <a:gd name="T64" fmla="*/ 36 w 52"/>
                  <a:gd name="T65" fmla="*/ 16 h 20"/>
                  <a:gd name="T66" fmla="*/ 28 w 52"/>
                  <a:gd name="T67" fmla="*/ 16 h 20"/>
                  <a:gd name="T68" fmla="*/ 28 w 52"/>
                  <a:gd name="T69" fmla="*/ 12 h 20"/>
                  <a:gd name="T70" fmla="*/ 36 w 52"/>
                  <a:gd name="T71" fmla="*/ 12 h 20"/>
                  <a:gd name="T72" fmla="*/ 36 w 52"/>
                  <a:gd name="T73" fmla="*/ 16 h 20"/>
                  <a:gd name="T74" fmla="*/ 36 w 52"/>
                  <a:gd name="T75" fmla="*/ 8 h 20"/>
                  <a:gd name="T76" fmla="*/ 28 w 52"/>
                  <a:gd name="T77" fmla="*/ 8 h 20"/>
                  <a:gd name="T78" fmla="*/ 28 w 52"/>
                  <a:gd name="T79" fmla="*/ 4 h 20"/>
                  <a:gd name="T80" fmla="*/ 36 w 52"/>
                  <a:gd name="T81" fmla="*/ 4 h 20"/>
                  <a:gd name="T82" fmla="*/ 36 w 52"/>
                  <a:gd name="T83" fmla="*/ 8 h 20"/>
                  <a:gd name="T84" fmla="*/ 42 w 52"/>
                  <a:gd name="T85" fmla="*/ 16 h 20"/>
                  <a:gd name="T86" fmla="*/ 40 w 52"/>
                  <a:gd name="T87" fmla="*/ 16 h 20"/>
                  <a:gd name="T88" fmla="*/ 40 w 52"/>
                  <a:gd name="T89" fmla="*/ 12 h 20"/>
                  <a:gd name="T90" fmla="*/ 48 w 52"/>
                  <a:gd name="T91" fmla="*/ 12 h 20"/>
                  <a:gd name="T92" fmla="*/ 42 w 52"/>
                  <a:gd name="T93"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 h="20">
                    <a:moveTo>
                      <a:pt x="42" y="0"/>
                    </a:moveTo>
                    <a:cubicBezTo>
                      <a:pt x="10" y="0"/>
                      <a:pt x="10" y="0"/>
                      <a:pt x="10" y="0"/>
                    </a:cubicBezTo>
                    <a:cubicBezTo>
                      <a:pt x="4" y="0"/>
                      <a:pt x="0" y="4"/>
                      <a:pt x="0" y="10"/>
                    </a:cubicBezTo>
                    <a:cubicBezTo>
                      <a:pt x="0" y="16"/>
                      <a:pt x="4" y="20"/>
                      <a:pt x="10" y="20"/>
                    </a:cubicBezTo>
                    <a:cubicBezTo>
                      <a:pt x="42" y="20"/>
                      <a:pt x="42" y="20"/>
                      <a:pt x="42" y="20"/>
                    </a:cubicBezTo>
                    <a:cubicBezTo>
                      <a:pt x="48" y="20"/>
                      <a:pt x="52" y="16"/>
                      <a:pt x="52" y="10"/>
                    </a:cubicBezTo>
                    <a:cubicBezTo>
                      <a:pt x="52" y="4"/>
                      <a:pt x="48" y="0"/>
                      <a:pt x="42" y="0"/>
                    </a:cubicBezTo>
                    <a:close/>
                    <a:moveTo>
                      <a:pt x="40" y="4"/>
                    </a:moveTo>
                    <a:cubicBezTo>
                      <a:pt x="42" y="4"/>
                      <a:pt x="42" y="4"/>
                      <a:pt x="42" y="4"/>
                    </a:cubicBezTo>
                    <a:cubicBezTo>
                      <a:pt x="45" y="4"/>
                      <a:pt x="47" y="6"/>
                      <a:pt x="48" y="8"/>
                    </a:cubicBezTo>
                    <a:cubicBezTo>
                      <a:pt x="40" y="8"/>
                      <a:pt x="40" y="8"/>
                      <a:pt x="40" y="8"/>
                    </a:cubicBezTo>
                    <a:lnTo>
                      <a:pt x="40" y="4"/>
                    </a:lnTo>
                    <a:close/>
                    <a:moveTo>
                      <a:pt x="12" y="16"/>
                    </a:moveTo>
                    <a:cubicBezTo>
                      <a:pt x="10" y="16"/>
                      <a:pt x="10" y="16"/>
                      <a:pt x="10" y="16"/>
                    </a:cubicBezTo>
                    <a:cubicBezTo>
                      <a:pt x="7" y="16"/>
                      <a:pt x="5" y="14"/>
                      <a:pt x="4" y="12"/>
                    </a:cubicBezTo>
                    <a:cubicBezTo>
                      <a:pt x="12" y="12"/>
                      <a:pt x="12" y="12"/>
                      <a:pt x="12" y="12"/>
                    </a:cubicBezTo>
                    <a:lnTo>
                      <a:pt x="12" y="16"/>
                    </a:lnTo>
                    <a:close/>
                    <a:moveTo>
                      <a:pt x="12" y="8"/>
                    </a:moveTo>
                    <a:cubicBezTo>
                      <a:pt x="4" y="8"/>
                      <a:pt x="4" y="8"/>
                      <a:pt x="4" y="8"/>
                    </a:cubicBezTo>
                    <a:cubicBezTo>
                      <a:pt x="5" y="6"/>
                      <a:pt x="7" y="4"/>
                      <a:pt x="10" y="4"/>
                    </a:cubicBezTo>
                    <a:cubicBezTo>
                      <a:pt x="12" y="4"/>
                      <a:pt x="12" y="4"/>
                      <a:pt x="12" y="4"/>
                    </a:cubicBezTo>
                    <a:lnTo>
                      <a:pt x="12" y="8"/>
                    </a:lnTo>
                    <a:close/>
                    <a:moveTo>
                      <a:pt x="24" y="16"/>
                    </a:moveTo>
                    <a:cubicBezTo>
                      <a:pt x="16" y="16"/>
                      <a:pt x="16" y="16"/>
                      <a:pt x="16" y="16"/>
                    </a:cubicBezTo>
                    <a:cubicBezTo>
                      <a:pt x="16" y="12"/>
                      <a:pt x="16" y="12"/>
                      <a:pt x="16" y="12"/>
                    </a:cubicBezTo>
                    <a:cubicBezTo>
                      <a:pt x="24" y="12"/>
                      <a:pt x="24" y="12"/>
                      <a:pt x="24" y="12"/>
                    </a:cubicBezTo>
                    <a:lnTo>
                      <a:pt x="24" y="16"/>
                    </a:lnTo>
                    <a:close/>
                    <a:moveTo>
                      <a:pt x="24" y="8"/>
                    </a:moveTo>
                    <a:cubicBezTo>
                      <a:pt x="16" y="8"/>
                      <a:pt x="16" y="8"/>
                      <a:pt x="16" y="8"/>
                    </a:cubicBezTo>
                    <a:cubicBezTo>
                      <a:pt x="16" y="4"/>
                      <a:pt x="16" y="4"/>
                      <a:pt x="16" y="4"/>
                    </a:cubicBezTo>
                    <a:cubicBezTo>
                      <a:pt x="24" y="4"/>
                      <a:pt x="24" y="4"/>
                      <a:pt x="24" y="4"/>
                    </a:cubicBezTo>
                    <a:lnTo>
                      <a:pt x="24" y="8"/>
                    </a:lnTo>
                    <a:close/>
                    <a:moveTo>
                      <a:pt x="36" y="16"/>
                    </a:moveTo>
                    <a:cubicBezTo>
                      <a:pt x="28" y="16"/>
                      <a:pt x="28" y="16"/>
                      <a:pt x="28" y="16"/>
                    </a:cubicBezTo>
                    <a:cubicBezTo>
                      <a:pt x="28" y="12"/>
                      <a:pt x="28" y="12"/>
                      <a:pt x="28" y="12"/>
                    </a:cubicBezTo>
                    <a:cubicBezTo>
                      <a:pt x="36" y="12"/>
                      <a:pt x="36" y="12"/>
                      <a:pt x="36" y="12"/>
                    </a:cubicBezTo>
                    <a:lnTo>
                      <a:pt x="36" y="16"/>
                    </a:lnTo>
                    <a:close/>
                    <a:moveTo>
                      <a:pt x="36" y="8"/>
                    </a:moveTo>
                    <a:cubicBezTo>
                      <a:pt x="28" y="8"/>
                      <a:pt x="28" y="8"/>
                      <a:pt x="28" y="8"/>
                    </a:cubicBezTo>
                    <a:cubicBezTo>
                      <a:pt x="28" y="4"/>
                      <a:pt x="28" y="4"/>
                      <a:pt x="28" y="4"/>
                    </a:cubicBezTo>
                    <a:cubicBezTo>
                      <a:pt x="36" y="4"/>
                      <a:pt x="36" y="4"/>
                      <a:pt x="36" y="4"/>
                    </a:cubicBezTo>
                    <a:lnTo>
                      <a:pt x="36" y="8"/>
                    </a:lnTo>
                    <a:close/>
                    <a:moveTo>
                      <a:pt x="42" y="16"/>
                    </a:moveTo>
                    <a:cubicBezTo>
                      <a:pt x="40" y="16"/>
                      <a:pt x="40" y="16"/>
                      <a:pt x="40" y="16"/>
                    </a:cubicBezTo>
                    <a:cubicBezTo>
                      <a:pt x="40" y="12"/>
                      <a:pt x="40" y="12"/>
                      <a:pt x="40" y="12"/>
                    </a:cubicBezTo>
                    <a:cubicBezTo>
                      <a:pt x="48" y="12"/>
                      <a:pt x="48" y="12"/>
                      <a:pt x="48" y="12"/>
                    </a:cubicBezTo>
                    <a:cubicBezTo>
                      <a:pt x="47" y="14"/>
                      <a:pt x="45" y="16"/>
                      <a:pt x="4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0" name="Freeform 169"/>
              <p:cNvSpPr>
                <a:spLocks noEditPoints="1"/>
              </p:cNvSpPr>
              <p:nvPr/>
            </p:nvSpPr>
            <p:spPr bwMode="auto">
              <a:xfrm>
                <a:off x="5528723"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8" name="Group 37"/>
            <p:cNvGrpSpPr/>
            <p:nvPr/>
          </p:nvGrpSpPr>
          <p:grpSpPr>
            <a:xfrm>
              <a:off x="10266595" y="2929031"/>
              <a:ext cx="218527" cy="219859"/>
              <a:chOff x="6061716" y="2650828"/>
              <a:chExt cx="218527" cy="219859"/>
            </a:xfrm>
            <a:grpFill/>
          </p:grpSpPr>
          <p:sp>
            <p:nvSpPr>
              <p:cNvPr id="299" name="Oval 170"/>
              <p:cNvSpPr>
                <a:spLocks noChangeArrowheads="1"/>
              </p:cNvSpPr>
              <p:nvPr/>
            </p:nvSpPr>
            <p:spPr bwMode="auto">
              <a:xfrm>
                <a:off x="6123010"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0" name="Rectangle 171"/>
              <p:cNvSpPr>
                <a:spLocks noChangeArrowheads="1"/>
              </p:cNvSpPr>
              <p:nvPr/>
            </p:nvSpPr>
            <p:spPr bwMode="auto">
              <a:xfrm>
                <a:off x="6115015"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1" name="Freeform 172"/>
              <p:cNvSpPr>
                <a:spLocks noEditPoints="1"/>
              </p:cNvSpPr>
              <p:nvPr/>
            </p:nvSpPr>
            <p:spPr bwMode="auto">
              <a:xfrm>
                <a:off x="6149659" y="2782744"/>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2" name="Freeform 173"/>
              <p:cNvSpPr>
                <a:spLocks noEditPoints="1"/>
              </p:cNvSpPr>
              <p:nvPr/>
            </p:nvSpPr>
            <p:spPr bwMode="auto">
              <a:xfrm>
                <a:off x="6061716"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3" name="Oval 174"/>
              <p:cNvSpPr>
                <a:spLocks noChangeArrowheads="1"/>
              </p:cNvSpPr>
              <p:nvPr/>
            </p:nvSpPr>
            <p:spPr bwMode="auto">
              <a:xfrm>
                <a:off x="6201627"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4" name="Rectangle 175"/>
              <p:cNvSpPr>
                <a:spLocks noChangeArrowheads="1"/>
              </p:cNvSpPr>
              <p:nvPr/>
            </p:nvSpPr>
            <p:spPr bwMode="auto">
              <a:xfrm>
                <a:off x="6193632"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9" name="Group 38"/>
            <p:cNvGrpSpPr/>
            <p:nvPr/>
          </p:nvGrpSpPr>
          <p:grpSpPr>
            <a:xfrm>
              <a:off x="11319916" y="5170755"/>
              <a:ext cx="218527" cy="219859"/>
              <a:chOff x="6594709" y="2650828"/>
              <a:chExt cx="218527" cy="219859"/>
            </a:xfrm>
            <a:grpFill/>
          </p:grpSpPr>
          <p:sp>
            <p:nvSpPr>
              <p:cNvPr id="293" name="Oval 176"/>
              <p:cNvSpPr>
                <a:spLocks noChangeArrowheads="1"/>
              </p:cNvSpPr>
              <p:nvPr/>
            </p:nvSpPr>
            <p:spPr bwMode="auto">
              <a:xfrm>
                <a:off x="6656003"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4" name="Freeform 177"/>
              <p:cNvSpPr>
                <a:spLocks/>
              </p:cNvSpPr>
              <p:nvPr/>
            </p:nvSpPr>
            <p:spPr bwMode="auto">
              <a:xfrm>
                <a:off x="6638681" y="2704127"/>
                <a:ext cx="34645" cy="25317"/>
              </a:xfrm>
              <a:custGeom>
                <a:avLst/>
                <a:gdLst>
                  <a:gd name="T0" fmla="*/ 23 w 26"/>
                  <a:gd name="T1" fmla="*/ 0 h 19"/>
                  <a:gd name="T2" fmla="*/ 0 w 26"/>
                  <a:gd name="T3" fmla="*/ 14 h 19"/>
                  <a:gd name="T4" fmla="*/ 3 w 26"/>
                  <a:gd name="T5" fmla="*/ 19 h 19"/>
                  <a:gd name="T6" fmla="*/ 26 w 26"/>
                  <a:gd name="T7" fmla="*/ 5 h 19"/>
                  <a:gd name="T8" fmla="*/ 23 w 26"/>
                  <a:gd name="T9" fmla="*/ 0 h 19"/>
                </a:gdLst>
                <a:ahLst/>
                <a:cxnLst>
                  <a:cxn ang="0">
                    <a:pos x="T0" y="T1"/>
                  </a:cxn>
                  <a:cxn ang="0">
                    <a:pos x="T2" y="T3"/>
                  </a:cxn>
                  <a:cxn ang="0">
                    <a:pos x="T4" y="T5"/>
                  </a:cxn>
                  <a:cxn ang="0">
                    <a:pos x="T6" y="T7"/>
                  </a:cxn>
                  <a:cxn ang="0">
                    <a:pos x="T8" y="T9"/>
                  </a:cxn>
                </a:cxnLst>
                <a:rect l="0" t="0" r="r" b="b"/>
                <a:pathLst>
                  <a:path w="26" h="19">
                    <a:moveTo>
                      <a:pt x="23" y="0"/>
                    </a:moveTo>
                    <a:lnTo>
                      <a:pt x="0" y="14"/>
                    </a:lnTo>
                    <a:lnTo>
                      <a:pt x="3" y="19"/>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5" name="Freeform 178"/>
              <p:cNvSpPr>
                <a:spLocks noEditPoints="1"/>
              </p:cNvSpPr>
              <p:nvPr/>
            </p:nvSpPr>
            <p:spPr bwMode="auto">
              <a:xfrm>
                <a:off x="6682653" y="2782744"/>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6" name="Freeform 179"/>
              <p:cNvSpPr>
                <a:spLocks noEditPoints="1"/>
              </p:cNvSpPr>
              <p:nvPr/>
            </p:nvSpPr>
            <p:spPr bwMode="auto">
              <a:xfrm>
                <a:off x="6594709"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7" name="Freeform 180"/>
              <p:cNvSpPr>
                <a:spLocks/>
              </p:cNvSpPr>
              <p:nvPr/>
            </p:nvSpPr>
            <p:spPr bwMode="auto">
              <a:xfrm>
                <a:off x="6734620" y="2704127"/>
                <a:ext cx="34645" cy="25317"/>
              </a:xfrm>
              <a:custGeom>
                <a:avLst/>
                <a:gdLst>
                  <a:gd name="T0" fmla="*/ 0 w 26"/>
                  <a:gd name="T1" fmla="*/ 5 h 19"/>
                  <a:gd name="T2" fmla="*/ 23 w 26"/>
                  <a:gd name="T3" fmla="*/ 19 h 19"/>
                  <a:gd name="T4" fmla="*/ 26 w 26"/>
                  <a:gd name="T5" fmla="*/ 14 h 19"/>
                  <a:gd name="T6" fmla="*/ 3 w 26"/>
                  <a:gd name="T7" fmla="*/ 0 h 19"/>
                  <a:gd name="T8" fmla="*/ 0 w 26"/>
                  <a:gd name="T9" fmla="*/ 5 h 19"/>
                </a:gdLst>
                <a:ahLst/>
                <a:cxnLst>
                  <a:cxn ang="0">
                    <a:pos x="T0" y="T1"/>
                  </a:cxn>
                  <a:cxn ang="0">
                    <a:pos x="T2" y="T3"/>
                  </a:cxn>
                  <a:cxn ang="0">
                    <a:pos x="T4" y="T5"/>
                  </a:cxn>
                  <a:cxn ang="0">
                    <a:pos x="T6" y="T7"/>
                  </a:cxn>
                  <a:cxn ang="0">
                    <a:pos x="T8" y="T9"/>
                  </a:cxn>
                </a:cxnLst>
                <a:rect l="0" t="0" r="r" b="b"/>
                <a:pathLst>
                  <a:path w="26" h="19">
                    <a:moveTo>
                      <a:pt x="0" y="5"/>
                    </a:moveTo>
                    <a:lnTo>
                      <a:pt x="23" y="19"/>
                    </a:lnTo>
                    <a:lnTo>
                      <a:pt x="26" y="14"/>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8" name="Oval 181"/>
              <p:cNvSpPr>
                <a:spLocks noChangeArrowheads="1"/>
              </p:cNvSpPr>
              <p:nvPr/>
            </p:nvSpPr>
            <p:spPr bwMode="auto">
              <a:xfrm>
                <a:off x="6734620"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0" name="Group 39"/>
            <p:cNvGrpSpPr/>
            <p:nvPr/>
          </p:nvGrpSpPr>
          <p:grpSpPr>
            <a:xfrm>
              <a:off x="6732975" y="5851174"/>
              <a:ext cx="218527" cy="219859"/>
              <a:chOff x="7127702" y="2650828"/>
              <a:chExt cx="218527" cy="219859"/>
            </a:xfrm>
            <a:grpFill/>
          </p:grpSpPr>
          <p:sp>
            <p:nvSpPr>
              <p:cNvPr id="287" name="Oval 182"/>
              <p:cNvSpPr>
                <a:spLocks noChangeArrowheads="1"/>
              </p:cNvSpPr>
              <p:nvPr/>
            </p:nvSpPr>
            <p:spPr bwMode="auto">
              <a:xfrm>
                <a:off x="7188996"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8" name="Freeform 183"/>
              <p:cNvSpPr>
                <a:spLocks/>
              </p:cNvSpPr>
              <p:nvPr/>
            </p:nvSpPr>
            <p:spPr bwMode="auto">
              <a:xfrm>
                <a:off x="7250290" y="2704127"/>
                <a:ext cx="34645" cy="25317"/>
              </a:xfrm>
              <a:custGeom>
                <a:avLst/>
                <a:gdLst>
                  <a:gd name="T0" fmla="*/ 26 w 26"/>
                  <a:gd name="T1" fmla="*/ 5 h 19"/>
                  <a:gd name="T2" fmla="*/ 23 w 26"/>
                  <a:gd name="T3" fmla="*/ 0 h 19"/>
                  <a:gd name="T4" fmla="*/ 0 w 26"/>
                  <a:gd name="T5" fmla="*/ 14 h 19"/>
                  <a:gd name="T6" fmla="*/ 3 w 26"/>
                  <a:gd name="T7" fmla="*/ 19 h 19"/>
                  <a:gd name="T8" fmla="*/ 26 w 26"/>
                  <a:gd name="T9" fmla="*/ 5 h 19"/>
                </a:gdLst>
                <a:ahLst/>
                <a:cxnLst>
                  <a:cxn ang="0">
                    <a:pos x="T0" y="T1"/>
                  </a:cxn>
                  <a:cxn ang="0">
                    <a:pos x="T2" y="T3"/>
                  </a:cxn>
                  <a:cxn ang="0">
                    <a:pos x="T4" y="T5"/>
                  </a:cxn>
                  <a:cxn ang="0">
                    <a:pos x="T6" y="T7"/>
                  </a:cxn>
                  <a:cxn ang="0">
                    <a:pos x="T8" y="T9"/>
                  </a:cxn>
                </a:cxnLst>
                <a:rect l="0" t="0" r="r" b="b"/>
                <a:pathLst>
                  <a:path w="26" h="19">
                    <a:moveTo>
                      <a:pt x="26" y="5"/>
                    </a:moveTo>
                    <a:lnTo>
                      <a:pt x="23" y="0"/>
                    </a:lnTo>
                    <a:lnTo>
                      <a:pt x="0" y="14"/>
                    </a:lnTo>
                    <a:lnTo>
                      <a:pt x="3" y="19"/>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9" name="Freeform 184"/>
              <p:cNvSpPr>
                <a:spLocks/>
              </p:cNvSpPr>
              <p:nvPr/>
            </p:nvSpPr>
            <p:spPr bwMode="auto">
              <a:xfrm>
                <a:off x="7188996" y="2704127"/>
                <a:ext cx="34645" cy="25317"/>
              </a:xfrm>
              <a:custGeom>
                <a:avLst/>
                <a:gdLst>
                  <a:gd name="T0" fmla="*/ 26 w 26"/>
                  <a:gd name="T1" fmla="*/ 14 h 19"/>
                  <a:gd name="T2" fmla="*/ 3 w 26"/>
                  <a:gd name="T3" fmla="*/ 0 h 19"/>
                  <a:gd name="T4" fmla="*/ 0 w 26"/>
                  <a:gd name="T5" fmla="*/ 5 h 19"/>
                  <a:gd name="T6" fmla="*/ 23 w 26"/>
                  <a:gd name="T7" fmla="*/ 19 h 19"/>
                  <a:gd name="T8" fmla="*/ 26 w 26"/>
                  <a:gd name="T9" fmla="*/ 14 h 19"/>
                </a:gdLst>
                <a:ahLst/>
                <a:cxnLst>
                  <a:cxn ang="0">
                    <a:pos x="T0" y="T1"/>
                  </a:cxn>
                  <a:cxn ang="0">
                    <a:pos x="T2" y="T3"/>
                  </a:cxn>
                  <a:cxn ang="0">
                    <a:pos x="T4" y="T5"/>
                  </a:cxn>
                  <a:cxn ang="0">
                    <a:pos x="T6" y="T7"/>
                  </a:cxn>
                  <a:cxn ang="0">
                    <a:pos x="T8" y="T9"/>
                  </a:cxn>
                </a:cxnLst>
                <a:rect l="0" t="0" r="r" b="b"/>
                <a:pathLst>
                  <a:path w="26" h="19">
                    <a:moveTo>
                      <a:pt x="26" y="14"/>
                    </a:moveTo>
                    <a:lnTo>
                      <a:pt x="3" y="0"/>
                    </a:lnTo>
                    <a:lnTo>
                      <a:pt x="0" y="5"/>
                    </a:lnTo>
                    <a:lnTo>
                      <a:pt x="23" y="19"/>
                    </a:lnTo>
                    <a:lnTo>
                      <a:pt x="26"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0" name="Oval 185"/>
              <p:cNvSpPr>
                <a:spLocks noChangeArrowheads="1"/>
              </p:cNvSpPr>
              <p:nvPr/>
            </p:nvSpPr>
            <p:spPr bwMode="auto">
              <a:xfrm>
                <a:off x="7267613"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1" name="Freeform 186"/>
              <p:cNvSpPr>
                <a:spLocks noEditPoints="1"/>
              </p:cNvSpPr>
              <p:nvPr/>
            </p:nvSpPr>
            <p:spPr bwMode="auto">
              <a:xfrm>
                <a:off x="7127702"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2" name="Freeform 187"/>
              <p:cNvSpPr>
                <a:spLocks noEditPoints="1"/>
              </p:cNvSpPr>
              <p:nvPr/>
            </p:nvSpPr>
            <p:spPr bwMode="auto">
              <a:xfrm>
                <a:off x="7215646" y="2782744"/>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1" name="Group 40"/>
            <p:cNvGrpSpPr/>
            <p:nvPr/>
          </p:nvGrpSpPr>
          <p:grpSpPr>
            <a:xfrm>
              <a:off x="7660695" y="2650828"/>
              <a:ext cx="218527" cy="219859"/>
              <a:chOff x="7660695" y="2650828"/>
              <a:chExt cx="218527" cy="219859"/>
            </a:xfrm>
            <a:grpFill/>
          </p:grpSpPr>
          <p:sp>
            <p:nvSpPr>
              <p:cNvPr id="283" name="Freeform 188"/>
              <p:cNvSpPr>
                <a:spLocks/>
              </p:cNvSpPr>
              <p:nvPr/>
            </p:nvSpPr>
            <p:spPr bwMode="auto">
              <a:xfrm>
                <a:off x="7731317" y="2790739"/>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4" name="Freeform 189"/>
              <p:cNvSpPr>
                <a:spLocks/>
              </p:cNvSpPr>
              <p:nvPr/>
            </p:nvSpPr>
            <p:spPr bwMode="auto">
              <a:xfrm>
                <a:off x="7720657" y="2712122"/>
                <a:ext cx="30648" cy="47969"/>
              </a:xfrm>
              <a:custGeom>
                <a:avLst/>
                <a:gdLst>
                  <a:gd name="T0" fmla="*/ 5 w 23"/>
                  <a:gd name="T1" fmla="*/ 0 h 36"/>
                  <a:gd name="T2" fmla="*/ 0 w 23"/>
                  <a:gd name="T3" fmla="*/ 3 h 36"/>
                  <a:gd name="T4" fmla="*/ 13 w 23"/>
                  <a:gd name="T5" fmla="*/ 18 h 36"/>
                  <a:gd name="T6" fmla="*/ 0 w 23"/>
                  <a:gd name="T7" fmla="*/ 31 h 36"/>
                  <a:gd name="T8" fmla="*/ 5 w 23"/>
                  <a:gd name="T9" fmla="*/ 36 h 36"/>
                  <a:gd name="T10" fmla="*/ 23 w 23"/>
                  <a:gd name="T11" fmla="*/ 18 h 36"/>
                  <a:gd name="T12" fmla="*/ 5 w 23"/>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23" h="36">
                    <a:moveTo>
                      <a:pt x="5" y="0"/>
                    </a:moveTo>
                    <a:lnTo>
                      <a:pt x="0" y="3"/>
                    </a:lnTo>
                    <a:lnTo>
                      <a:pt x="13" y="18"/>
                    </a:lnTo>
                    <a:lnTo>
                      <a:pt x="0" y="31"/>
                    </a:lnTo>
                    <a:lnTo>
                      <a:pt x="5" y="36"/>
                    </a:lnTo>
                    <a:lnTo>
                      <a:pt x="23" y="18"/>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5" name="Freeform 190"/>
              <p:cNvSpPr>
                <a:spLocks noEditPoints="1"/>
              </p:cNvSpPr>
              <p:nvPr/>
            </p:nvSpPr>
            <p:spPr bwMode="auto">
              <a:xfrm>
                <a:off x="7660695"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6" name="Freeform 191"/>
              <p:cNvSpPr>
                <a:spLocks/>
              </p:cNvSpPr>
              <p:nvPr/>
            </p:nvSpPr>
            <p:spPr bwMode="auto">
              <a:xfrm>
                <a:off x="7789946" y="2712122"/>
                <a:ext cx="30648" cy="47969"/>
              </a:xfrm>
              <a:custGeom>
                <a:avLst/>
                <a:gdLst>
                  <a:gd name="T0" fmla="*/ 18 w 23"/>
                  <a:gd name="T1" fmla="*/ 0 h 36"/>
                  <a:gd name="T2" fmla="*/ 0 w 23"/>
                  <a:gd name="T3" fmla="*/ 18 h 36"/>
                  <a:gd name="T4" fmla="*/ 18 w 23"/>
                  <a:gd name="T5" fmla="*/ 36 h 36"/>
                  <a:gd name="T6" fmla="*/ 23 w 23"/>
                  <a:gd name="T7" fmla="*/ 31 h 36"/>
                  <a:gd name="T8" fmla="*/ 10 w 23"/>
                  <a:gd name="T9" fmla="*/ 18 h 36"/>
                  <a:gd name="T10" fmla="*/ 23 w 23"/>
                  <a:gd name="T11" fmla="*/ 3 h 36"/>
                  <a:gd name="T12" fmla="*/ 18 w 23"/>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23" h="36">
                    <a:moveTo>
                      <a:pt x="18" y="0"/>
                    </a:moveTo>
                    <a:lnTo>
                      <a:pt x="0" y="18"/>
                    </a:lnTo>
                    <a:lnTo>
                      <a:pt x="18" y="36"/>
                    </a:lnTo>
                    <a:lnTo>
                      <a:pt x="23" y="31"/>
                    </a:lnTo>
                    <a:lnTo>
                      <a:pt x="10" y="18"/>
                    </a:lnTo>
                    <a:lnTo>
                      <a:pt x="23" y="3"/>
                    </a:ln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2" name="Group 41"/>
            <p:cNvGrpSpPr/>
            <p:nvPr/>
          </p:nvGrpSpPr>
          <p:grpSpPr>
            <a:xfrm>
              <a:off x="1358163" y="3536727"/>
              <a:ext cx="218527" cy="219859"/>
              <a:chOff x="1264778" y="3185154"/>
              <a:chExt cx="218527" cy="219859"/>
            </a:xfrm>
            <a:grpFill/>
          </p:grpSpPr>
          <p:sp>
            <p:nvSpPr>
              <p:cNvPr id="279" name="Freeform 192"/>
              <p:cNvSpPr>
                <a:spLocks/>
              </p:cNvSpPr>
              <p:nvPr/>
            </p:nvSpPr>
            <p:spPr bwMode="auto">
              <a:xfrm>
                <a:off x="1326072" y="3326397"/>
                <a:ext cx="95939" cy="25317"/>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0" name="Freeform 193"/>
              <p:cNvSpPr>
                <a:spLocks/>
              </p:cNvSpPr>
              <p:nvPr/>
            </p:nvSpPr>
            <p:spPr bwMode="auto">
              <a:xfrm>
                <a:off x="1323407" y="3246448"/>
                <a:ext cx="30648" cy="49301"/>
              </a:xfrm>
              <a:custGeom>
                <a:avLst/>
                <a:gdLst>
                  <a:gd name="T0" fmla="*/ 5 w 23"/>
                  <a:gd name="T1" fmla="*/ 37 h 37"/>
                  <a:gd name="T2" fmla="*/ 23 w 23"/>
                  <a:gd name="T3" fmla="*/ 18 h 37"/>
                  <a:gd name="T4" fmla="*/ 5 w 23"/>
                  <a:gd name="T5" fmla="*/ 0 h 37"/>
                  <a:gd name="T6" fmla="*/ 0 w 23"/>
                  <a:gd name="T7" fmla="*/ 4 h 37"/>
                  <a:gd name="T8" fmla="*/ 13 w 23"/>
                  <a:gd name="T9" fmla="*/ 18 h 37"/>
                  <a:gd name="T10" fmla="*/ 0 w 23"/>
                  <a:gd name="T11" fmla="*/ 32 h 37"/>
                  <a:gd name="T12" fmla="*/ 5 w 2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23" h="37">
                    <a:moveTo>
                      <a:pt x="5" y="37"/>
                    </a:moveTo>
                    <a:lnTo>
                      <a:pt x="23" y="18"/>
                    </a:lnTo>
                    <a:lnTo>
                      <a:pt x="5" y="0"/>
                    </a:lnTo>
                    <a:lnTo>
                      <a:pt x="0" y="4"/>
                    </a:lnTo>
                    <a:lnTo>
                      <a:pt x="13" y="18"/>
                    </a:lnTo>
                    <a:lnTo>
                      <a:pt x="0" y="32"/>
                    </a:lnTo>
                    <a:lnTo>
                      <a:pt x="5"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1" name="Freeform 194"/>
              <p:cNvSpPr>
                <a:spLocks/>
              </p:cNvSpPr>
              <p:nvPr/>
            </p:nvSpPr>
            <p:spPr bwMode="auto">
              <a:xfrm>
                <a:off x="1392696" y="3246448"/>
                <a:ext cx="30648" cy="49301"/>
              </a:xfrm>
              <a:custGeom>
                <a:avLst/>
                <a:gdLst>
                  <a:gd name="T0" fmla="*/ 18 w 23"/>
                  <a:gd name="T1" fmla="*/ 0 h 37"/>
                  <a:gd name="T2" fmla="*/ 0 w 23"/>
                  <a:gd name="T3" fmla="*/ 18 h 37"/>
                  <a:gd name="T4" fmla="*/ 18 w 23"/>
                  <a:gd name="T5" fmla="*/ 37 h 37"/>
                  <a:gd name="T6" fmla="*/ 23 w 23"/>
                  <a:gd name="T7" fmla="*/ 32 h 37"/>
                  <a:gd name="T8" fmla="*/ 10 w 23"/>
                  <a:gd name="T9" fmla="*/ 18 h 37"/>
                  <a:gd name="T10" fmla="*/ 23 w 23"/>
                  <a:gd name="T11" fmla="*/ 4 h 37"/>
                  <a:gd name="T12" fmla="*/ 18 w 2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23" h="37">
                    <a:moveTo>
                      <a:pt x="18" y="0"/>
                    </a:moveTo>
                    <a:lnTo>
                      <a:pt x="0" y="18"/>
                    </a:lnTo>
                    <a:lnTo>
                      <a:pt x="18" y="37"/>
                    </a:lnTo>
                    <a:lnTo>
                      <a:pt x="23" y="32"/>
                    </a:lnTo>
                    <a:lnTo>
                      <a:pt x="10" y="18"/>
                    </a:lnTo>
                    <a:lnTo>
                      <a:pt x="23" y="4"/>
                    </a:ln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2" name="Freeform 195"/>
              <p:cNvSpPr>
                <a:spLocks noEditPoints="1"/>
              </p:cNvSpPr>
              <p:nvPr/>
            </p:nvSpPr>
            <p:spPr bwMode="auto">
              <a:xfrm>
                <a:off x="1264778"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3" name="Group 42"/>
            <p:cNvGrpSpPr/>
            <p:nvPr/>
          </p:nvGrpSpPr>
          <p:grpSpPr>
            <a:xfrm>
              <a:off x="5069162" y="5726412"/>
              <a:ext cx="511528" cy="514646"/>
              <a:chOff x="1797771" y="3185154"/>
              <a:chExt cx="218527" cy="219859"/>
            </a:xfrm>
            <a:grpFill/>
          </p:grpSpPr>
          <p:sp>
            <p:nvSpPr>
              <p:cNvPr id="273" name="Freeform 196"/>
              <p:cNvSpPr>
                <a:spLocks/>
              </p:cNvSpPr>
              <p:nvPr/>
            </p:nvSpPr>
            <p:spPr bwMode="auto">
              <a:xfrm>
                <a:off x="1859065" y="3321067"/>
                <a:ext cx="95939" cy="39974"/>
              </a:xfrm>
              <a:custGeom>
                <a:avLst/>
                <a:gdLst>
                  <a:gd name="T0" fmla="*/ 22 w 44"/>
                  <a:gd name="T1" fmla="*/ 4 h 18"/>
                  <a:gd name="T2" fmla="*/ 14 w 44"/>
                  <a:gd name="T3" fmla="*/ 0 h 18"/>
                  <a:gd name="T4" fmla="*/ 0 w 44"/>
                  <a:gd name="T5" fmla="*/ 6 h 18"/>
                  <a:gd name="T6" fmla="*/ 22 w 44"/>
                  <a:gd name="T7" fmla="*/ 18 h 18"/>
                  <a:gd name="T8" fmla="*/ 44 w 44"/>
                  <a:gd name="T9" fmla="*/ 6 h 18"/>
                  <a:gd name="T10" fmla="*/ 30 w 44"/>
                  <a:gd name="T11" fmla="*/ 0 h 18"/>
                  <a:gd name="T12" fmla="*/ 22 w 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44" h="18">
                    <a:moveTo>
                      <a:pt x="22" y="4"/>
                    </a:moveTo>
                    <a:cubicBezTo>
                      <a:pt x="18" y="2"/>
                      <a:pt x="18" y="0"/>
                      <a:pt x="14" y="0"/>
                    </a:cubicBezTo>
                    <a:cubicBezTo>
                      <a:pt x="10" y="0"/>
                      <a:pt x="6" y="6"/>
                      <a:pt x="0" y="6"/>
                    </a:cubicBezTo>
                    <a:cubicBezTo>
                      <a:pt x="4" y="6"/>
                      <a:pt x="10" y="18"/>
                      <a:pt x="22" y="18"/>
                    </a:cubicBezTo>
                    <a:cubicBezTo>
                      <a:pt x="34" y="18"/>
                      <a:pt x="40" y="6"/>
                      <a:pt x="44" y="6"/>
                    </a:cubicBezTo>
                    <a:cubicBezTo>
                      <a:pt x="38" y="6"/>
                      <a:pt x="34" y="0"/>
                      <a:pt x="30" y="0"/>
                    </a:cubicBezTo>
                    <a:cubicBezTo>
                      <a:pt x="26" y="0"/>
                      <a:pt x="26" y="2"/>
                      <a:pt x="2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4" name="Oval 197"/>
              <p:cNvSpPr>
                <a:spLocks noChangeArrowheads="1"/>
              </p:cNvSpPr>
              <p:nvPr/>
            </p:nvSpPr>
            <p:spPr bwMode="auto">
              <a:xfrm>
                <a:off x="1859065" y="3263770"/>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5" name="Rectangle 198"/>
              <p:cNvSpPr>
                <a:spLocks noChangeArrowheads="1"/>
              </p:cNvSpPr>
              <p:nvPr/>
            </p:nvSpPr>
            <p:spPr bwMode="auto">
              <a:xfrm>
                <a:off x="1849738" y="323845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6" name="Oval 199"/>
              <p:cNvSpPr>
                <a:spLocks noChangeArrowheads="1"/>
              </p:cNvSpPr>
              <p:nvPr/>
            </p:nvSpPr>
            <p:spPr bwMode="auto">
              <a:xfrm>
                <a:off x="1937682" y="3263770"/>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7" name="Freeform 200"/>
              <p:cNvSpPr>
                <a:spLocks noEditPoints="1"/>
              </p:cNvSpPr>
              <p:nvPr/>
            </p:nvSpPr>
            <p:spPr bwMode="auto">
              <a:xfrm>
                <a:off x="1797771"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8" name="Rectangle 201"/>
              <p:cNvSpPr>
                <a:spLocks noChangeArrowheads="1"/>
              </p:cNvSpPr>
              <p:nvPr/>
            </p:nvSpPr>
            <p:spPr bwMode="auto">
              <a:xfrm>
                <a:off x="1928354" y="323845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4" name="Group 43"/>
            <p:cNvGrpSpPr/>
            <p:nvPr/>
          </p:nvGrpSpPr>
          <p:grpSpPr>
            <a:xfrm>
              <a:off x="261117" y="5120236"/>
              <a:ext cx="218527" cy="219859"/>
              <a:chOff x="2330764" y="3185154"/>
              <a:chExt cx="218527" cy="219859"/>
            </a:xfrm>
            <a:grpFill/>
          </p:grpSpPr>
          <p:sp>
            <p:nvSpPr>
              <p:cNvPr id="269" name="Freeform 202"/>
              <p:cNvSpPr>
                <a:spLocks/>
              </p:cNvSpPr>
              <p:nvPr/>
            </p:nvSpPr>
            <p:spPr bwMode="auto">
              <a:xfrm>
                <a:off x="2400053"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0" name="Rectangle 203"/>
              <p:cNvSpPr>
                <a:spLocks noChangeArrowheads="1"/>
              </p:cNvSpPr>
              <p:nvPr/>
            </p:nvSpPr>
            <p:spPr bwMode="auto">
              <a:xfrm>
                <a:off x="2382731" y="3263770"/>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1" name="Freeform 204"/>
              <p:cNvSpPr>
                <a:spLocks noEditPoints="1"/>
              </p:cNvSpPr>
              <p:nvPr/>
            </p:nvSpPr>
            <p:spPr bwMode="auto">
              <a:xfrm>
                <a:off x="2330764"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2" name="Rectangle 206"/>
              <p:cNvSpPr>
                <a:spLocks noChangeArrowheads="1"/>
              </p:cNvSpPr>
              <p:nvPr/>
            </p:nvSpPr>
            <p:spPr bwMode="auto">
              <a:xfrm>
                <a:off x="2461347" y="3263770"/>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5" name="Group 44"/>
            <p:cNvGrpSpPr/>
            <p:nvPr/>
          </p:nvGrpSpPr>
          <p:grpSpPr>
            <a:xfrm>
              <a:off x="1167507" y="4474516"/>
              <a:ext cx="218527" cy="219859"/>
              <a:chOff x="2863757" y="3185154"/>
              <a:chExt cx="218527" cy="219859"/>
            </a:xfrm>
            <a:grpFill/>
          </p:grpSpPr>
          <p:sp>
            <p:nvSpPr>
              <p:cNvPr id="265" name="Freeform 207"/>
              <p:cNvSpPr>
                <a:spLocks/>
              </p:cNvSpPr>
              <p:nvPr/>
            </p:nvSpPr>
            <p:spPr bwMode="auto">
              <a:xfrm>
                <a:off x="2905065" y="3246448"/>
                <a:ext cx="47969" cy="30647"/>
              </a:xfrm>
              <a:custGeom>
                <a:avLst/>
                <a:gdLst>
                  <a:gd name="T0" fmla="*/ 18 w 36"/>
                  <a:gd name="T1" fmla="*/ 10 h 23"/>
                  <a:gd name="T2" fmla="*/ 31 w 36"/>
                  <a:gd name="T3" fmla="*/ 23 h 23"/>
                  <a:gd name="T4" fmla="*/ 36 w 36"/>
                  <a:gd name="T5" fmla="*/ 18 h 23"/>
                  <a:gd name="T6" fmla="*/ 18 w 36"/>
                  <a:gd name="T7" fmla="*/ 0 h 23"/>
                  <a:gd name="T8" fmla="*/ 0 w 36"/>
                  <a:gd name="T9" fmla="*/ 18 h 23"/>
                  <a:gd name="T10" fmla="*/ 5 w 36"/>
                  <a:gd name="T11" fmla="*/ 23 h 23"/>
                  <a:gd name="T12" fmla="*/ 18 w 36"/>
                  <a:gd name="T13" fmla="*/ 10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18" y="10"/>
                    </a:moveTo>
                    <a:lnTo>
                      <a:pt x="31" y="23"/>
                    </a:lnTo>
                    <a:lnTo>
                      <a:pt x="36" y="18"/>
                    </a:lnTo>
                    <a:lnTo>
                      <a:pt x="18" y="0"/>
                    </a:lnTo>
                    <a:lnTo>
                      <a:pt x="0" y="18"/>
                    </a:lnTo>
                    <a:lnTo>
                      <a:pt x="5" y="23"/>
                    </a:lnTo>
                    <a:lnTo>
                      <a:pt x="18"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6" name="Freeform 208"/>
              <p:cNvSpPr>
                <a:spLocks noEditPoints="1"/>
              </p:cNvSpPr>
              <p:nvPr/>
            </p:nvSpPr>
            <p:spPr bwMode="auto">
              <a:xfrm>
                <a:off x="2907730" y="3317069"/>
                <a:ext cx="130583" cy="51966"/>
              </a:xfrm>
              <a:custGeom>
                <a:avLst/>
                <a:gdLst>
                  <a:gd name="T0" fmla="*/ 30 w 60"/>
                  <a:gd name="T1" fmla="*/ 24 h 24"/>
                  <a:gd name="T2" fmla="*/ 60 w 60"/>
                  <a:gd name="T3" fmla="*/ 0 h 24"/>
                  <a:gd name="T4" fmla="*/ 0 w 60"/>
                  <a:gd name="T5" fmla="*/ 0 h 24"/>
                  <a:gd name="T6" fmla="*/ 30 w 60"/>
                  <a:gd name="T7" fmla="*/ 24 h 24"/>
                  <a:gd name="T8" fmla="*/ 30 w 60"/>
                  <a:gd name="T9" fmla="*/ 20 h 24"/>
                  <a:gd name="T10" fmla="*/ 5 w 60"/>
                  <a:gd name="T11" fmla="*/ 4 h 24"/>
                  <a:gd name="T12" fmla="*/ 55 w 60"/>
                  <a:gd name="T13" fmla="*/ 4 h 24"/>
                  <a:gd name="T14" fmla="*/ 30 w 60"/>
                  <a:gd name="T15" fmla="*/ 2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24">
                    <a:moveTo>
                      <a:pt x="30" y="24"/>
                    </a:moveTo>
                    <a:cubicBezTo>
                      <a:pt x="56" y="24"/>
                      <a:pt x="60" y="0"/>
                      <a:pt x="60" y="0"/>
                    </a:cubicBezTo>
                    <a:cubicBezTo>
                      <a:pt x="0" y="0"/>
                      <a:pt x="0" y="0"/>
                      <a:pt x="0" y="0"/>
                    </a:cubicBezTo>
                    <a:cubicBezTo>
                      <a:pt x="0" y="0"/>
                      <a:pt x="4" y="24"/>
                      <a:pt x="30" y="24"/>
                    </a:cubicBezTo>
                    <a:close/>
                    <a:moveTo>
                      <a:pt x="30" y="20"/>
                    </a:moveTo>
                    <a:cubicBezTo>
                      <a:pt x="11" y="20"/>
                      <a:pt x="5" y="4"/>
                      <a:pt x="5" y="4"/>
                    </a:cubicBezTo>
                    <a:cubicBezTo>
                      <a:pt x="55" y="4"/>
                      <a:pt x="55" y="4"/>
                      <a:pt x="55" y="4"/>
                    </a:cubicBezTo>
                    <a:cubicBezTo>
                      <a:pt x="55" y="4"/>
                      <a:pt x="50" y="20"/>
                      <a:pt x="3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7" name="Freeform 209"/>
              <p:cNvSpPr>
                <a:spLocks/>
              </p:cNvSpPr>
              <p:nvPr/>
            </p:nvSpPr>
            <p:spPr bwMode="auto">
              <a:xfrm>
                <a:off x="2993008"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8" name="Freeform 210"/>
              <p:cNvSpPr>
                <a:spLocks noEditPoints="1"/>
              </p:cNvSpPr>
              <p:nvPr/>
            </p:nvSpPr>
            <p:spPr bwMode="auto">
              <a:xfrm>
                <a:off x="2863757"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6" name="Group 45"/>
            <p:cNvGrpSpPr/>
            <p:nvPr/>
          </p:nvGrpSpPr>
          <p:grpSpPr>
            <a:xfrm>
              <a:off x="3396750" y="3185154"/>
              <a:ext cx="218527" cy="219859"/>
              <a:chOff x="3396750" y="3185154"/>
              <a:chExt cx="218527" cy="219859"/>
            </a:xfrm>
            <a:grpFill/>
          </p:grpSpPr>
          <p:sp>
            <p:nvSpPr>
              <p:cNvPr id="261"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2"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3"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4"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7" name="Group 46"/>
            <p:cNvGrpSpPr/>
            <p:nvPr/>
          </p:nvGrpSpPr>
          <p:grpSpPr>
            <a:xfrm>
              <a:off x="3730738" y="4288200"/>
              <a:ext cx="218527" cy="219859"/>
              <a:chOff x="3929743" y="3185154"/>
              <a:chExt cx="218527" cy="219859"/>
            </a:xfrm>
            <a:grpFill/>
          </p:grpSpPr>
          <p:sp>
            <p:nvSpPr>
              <p:cNvPr id="257" name="Freeform 215"/>
              <p:cNvSpPr>
                <a:spLocks/>
              </p:cNvSpPr>
              <p:nvPr/>
            </p:nvSpPr>
            <p:spPr bwMode="auto">
              <a:xfrm>
                <a:off x="3981711" y="3246448"/>
                <a:ext cx="35977" cy="26650"/>
              </a:xfrm>
              <a:custGeom>
                <a:avLst/>
                <a:gdLst>
                  <a:gd name="T0" fmla="*/ 23 w 27"/>
                  <a:gd name="T1" fmla="*/ 0 h 20"/>
                  <a:gd name="T2" fmla="*/ 13 w 27"/>
                  <a:gd name="T3" fmla="*/ 7 h 20"/>
                  <a:gd name="T4" fmla="*/ 4 w 27"/>
                  <a:gd name="T5" fmla="*/ 0 h 20"/>
                  <a:gd name="T6" fmla="*/ 0 w 27"/>
                  <a:gd name="T7" fmla="*/ 5 h 20"/>
                  <a:gd name="T8" fmla="*/ 7 w 27"/>
                  <a:gd name="T9" fmla="*/ 10 h 20"/>
                  <a:gd name="T10" fmla="*/ 0 w 27"/>
                  <a:gd name="T11" fmla="*/ 15 h 20"/>
                  <a:gd name="T12" fmla="*/ 4 w 27"/>
                  <a:gd name="T13" fmla="*/ 20 h 20"/>
                  <a:gd name="T14" fmla="*/ 13 w 27"/>
                  <a:gd name="T15" fmla="*/ 13 h 20"/>
                  <a:gd name="T16" fmla="*/ 23 w 27"/>
                  <a:gd name="T17" fmla="*/ 20 h 20"/>
                  <a:gd name="T18" fmla="*/ 27 w 27"/>
                  <a:gd name="T19" fmla="*/ 15 h 20"/>
                  <a:gd name="T20" fmla="*/ 20 w 27"/>
                  <a:gd name="T21" fmla="*/ 10 h 20"/>
                  <a:gd name="T22" fmla="*/ 27 w 27"/>
                  <a:gd name="T23" fmla="*/ 5 h 20"/>
                  <a:gd name="T24" fmla="*/ 23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0"/>
                    </a:moveTo>
                    <a:lnTo>
                      <a:pt x="13" y="7"/>
                    </a:lnTo>
                    <a:lnTo>
                      <a:pt x="4" y="0"/>
                    </a:lnTo>
                    <a:lnTo>
                      <a:pt x="0" y="5"/>
                    </a:lnTo>
                    <a:lnTo>
                      <a:pt x="7" y="10"/>
                    </a:lnTo>
                    <a:lnTo>
                      <a:pt x="0" y="15"/>
                    </a:lnTo>
                    <a:lnTo>
                      <a:pt x="4" y="20"/>
                    </a:lnTo>
                    <a:lnTo>
                      <a:pt x="13" y="13"/>
                    </a:lnTo>
                    <a:lnTo>
                      <a:pt x="23" y="20"/>
                    </a:lnTo>
                    <a:lnTo>
                      <a:pt x="27" y="15"/>
                    </a:lnTo>
                    <a:lnTo>
                      <a:pt x="20" y="10"/>
                    </a:lnTo>
                    <a:lnTo>
                      <a:pt x="27"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8" name="Freeform 216"/>
              <p:cNvSpPr>
                <a:spLocks noEditPoints="1"/>
              </p:cNvSpPr>
              <p:nvPr/>
            </p:nvSpPr>
            <p:spPr bwMode="auto">
              <a:xfrm>
                <a:off x="4017687" y="3317069"/>
                <a:ext cx="42639"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9" name="Freeform 217"/>
              <p:cNvSpPr>
                <a:spLocks noEditPoints="1"/>
              </p:cNvSpPr>
              <p:nvPr/>
            </p:nvSpPr>
            <p:spPr bwMode="auto">
              <a:xfrm>
                <a:off x="3929743"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0" name="Freeform 218"/>
              <p:cNvSpPr>
                <a:spLocks/>
              </p:cNvSpPr>
              <p:nvPr/>
            </p:nvSpPr>
            <p:spPr bwMode="auto">
              <a:xfrm>
                <a:off x="4060327" y="3246448"/>
                <a:ext cx="35977" cy="26650"/>
              </a:xfrm>
              <a:custGeom>
                <a:avLst/>
                <a:gdLst>
                  <a:gd name="T0" fmla="*/ 23 w 27"/>
                  <a:gd name="T1" fmla="*/ 0 h 20"/>
                  <a:gd name="T2" fmla="*/ 13 w 27"/>
                  <a:gd name="T3" fmla="*/ 7 h 20"/>
                  <a:gd name="T4" fmla="*/ 4 w 27"/>
                  <a:gd name="T5" fmla="*/ 0 h 20"/>
                  <a:gd name="T6" fmla="*/ 0 w 27"/>
                  <a:gd name="T7" fmla="*/ 5 h 20"/>
                  <a:gd name="T8" fmla="*/ 7 w 27"/>
                  <a:gd name="T9" fmla="*/ 10 h 20"/>
                  <a:gd name="T10" fmla="*/ 0 w 27"/>
                  <a:gd name="T11" fmla="*/ 15 h 20"/>
                  <a:gd name="T12" fmla="*/ 4 w 27"/>
                  <a:gd name="T13" fmla="*/ 20 h 20"/>
                  <a:gd name="T14" fmla="*/ 13 w 27"/>
                  <a:gd name="T15" fmla="*/ 13 h 20"/>
                  <a:gd name="T16" fmla="*/ 23 w 27"/>
                  <a:gd name="T17" fmla="*/ 20 h 20"/>
                  <a:gd name="T18" fmla="*/ 27 w 27"/>
                  <a:gd name="T19" fmla="*/ 15 h 20"/>
                  <a:gd name="T20" fmla="*/ 20 w 27"/>
                  <a:gd name="T21" fmla="*/ 10 h 20"/>
                  <a:gd name="T22" fmla="*/ 27 w 27"/>
                  <a:gd name="T23" fmla="*/ 5 h 20"/>
                  <a:gd name="T24" fmla="*/ 23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0"/>
                    </a:moveTo>
                    <a:lnTo>
                      <a:pt x="13" y="7"/>
                    </a:lnTo>
                    <a:lnTo>
                      <a:pt x="4" y="0"/>
                    </a:lnTo>
                    <a:lnTo>
                      <a:pt x="0" y="5"/>
                    </a:lnTo>
                    <a:lnTo>
                      <a:pt x="7" y="10"/>
                    </a:lnTo>
                    <a:lnTo>
                      <a:pt x="0" y="15"/>
                    </a:lnTo>
                    <a:lnTo>
                      <a:pt x="4" y="20"/>
                    </a:lnTo>
                    <a:lnTo>
                      <a:pt x="13" y="13"/>
                    </a:lnTo>
                    <a:lnTo>
                      <a:pt x="23" y="20"/>
                    </a:lnTo>
                    <a:lnTo>
                      <a:pt x="27" y="15"/>
                    </a:lnTo>
                    <a:lnTo>
                      <a:pt x="20" y="10"/>
                    </a:lnTo>
                    <a:lnTo>
                      <a:pt x="27"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8" name="Group 47"/>
            <p:cNvGrpSpPr/>
            <p:nvPr/>
          </p:nvGrpSpPr>
          <p:grpSpPr>
            <a:xfrm>
              <a:off x="4462736" y="3185154"/>
              <a:ext cx="218527" cy="219859"/>
              <a:chOff x="4462736" y="3185154"/>
              <a:chExt cx="218527" cy="219859"/>
            </a:xfrm>
            <a:grpFill/>
          </p:grpSpPr>
          <p:sp>
            <p:nvSpPr>
              <p:cNvPr id="253" name="Freeform 219"/>
              <p:cNvSpPr>
                <a:spLocks noEditPoints="1"/>
              </p:cNvSpPr>
              <p:nvPr/>
            </p:nvSpPr>
            <p:spPr bwMode="auto">
              <a:xfrm>
                <a:off x="4532026" y="3317069"/>
                <a:ext cx="79949" cy="43972"/>
              </a:xfrm>
              <a:custGeom>
                <a:avLst/>
                <a:gdLst>
                  <a:gd name="T0" fmla="*/ 18 w 36"/>
                  <a:gd name="T1" fmla="*/ 0 h 20"/>
                  <a:gd name="T2" fmla="*/ 0 w 36"/>
                  <a:gd name="T3" fmla="*/ 10 h 20"/>
                  <a:gd name="T4" fmla="*/ 18 w 36"/>
                  <a:gd name="T5" fmla="*/ 20 h 20"/>
                  <a:gd name="T6" fmla="*/ 36 w 36"/>
                  <a:gd name="T7" fmla="*/ 10 h 20"/>
                  <a:gd name="T8" fmla="*/ 18 w 36"/>
                  <a:gd name="T9" fmla="*/ 0 h 20"/>
                  <a:gd name="T10" fmla="*/ 18 w 36"/>
                  <a:gd name="T11" fmla="*/ 16 h 20"/>
                  <a:gd name="T12" fmla="*/ 4 w 36"/>
                  <a:gd name="T13" fmla="*/ 10 h 20"/>
                  <a:gd name="T14" fmla="*/ 18 w 36"/>
                  <a:gd name="T15" fmla="*/ 4 h 20"/>
                  <a:gd name="T16" fmla="*/ 32 w 36"/>
                  <a:gd name="T17" fmla="*/ 10 h 20"/>
                  <a:gd name="T18" fmla="*/ 18 w 36"/>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0">
                    <a:moveTo>
                      <a:pt x="18" y="0"/>
                    </a:moveTo>
                    <a:cubicBezTo>
                      <a:pt x="8" y="0"/>
                      <a:pt x="0" y="4"/>
                      <a:pt x="0" y="10"/>
                    </a:cubicBezTo>
                    <a:cubicBezTo>
                      <a:pt x="0" y="16"/>
                      <a:pt x="8" y="20"/>
                      <a:pt x="18" y="20"/>
                    </a:cubicBezTo>
                    <a:cubicBezTo>
                      <a:pt x="28" y="20"/>
                      <a:pt x="36" y="16"/>
                      <a:pt x="36" y="10"/>
                    </a:cubicBezTo>
                    <a:cubicBezTo>
                      <a:pt x="36" y="4"/>
                      <a:pt x="28" y="0"/>
                      <a:pt x="18" y="0"/>
                    </a:cubicBezTo>
                    <a:close/>
                    <a:moveTo>
                      <a:pt x="18" y="16"/>
                    </a:moveTo>
                    <a:cubicBezTo>
                      <a:pt x="10" y="16"/>
                      <a:pt x="4" y="13"/>
                      <a:pt x="4" y="10"/>
                    </a:cubicBezTo>
                    <a:cubicBezTo>
                      <a:pt x="4" y="7"/>
                      <a:pt x="10" y="4"/>
                      <a:pt x="18" y="4"/>
                    </a:cubicBezTo>
                    <a:cubicBezTo>
                      <a:pt x="26" y="4"/>
                      <a:pt x="32" y="7"/>
                      <a:pt x="32" y="10"/>
                    </a:cubicBezTo>
                    <a:cubicBezTo>
                      <a:pt x="32" y="13"/>
                      <a:pt x="26" y="16"/>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4" name="Freeform 220"/>
              <p:cNvSpPr>
                <a:spLocks/>
              </p:cNvSpPr>
              <p:nvPr/>
            </p:nvSpPr>
            <p:spPr bwMode="auto">
              <a:xfrm>
                <a:off x="4514704" y="3246448"/>
                <a:ext cx="35977" cy="26650"/>
              </a:xfrm>
              <a:custGeom>
                <a:avLst/>
                <a:gdLst>
                  <a:gd name="T0" fmla="*/ 23 w 27"/>
                  <a:gd name="T1" fmla="*/ 20 h 20"/>
                  <a:gd name="T2" fmla="*/ 27 w 27"/>
                  <a:gd name="T3" fmla="*/ 15 h 20"/>
                  <a:gd name="T4" fmla="*/ 20 w 27"/>
                  <a:gd name="T5" fmla="*/ 10 h 20"/>
                  <a:gd name="T6" fmla="*/ 27 w 27"/>
                  <a:gd name="T7" fmla="*/ 5 h 20"/>
                  <a:gd name="T8" fmla="*/ 23 w 27"/>
                  <a:gd name="T9" fmla="*/ 0 h 20"/>
                  <a:gd name="T10" fmla="*/ 13 w 27"/>
                  <a:gd name="T11" fmla="*/ 7 h 20"/>
                  <a:gd name="T12" fmla="*/ 4 w 27"/>
                  <a:gd name="T13" fmla="*/ 0 h 20"/>
                  <a:gd name="T14" fmla="*/ 0 w 27"/>
                  <a:gd name="T15" fmla="*/ 5 h 20"/>
                  <a:gd name="T16" fmla="*/ 7 w 27"/>
                  <a:gd name="T17" fmla="*/ 10 h 20"/>
                  <a:gd name="T18" fmla="*/ 0 w 27"/>
                  <a:gd name="T19" fmla="*/ 15 h 20"/>
                  <a:gd name="T20" fmla="*/ 4 w 27"/>
                  <a:gd name="T21" fmla="*/ 20 h 20"/>
                  <a:gd name="T22" fmla="*/ 13 w 27"/>
                  <a:gd name="T23" fmla="*/ 13 h 20"/>
                  <a:gd name="T24" fmla="*/ 23 w 27"/>
                  <a:gd name="T25"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20"/>
                    </a:moveTo>
                    <a:lnTo>
                      <a:pt x="27" y="15"/>
                    </a:lnTo>
                    <a:lnTo>
                      <a:pt x="20" y="10"/>
                    </a:lnTo>
                    <a:lnTo>
                      <a:pt x="27" y="5"/>
                    </a:lnTo>
                    <a:lnTo>
                      <a:pt x="23" y="0"/>
                    </a:lnTo>
                    <a:lnTo>
                      <a:pt x="13" y="7"/>
                    </a:lnTo>
                    <a:lnTo>
                      <a:pt x="4" y="0"/>
                    </a:lnTo>
                    <a:lnTo>
                      <a:pt x="0" y="5"/>
                    </a:lnTo>
                    <a:lnTo>
                      <a:pt x="7" y="10"/>
                    </a:lnTo>
                    <a:lnTo>
                      <a:pt x="0" y="15"/>
                    </a:lnTo>
                    <a:lnTo>
                      <a:pt x="4" y="20"/>
                    </a:lnTo>
                    <a:lnTo>
                      <a:pt x="13" y="13"/>
                    </a:lnTo>
                    <a:lnTo>
                      <a:pt x="23"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5" name="Freeform 221"/>
              <p:cNvSpPr>
                <a:spLocks noEditPoints="1"/>
              </p:cNvSpPr>
              <p:nvPr/>
            </p:nvSpPr>
            <p:spPr bwMode="auto">
              <a:xfrm>
                <a:off x="4462736"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6" name="Freeform 222"/>
              <p:cNvSpPr>
                <a:spLocks/>
              </p:cNvSpPr>
              <p:nvPr/>
            </p:nvSpPr>
            <p:spPr bwMode="auto">
              <a:xfrm>
                <a:off x="4593320" y="3246448"/>
                <a:ext cx="35977" cy="26650"/>
              </a:xfrm>
              <a:custGeom>
                <a:avLst/>
                <a:gdLst>
                  <a:gd name="T0" fmla="*/ 23 w 27"/>
                  <a:gd name="T1" fmla="*/ 0 h 20"/>
                  <a:gd name="T2" fmla="*/ 14 w 27"/>
                  <a:gd name="T3" fmla="*/ 7 h 20"/>
                  <a:gd name="T4" fmla="*/ 4 w 27"/>
                  <a:gd name="T5" fmla="*/ 0 h 20"/>
                  <a:gd name="T6" fmla="*/ 0 w 27"/>
                  <a:gd name="T7" fmla="*/ 5 h 20"/>
                  <a:gd name="T8" fmla="*/ 7 w 27"/>
                  <a:gd name="T9" fmla="*/ 10 h 20"/>
                  <a:gd name="T10" fmla="*/ 0 w 27"/>
                  <a:gd name="T11" fmla="*/ 15 h 20"/>
                  <a:gd name="T12" fmla="*/ 4 w 27"/>
                  <a:gd name="T13" fmla="*/ 20 h 20"/>
                  <a:gd name="T14" fmla="*/ 14 w 27"/>
                  <a:gd name="T15" fmla="*/ 13 h 20"/>
                  <a:gd name="T16" fmla="*/ 23 w 27"/>
                  <a:gd name="T17" fmla="*/ 20 h 20"/>
                  <a:gd name="T18" fmla="*/ 27 w 27"/>
                  <a:gd name="T19" fmla="*/ 15 h 20"/>
                  <a:gd name="T20" fmla="*/ 20 w 27"/>
                  <a:gd name="T21" fmla="*/ 10 h 20"/>
                  <a:gd name="T22" fmla="*/ 27 w 27"/>
                  <a:gd name="T23" fmla="*/ 5 h 20"/>
                  <a:gd name="T24" fmla="*/ 23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0"/>
                    </a:moveTo>
                    <a:lnTo>
                      <a:pt x="14" y="7"/>
                    </a:lnTo>
                    <a:lnTo>
                      <a:pt x="4" y="0"/>
                    </a:lnTo>
                    <a:lnTo>
                      <a:pt x="0" y="5"/>
                    </a:lnTo>
                    <a:lnTo>
                      <a:pt x="7" y="10"/>
                    </a:lnTo>
                    <a:lnTo>
                      <a:pt x="0" y="15"/>
                    </a:lnTo>
                    <a:lnTo>
                      <a:pt x="4" y="20"/>
                    </a:lnTo>
                    <a:lnTo>
                      <a:pt x="14" y="13"/>
                    </a:lnTo>
                    <a:lnTo>
                      <a:pt x="23" y="20"/>
                    </a:lnTo>
                    <a:lnTo>
                      <a:pt x="27" y="15"/>
                    </a:lnTo>
                    <a:lnTo>
                      <a:pt x="20" y="10"/>
                    </a:lnTo>
                    <a:lnTo>
                      <a:pt x="27"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9" name="Group 48"/>
            <p:cNvGrpSpPr/>
            <p:nvPr/>
          </p:nvGrpSpPr>
          <p:grpSpPr>
            <a:xfrm>
              <a:off x="5630291" y="4318848"/>
              <a:ext cx="218527" cy="219859"/>
              <a:chOff x="4995729" y="3185154"/>
              <a:chExt cx="218527" cy="219859"/>
            </a:xfrm>
            <a:grpFill/>
          </p:grpSpPr>
          <p:sp>
            <p:nvSpPr>
              <p:cNvPr id="248" name="Oval 223"/>
              <p:cNvSpPr>
                <a:spLocks noChangeArrowheads="1"/>
              </p:cNvSpPr>
              <p:nvPr/>
            </p:nvSpPr>
            <p:spPr bwMode="auto">
              <a:xfrm>
                <a:off x="505702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9" name="Oval 224"/>
              <p:cNvSpPr>
                <a:spLocks noChangeArrowheads="1"/>
              </p:cNvSpPr>
              <p:nvPr/>
            </p:nvSpPr>
            <p:spPr bwMode="auto">
              <a:xfrm>
                <a:off x="5135641"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0" name="Freeform 225"/>
              <p:cNvSpPr>
                <a:spLocks noEditPoints="1"/>
              </p:cNvSpPr>
              <p:nvPr/>
            </p:nvSpPr>
            <p:spPr bwMode="auto">
              <a:xfrm>
                <a:off x="499572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1" name="Freeform 226"/>
              <p:cNvSpPr>
                <a:spLocks noEditPoints="1"/>
              </p:cNvSpPr>
              <p:nvPr/>
            </p:nvSpPr>
            <p:spPr bwMode="auto">
              <a:xfrm>
                <a:off x="5039702" y="3238453"/>
                <a:ext cx="51967" cy="51966"/>
              </a:xfrm>
              <a:custGeom>
                <a:avLst/>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5" y="0"/>
                      <a:pt x="0" y="5"/>
                      <a:pt x="0" y="12"/>
                    </a:cubicBezTo>
                    <a:cubicBezTo>
                      <a:pt x="0" y="19"/>
                      <a:pt x="5" y="24"/>
                      <a:pt x="12" y="24"/>
                    </a:cubicBezTo>
                    <a:close/>
                    <a:moveTo>
                      <a:pt x="12" y="4"/>
                    </a:moveTo>
                    <a:cubicBezTo>
                      <a:pt x="16" y="4"/>
                      <a:pt x="20" y="8"/>
                      <a:pt x="20" y="12"/>
                    </a:cubicBezTo>
                    <a:cubicBezTo>
                      <a:pt x="20" y="16"/>
                      <a:pt x="16" y="20"/>
                      <a:pt x="12" y="20"/>
                    </a:cubicBezTo>
                    <a:cubicBezTo>
                      <a:pt x="8" y="20"/>
                      <a:pt x="4" y="16"/>
                      <a:pt x="4" y="12"/>
                    </a:cubicBezTo>
                    <a:cubicBezTo>
                      <a:pt x="4" y="8"/>
                      <a:pt x="8"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2" name="Freeform 227"/>
              <p:cNvSpPr>
                <a:spLocks/>
              </p:cNvSpPr>
              <p:nvPr/>
            </p:nvSpPr>
            <p:spPr bwMode="auto">
              <a:xfrm>
                <a:off x="5030374"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0" name="Group 49"/>
            <p:cNvGrpSpPr/>
            <p:nvPr/>
          </p:nvGrpSpPr>
          <p:grpSpPr>
            <a:xfrm>
              <a:off x="4302389" y="1067927"/>
              <a:ext cx="604982" cy="608670"/>
              <a:chOff x="5528723" y="3185154"/>
              <a:chExt cx="218527" cy="219859"/>
            </a:xfrm>
            <a:grpFill/>
          </p:grpSpPr>
          <p:sp>
            <p:nvSpPr>
              <p:cNvPr id="244" name="Oval 228"/>
              <p:cNvSpPr>
                <a:spLocks noChangeArrowheads="1"/>
              </p:cNvSpPr>
              <p:nvPr/>
            </p:nvSpPr>
            <p:spPr bwMode="auto">
              <a:xfrm>
                <a:off x="5590017"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5" name="Oval 229"/>
              <p:cNvSpPr>
                <a:spLocks noChangeArrowheads="1"/>
              </p:cNvSpPr>
              <p:nvPr/>
            </p:nvSpPr>
            <p:spPr bwMode="auto">
              <a:xfrm>
                <a:off x="566863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6" name="Freeform 230"/>
              <p:cNvSpPr>
                <a:spLocks/>
              </p:cNvSpPr>
              <p:nvPr/>
            </p:nvSpPr>
            <p:spPr bwMode="auto">
              <a:xfrm>
                <a:off x="5563367"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7" name="Freeform 231"/>
              <p:cNvSpPr>
                <a:spLocks noEditPoints="1"/>
              </p:cNvSpPr>
              <p:nvPr/>
            </p:nvSpPr>
            <p:spPr bwMode="auto">
              <a:xfrm>
                <a:off x="5528723"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1" name="Group 50"/>
            <p:cNvGrpSpPr/>
            <p:nvPr/>
          </p:nvGrpSpPr>
          <p:grpSpPr>
            <a:xfrm>
              <a:off x="2618548" y="785679"/>
              <a:ext cx="218527" cy="219859"/>
              <a:chOff x="6061716" y="3185154"/>
              <a:chExt cx="218527" cy="219859"/>
            </a:xfrm>
            <a:grpFill/>
          </p:grpSpPr>
          <p:sp>
            <p:nvSpPr>
              <p:cNvPr id="240" name="Freeform 232"/>
              <p:cNvSpPr>
                <a:spLocks/>
              </p:cNvSpPr>
              <p:nvPr/>
            </p:nvSpPr>
            <p:spPr bwMode="auto">
              <a:xfrm>
                <a:off x="6123010" y="3326397"/>
                <a:ext cx="95939" cy="25317"/>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1" name="Oval 233"/>
              <p:cNvSpPr>
                <a:spLocks noChangeArrowheads="1"/>
              </p:cNvSpPr>
              <p:nvPr/>
            </p:nvSpPr>
            <p:spPr bwMode="auto">
              <a:xfrm>
                <a:off x="6201627"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2" name="Freeform 234"/>
              <p:cNvSpPr>
                <a:spLocks noEditPoints="1"/>
              </p:cNvSpPr>
              <p:nvPr/>
            </p:nvSpPr>
            <p:spPr bwMode="auto">
              <a:xfrm>
                <a:off x="6061716"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84 w 100"/>
                  <a:gd name="T25" fmla="*/ 36 h 100"/>
                  <a:gd name="T26" fmla="*/ 83 w 100"/>
                  <a:gd name="T27" fmla="*/ 40 h 100"/>
                  <a:gd name="T28" fmla="*/ 78 w 100"/>
                  <a:gd name="T29" fmla="*/ 43 h 100"/>
                  <a:gd name="T30" fmla="*/ 71 w 100"/>
                  <a:gd name="T31" fmla="*/ 44 h 100"/>
                  <a:gd name="T32" fmla="*/ 61 w 100"/>
                  <a:gd name="T33" fmla="*/ 42 h 100"/>
                  <a:gd name="T34" fmla="*/ 57 w 100"/>
                  <a:gd name="T35" fmla="*/ 37 h 100"/>
                  <a:gd name="T36" fmla="*/ 59 w 100"/>
                  <a:gd name="T37" fmla="*/ 30 h 100"/>
                  <a:gd name="T38" fmla="*/ 70 w 100"/>
                  <a:gd name="T39" fmla="*/ 28 h 100"/>
                  <a:gd name="T40" fmla="*/ 82 w 100"/>
                  <a:gd name="T41" fmla="*/ 29 h 100"/>
                  <a:gd name="T42" fmla="*/ 84 w 100"/>
                  <a:gd name="T43" fmla="*/ 36 h 100"/>
                  <a:gd name="T44" fmla="*/ 43 w 100"/>
                  <a:gd name="T45" fmla="*/ 37 h 100"/>
                  <a:gd name="T46" fmla="*/ 39 w 100"/>
                  <a:gd name="T47" fmla="*/ 42 h 100"/>
                  <a:gd name="T48" fmla="*/ 29 w 100"/>
                  <a:gd name="T49" fmla="*/ 44 h 100"/>
                  <a:gd name="T50" fmla="*/ 22 w 100"/>
                  <a:gd name="T51" fmla="*/ 43 h 100"/>
                  <a:gd name="T52" fmla="*/ 17 w 100"/>
                  <a:gd name="T53" fmla="*/ 40 h 100"/>
                  <a:gd name="T54" fmla="*/ 16 w 100"/>
                  <a:gd name="T55" fmla="*/ 36 h 100"/>
                  <a:gd name="T56" fmla="*/ 18 w 100"/>
                  <a:gd name="T57" fmla="*/ 29 h 100"/>
                  <a:gd name="T58" fmla="*/ 30 w 100"/>
                  <a:gd name="T59" fmla="*/ 28 h 100"/>
                  <a:gd name="T60" fmla="*/ 41 w 100"/>
                  <a:gd name="T61" fmla="*/ 30 h 100"/>
                  <a:gd name="T62" fmla="*/ 43 w 100"/>
                  <a:gd name="T63" fmla="*/ 37 h 100"/>
                  <a:gd name="T64" fmla="*/ 50 w 100"/>
                  <a:gd name="T65" fmla="*/ 96 h 100"/>
                  <a:gd name="T66" fmla="*/ 4 w 100"/>
                  <a:gd name="T67" fmla="*/ 50 h 100"/>
                  <a:gd name="T68" fmla="*/ 9 w 100"/>
                  <a:gd name="T69" fmla="*/ 30 h 100"/>
                  <a:gd name="T70" fmla="*/ 9 w 100"/>
                  <a:gd name="T71" fmla="*/ 30 h 100"/>
                  <a:gd name="T72" fmla="*/ 11 w 100"/>
                  <a:gd name="T73" fmla="*/ 32 h 100"/>
                  <a:gd name="T74" fmla="*/ 14 w 100"/>
                  <a:gd name="T75" fmla="*/ 40 h 100"/>
                  <a:gd name="T76" fmla="*/ 19 w 100"/>
                  <a:gd name="T77" fmla="*/ 47 h 100"/>
                  <a:gd name="T78" fmla="*/ 29 w 100"/>
                  <a:gd name="T79" fmla="*/ 48 h 100"/>
                  <a:gd name="T80" fmla="*/ 41 w 100"/>
                  <a:gd name="T81" fmla="*/ 46 h 100"/>
                  <a:gd name="T82" fmla="*/ 46 w 100"/>
                  <a:gd name="T83" fmla="*/ 40 h 100"/>
                  <a:gd name="T84" fmla="*/ 49 w 100"/>
                  <a:gd name="T85" fmla="*/ 33 h 100"/>
                  <a:gd name="T86" fmla="*/ 50 w 100"/>
                  <a:gd name="T87" fmla="*/ 32 h 100"/>
                  <a:gd name="T88" fmla="*/ 51 w 100"/>
                  <a:gd name="T89" fmla="*/ 33 h 100"/>
                  <a:gd name="T90" fmla="*/ 54 w 100"/>
                  <a:gd name="T91" fmla="*/ 40 h 100"/>
                  <a:gd name="T92" fmla="*/ 59 w 100"/>
                  <a:gd name="T93" fmla="*/ 46 h 100"/>
                  <a:gd name="T94" fmla="*/ 71 w 100"/>
                  <a:gd name="T95" fmla="*/ 48 h 100"/>
                  <a:gd name="T96" fmla="*/ 81 w 100"/>
                  <a:gd name="T97" fmla="*/ 47 h 100"/>
                  <a:gd name="T98" fmla="*/ 86 w 100"/>
                  <a:gd name="T99" fmla="*/ 40 h 100"/>
                  <a:gd name="T100" fmla="*/ 89 w 100"/>
                  <a:gd name="T101" fmla="*/ 32 h 100"/>
                  <a:gd name="T102" fmla="*/ 91 w 100"/>
                  <a:gd name="T103" fmla="*/ 30 h 100"/>
                  <a:gd name="T104" fmla="*/ 91 w 100"/>
                  <a:gd name="T105" fmla="*/ 30 h 100"/>
                  <a:gd name="T106" fmla="*/ 96 w 100"/>
                  <a:gd name="T107" fmla="*/ 50 h 100"/>
                  <a:gd name="T108" fmla="*/ 50 w 100"/>
                  <a:gd name="T10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84" y="36"/>
                    </a:moveTo>
                    <a:cubicBezTo>
                      <a:pt x="84" y="37"/>
                      <a:pt x="83" y="39"/>
                      <a:pt x="83" y="40"/>
                    </a:cubicBezTo>
                    <a:cubicBezTo>
                      <a:pt x="81" y="43"/>
                      <a:pt x="80" y="43"/>
                      <a:pt x="78" y="43"/>
                    </a:cubicBezTo>
                    <a:cubicBezTo>
                      <a:pt x="76" y="44"/>
                      <a:pt x="74" y="44"/>
                      <a:pt x="71" y="44"/>
                    </a:cubicBezTo>
                    <a:cubicBezTo>
                      <a:pt x="66" y="44"/>
                      <a:pt x="63" y="43"/>
                      <a:pt x="61" y="42"/>
                    </a:cubicBezTo>
                    <a:cubicBezTo>
                      <a:pt x="59" y="41"/>
                      <a:pt x="58" y="38"/>
                      <a:pt x="57" y="37"/>
                    </a:cubicBezTo>
                    <a:cubicBezTo>
                      <a:pt x="57" y="36"/>
                      <a:pt x="54" y="31"/>
                      <a:pt x="59" y="30"/>
                    </a:cubicBezTo>
                    <a:cubicBezTo>
                      <a:pt x="63" y="28"/>
                      <a:pt x="68" y="28"/>
                      <a:pt x="70" y="28"/>
                    </a:cubicBezTo>
                    <a:cubicBezTo>
                      <a:pt x="73" y="28"/>
                      <a:pt x="80" y="28"/>
                      <a:pt x="82" y="29"/>
                    </a:cubicBezTo>
                    <a:cubicBezTo>
                      <a:pt x="85" y="31"/>
                      <a:pt x="84" y="35"/>
                      <a:pt x="84" y="36"/>
                    </a:cubicBezTo>
                    <a:close/>
                    <a:moveTo>
                      <a:pt x="43" y="37"/>
                    </a:moveTo>
                    <a:cubicBezTo>
                      <a:pt x="42" y="38"/>
                      <a:pt x="41" y="41"/>
                      <a:pt x="39" y="42"/>
                    </a:cubicBezTo>
                    <a:cubicBezTo>
                      <a:pt x="37" y="43"/>
                      <a:pt x="34" y="44"/>
                      <a:pt x="29" y="44"/>
                    </a:cubicBezTo>
                    <a:cubicBezTo>
                      <a:pt x="26" y="44"/>
                      <a:pt x="24" y="44"/>
                      <a:pt x="22" y="43"/>
                    </a:cubicBezTo>
                    <a:cubicBezTo>
                      <a:pt x="20" y="43"/>
                      <a:pt x="19" y="43"/>
                      <a:pt x="17" y="40"/>
                    </a:cubicBezTo>
                    <a:cubicBezTo>
                      <a:pt x="17" y="39"/>
                      <a:pt x="16" y="37"/>
                      <a:pt x="16" y="36"/>
                    </a:cubicBezTo>
                    <a:cubicBezTo>
                      <a:pt x="16" y="35"/>
                      <a:pt x="15" y="31"/>
                      <a:pt x="18" y="29"/>
                    </a:cubicBezTo>
                    <a:cubicBezTo>
                      <a:pt x="20" y="28"/>
                      <a:pt x="27" y="28"/>
                      <a:pt x="30" y="28"/>
                    </a:cubicBezTo>
                    <a:cubicBezTo>
                      <a:pt x="32" y="28"/>
                      <a:pt x="37" y="28"/>
                      <a:pt x="41" y="30"/>
                    </a:cubicBezTo>
                    <a:cubicBezTo>
                      <a:pt x="46" y="31"/>
                      <a:pt x="43" y="36"/>
                      <a:pt x="43" y="37"/>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7"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3" name="Oval 235"/>
              <p:cNvSpPr>
                <a:spLocks noChangeArrowheads="1"/>
              </p:cNvSpPr>
              <p:nvPr/>
            </p:nvSpPr>
            <p:spPr bwMode="auto">
              <a:xfrm>
                <a:off x="6123010"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2" name="Group 51"/>
            <p:cNvGrpSpPr/>
            <p:nvPr/>
          </p:nvGrpSpPr>
          <p:grpSpPr>
            <a:xfrm>
              <a:off x="6201627" y="2789676"/>
              <a:ext cx="611609" cy="615337"/>
              <a:chOff x="6594709" y="3185154"/>
              <a:chExt cx="218527" cy="219859"/>
            </a:xfrm>
            <a:grpFill/>
          </p:grpSpPr>
          <p:sp>
            <p:nvSpPr>
              <p:cNvPr id="238" name="Freeform 236"/>
              <p:cNvSpPr>
                <a:spLocks/>
              </p:cNvSpPr>
              <p:nvPr/>
            </p:nvSpPr>
            <p:spPr bwMode="auto">
              <a:xfrm>
                <a:off x="6656003" y="3326397"/>
                <a:ext cx="95939" cy="25317"/>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9" name="Freeform 237"/>
              <p:cNvSpPr>
                <a:spLocks noEditPoints="1"/>
              </p:cNvSpPr>
              <p:nvPr/>
            </p:nvSpPr>
            <p:spPr bwMode="auto">
              <a:xfrm>
                <a:off x="659470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50 w 100"/>
                  <a:gd name="T25" fmla="*/ 96 h 100"/>
                  <a:gd name="T26" fmla="*/ 4 w 100"/>
                  <a:gd name="T27" fmla="*/ 50 h 100"/>
                  <a:gd name="T28" fmla="*/ 9 w 100"/>
                  <a:gd name="T29" fmla="*/ 30 h 100"/>
                  <a:gd name="T30" fmla="*/ 9 w 100"/>
                  <a:gd name="T31" fmla="*/ 30 h 100"/>
                  <a:gd name="T32" fmla="*/ 11 w 100"/>
                  <a:gd name="T33" fmla="*/ 32 h 100"/>
                  <a:gd name="T34" fmla="*/ 14 w 100"/>
                  <a:gd name="T35" fmla="*/ 40 h 100"/>
                  <a:gd name="T36" fmla="*/ 19 w 100"/>
                  <a:gd name="T37" fmla="*/ 47 h 100"/>
                  <a:gd name="T38" fmla="*/ 29 w 100"/>
                  <a:gd name="T39" fmla="*/ 48 h 100"/>
                  <a:gd name="T40" fmla="*/ 41 w 100"/>
                  <a:gd name="T41" fmla="*/ 46 h 100"/>
                  <a:gd name="T42" fmla="*/ 46 w 100"/>
                  <a:gd name="T43" fmla="*/ 40 h 100"/>
                  <a:gd name="T44" fmla="*/ 49 w 100"/>
                  <a:gd name="T45" fmla="*/ 33 h 100"/>
                  <a:gd name="T46" fmla="*/ 50 w 100"/>
                  <a:gd name="T47" fmla="*/ 32 h 100"/>
                  <a:gd name="T48" fmla="*/ 51 w 100"/>
                  <a:gd name="T49" fmla="*/ 33 h 100"/>
                  <a:gd name="T50" fmla="*/ 54 w 100"/>
                  <a:gd name="T51" fmla="*/ 40 h 100"/>
                  <a:gd name="T52" fmla="*/ 59 w 100"/>
                  <a:gd name="T53" fmla="*/ 46 h 100"/>
                  <a:gd name="T54" fmla="*/ 71 w 100"/>
                  <a:gd name="T55" fmla="*/ 48 h 100"/>
                  <a:gd name="T56" fmla="*/ 81 w 100"/>
                  <a:gd name="T57" fmla="*/ 47 h 100"/>
                  <a:gd name="T58" fmla="*/ 86 w 100"/>
                  <a:gd name="T59" fmla="*/ 40 h 100"/>
                  <a:gd name="T60" fmla="*/ 89 w 100"/>
                  <a:gd name="T61" fmla="*/ 32 h 100"/>
                  <a:gd name="T62" fmla="*/ 91 w 100"/>
                  <a:gd name="T63" fmla="*/ 30 h 100"/>
                  <a:gd name="T64" fmla="*/ 91 w 100"/>
                  <a:gd name="T65" fmla="*/ 30 h 100"/>
                  <a:gd name="T66" fmla="*/ 96 w 100"/>
                  <a:gd name="T67" fmla="*/ 50 h 100"/>
                  <a:gd name="T68" fmla="*/ 50 w 100"/>
                  <a:gd name="T6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8"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3" name="Group 52"/>
            <p:cNvGrpSpPr/>
            <p:nvPr/>
          </p:nvGrpSpPr>
          <p:grpSpPr>
            <a:xfrm>
              <a:off x="9835733" y="5037400"/>
              <a:ext cx="218527" cy="219859"/>
              <a:chOff x="7127702" y="3185154"/>
              <a:chExt cx="218527" cy="219859"/>
            </a:xfrm>
            <a:grpFill/>
          </p:grpSpPr>
          <p:sp>
            <p:nvSpPr>
              <p:cNvPr id="236" name="Freeform 238"/>
              <p:cNvSpPr>
                <a:spLocks/>
              </p:cNvSpPr>
              <p:nvPr/>
            </p:nvSpPr>
            <p:spPr bwMode="auto">
              <a:xfrm>
                <a:off x="7198324" y="3326397"/>
                <a:ext cx="78617" cy="25317"/>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7" name="Freeform 239"/>
              <p:cNvSpPr>
                <a:spLocks noEditPoints="1"/>
              </p:cNvSpPr>
              <p:nvPr/>
            </p:nvSpPr>
            <p:spPr bwMode="auto">
              <a:xfrm>
                <a:off x="7127702"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50 w 100"/>
                  <a:gd name="T25" fmla="*/ 96 h 100"/>
                  <a:gd name="T26" fmla="*/ 4 w 100"/>
                  <a:gd name="T27" fmla="*/ 50 h 100"/>
                  <a:gd name="T28" fmla="*/ 9 w 100"/>
                  <a:gd name="T29" fmla="*/ 30 h 100"/>
                  <a:gd name="T30" fmla="*/ 9 w 100"/>
                  <a:gd name="T31" fmla="*/ 30 h 100"/>
                  <a:gd name="T32" fmla="*/ 11 w 100"/>
                  <a:gd name="T33" fmla="*/ 32 h 100"/>
                  <a:gd name="T34" fmla="*/ 14 w 100"/>
                  <a:gd name="T35" fmla="*/ 40 h 100"/>
                  <a:gd name="T36" fmla="*/ 19 w 100"/>
                  <a:gd name="T37" fmla="*/ 47 h 100"/>
                  <a:gd name="T38" fmla="*/ 29 w 100"/>
                  <a:gd name="T39" fmla="*/ 48 h 100"/>
                  <a:gd name="T40" fmla="*/ 41 w 100"/>
                  <a:gd name="T41" fmla="*/ 46 h 100"/>
                  <a:gd name="T42" fmla="*/ 46 w 100"/>
                  <a:gd name="T43" fmla="*/ 40 h 100"/>
                  <a:gd name="T44" fmla="*/ 49 w 100"/>
                  <a:gd name="T45" fmla="*/ 33 h 100"/>
                  <a:gd name="T46" fmla="*/ 50 w 100"/>
                  <a:gd name="T47" fmla="*/ 32 h 100"/>
                  <a:gd name="T48" fmla="*/ 51 w 100"/>
                  <a:gd name="T49" fmla="*/ 33 h 100"/>
                  <a:gd name="T50" fmla="*/ 54 w 100"/>
                  <a:gd name="T51" fmla="*/ 40 h 100"/>
                  <a:gd name="T52" fmla="*/ 59 w 100"/>
                  <a:gd name="T53" fmla="*/ 46 h 100"/>
                  <a:gd name="T54" fmla="*/ 71 w 100"/>
                  <a:gd name="T55" fmla="*/ 48 h 100"/>
                  <a:gd name="T56" fmla="*/ 81 w 100"/>
                  <a:gd name="T57" fmla="*/ 47 h 100"/>
                  <a:gd name="T58" fmla="*/ 86 w 100"/>
                  <a:gd name="T59" fmla="*/ 40 h 100"/>
                  <a:gd name="T60" fmla="*/ 89 w 100"/>
                  <a:gd name="T61" fmla="*/ 32 h 100"/>
                  <a:gd name="T62" fmla="*/ 91 w 100"/>
                  <a:gd name="T63" fmla="*/ 30 h 100"/>
                  <a:gd name="T64" fmla="*/ 91 w 100"/>
                  <a:gd name="T65" fmla="*/ 30 h 100"/>
                  <a:gd name="T66" fmla="*/ 96 w 100"/>
                  <a:gd name="T67" fmla="*/ 50 h 100"/>
                  <a:gd name="T68" fmla="*/ 50 w 100"/>
                  <a:gd name="T6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8"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54" name="Freeform 6"/>
            <p:cNvSpPr>
              <a:spLocks noEditPoints="1"/>
            </p:cNvSpPr>
            <p:nvPr/>
          </p:nvSpPr>
          <p:spPr bwMode="auto">
            <a:xfrm>
              <a:off x="4977992" y="773677"/>
              <a:ext cx="254000" cy="271463"/>
            </a:xfrm>
            <a:custGeom>
              <a:avLst/>
              <a:gdLst>
                <a:gd name="T0" fmla="*/ 88 w 98"/>
                <a:gd name="T1" fmla="*/ 12 h 104"/>
                <a:gd name="T2" fmla="*/ 78 w 98"/>
                <a:gd name="T3" fmla="*/ 22 h 104"/>
                <a:gd name="T4" fmla="*/ 78 w 98"/>
                <a:gd name="T5" fmla="*/ 34 h 104"/>
                <a:gd name="T6" fmla="*/ 72 w 98"/>
                <a:gd name="T7" fmla="*/ 32 h 104"/>
                <a:gd name="T8" fmla="*/ 65 w 98"/>
                <a:gd name="T9" fmla="*/ 35 h 104"/>
                <a:gd name="T10" fmla="*/ 56 w 98"/>
                <a:gd name="T11" fmla="*/ 28 h 104"/>
                <a:gd name="T12" fmla="*/ 50 w 98"/>
                <a:gd name="T13" fmla="*/ 30 h 104"/>
                <a:gd name="T14" fmla="*/ 50 w 98"/>
                <a:gd name="T15" fmla="*/ 10 h 104"/>
                <a:gd name="T16" fmla="*/ 40 w 98"/>
                <a:gd name="T17" fmla="*/ 0 h 104"/>
                <a:gd name="T18" fmla="*/ 30 w 98"/>
                <a:gd name="T19" fmla="*/ 10 h 104"/>
                <a:gd name="T20" fmla="*/ 30 w 98"/>
                <a:gd name="T21" fmla="*/ 41 h 104"/>
                <a:gd name="T22" fmla="*/ 8 w 98"/>
                <a:gd name="T23" fmla="*/ 34 h 104"/>
                <a:gd name="T24" fmla="*/ 29 w 98"/>
                <a:gd name="T25" fmla="*/ 82 h 104"/>
                <a:gd name="T26" fmla="*/ 64 w 98"/>
                <a:gd name="T27" fmla="*/ 104 h 104"/>
                <a:gd name="T28" fmla="*/ 98 w 98"/>
                <a:gd name="T29" fmla="*/ 70 h 104"/>
                <a:gd name="T30" fmla="*/ 98 w 98"/>
                <a:gd name="T31" fmla="*/ 22 h 104"/>
                <a:gd name="T32" fmla="*/ 88 w 98"/>
                <a:gd name="T33" fmla="*/ 12 h 104"/>
                <a:gd name="T34" fmla="*/ 94 w 98"/>
                <a:gd name="T35" fmla="*/ 55 h 104"/>
                <a:gd name="T36" fmla="*/ 94 w 98"/>
                <a:gd name="T37" fmla="*/ 70 h 104"/>
                <a:gd name="T38" fmla="*/ 64 w 98"/>
                <a:gd name="T39" fmla="*/ 100 h 104"/>
                <a:gd name="T40" fmla="*/ 33 w 98"/>
                <a:gd name="T41" fmla="*/ 80 h 104"/>
                <a:gd name="T42" fmla="*/ 10 w 98"/>
                <a:gd name="T43" fmla="*/ 37 h 104"/>
                <a:gd name="T44" fmla="*/ 34 w 98"/>
                <a:gd name="T45" fmla="*/ 51 h 104"/>
                <a:gd name="T46" fmla="*/ 34 w 98"/>
                <a:gd name="T47" fmla="*/ 10 h 104"/>
                <a:gd name="T48" fmla="*/ 40 w 98"/>
                <a:gd name="T49" fmla="*/ 4 h 104"/>
                <a:gd name="T50" fmla="*/ 46 w 98"/>
                <a:gd name="T51" fmla="*/ 10 h 104"/>
                <a:gd name="T52" fmla="*/ 46 w 98"/>
                <a:gd name="T53" fmla="*/ 46 h 104"/>
                <a:gd name="T54" fmla="*/ 50 w 98"/>
                <a:gd name="T55" fmla="*/ 46 h 104"/>
                <a:gd name="T56" fmla="*/ 50 w 98"/>
                <a:gd name="T57" fmla="*/ 38 h 104"/>
                <a:gd name="T58" fmla="*/ 56 w 98"/>
                <a:gd name="T59" fmla="*/ 32 h 104"/>
                <a:gd name="T60" fmla="*/ 62 w 98"/>
                <a:gd name="T61" fmla="*/ 38 h 104"/>
                <a:gd name="T62" fmla="*/ 62 w 98"/>
                <a:gd name="T63" fmla="*/ 42 h 104"/>
                <a:gd name="T64" fmla="*/ 66 w 98"/>
                <a:gd name="T65" fmla="*/ 42 h 104"/>
                <a:gd name="T66" fmla="*/ 66 w 98"/>
                <a:gd name="T67" fmla="*/ 42 h 104"/>
                <a:gd name="T68" fmla="*/ 72 w 98"/>
                <a:gd name="T69" fmla="*/ 36 h 104"/>
                <a:gd name="T70" fmla="*/ 78 w 98"/>
                <a:gd name="T71" fmla="*/ 42 h 104"/>
                <a:gd name="T72" fmla="*/ 78 w 98"/>
                <a:gd name="T73" fmla="*/ 46 h 104"/>
                <a:gd name="T74" fmla="*/ 82 w 98"/>
                <a:gd name="T75" fmla="*/ 46 h 104"/>
                <a:gd name="T76" fmla="*/ 82 w 98"/>
                <a:gd name="T77" fmla="*/ 22 h 104"/>
                <a:gd name="T78" fmla="*/ 88 w 98"/>
                <a:gd name="T79" fmla="*/ 16 h 104"/>
                <a:gd name="T80" fmla="*/ 94 w 98"/>
                <a:gd name="T81" fmla="*/ 22 h 104"/>
                <a:gd name="T82" fmla="*/ 94 w 98"/>
                <a:gd name="T83" fmla="*/ 55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04">
                  <a:moveTo>
                    <a:pt x="88" y="12"/>
                  </a:moveTo>
                  <a:cubicBezTo>
                    <a:pt x="82" y="12"/>
                    <a:pt x="78" y="16"/>
                    <a:pt x="78" y="22"/>
                  </a:cubicBezTo>
                  <a:cubicBezTo>
                    <a:pt x="78" y="34"/>
                    <a:pt x="78" y="34"/>
                    <a:pt x="78" y="34"/>
                  </a:cubicBezTo>
                  <a:cubicBezTo>
                    <a:pt x="74" y="33"/>
                    <a:pt x="74" y="32"/>
                    <a:pt x="72" y="32"/>
                  </a:cubicBezTo>
                  <a:cubicBezTo>
                    <a:pt x="69" y="32"/>
                    <a:pt x="67" y="33"/>
                    <a:pt x="65" y="35"/>
                  </a:cubicBezTo>
                  <a:cubicBezTo>
                    <a:pt x="64" y="31"/>
                    <a:pt x="60" y="28"/>
                    <a:pt x="56" y="28"/>
                  </a:cubicBezTo>
                  <a:cubicBezTo>
                    <a:pt x="54" y="28"/>
                    <a:pt x="50" y="29"/>
                    <a:pt x="50" y="30"/>
                  </a:cubicBezTo>
                  <a:cubicBezTo>
                    <a:pt x="50" y="10"/>
                    <a:pt x="50" y="10"/>
                    <a:pt x="50" y="10"/>
                  </a:cubicBezTo>
                  <a:cubicBezTo>
                    <a:pt x="50" y="4"/>
                    <a:pt x="46" y="0"/>
                    <a:pt x="40" y="0"/>
                  </a:cubicBezTo>
                  <a:cubicBezTo>
                    <a:pt x="34" y="0"/>
                    <a:pt x="30" y="4"/>
                    <a:pt x="30" y="10"/>
                  </a:cubicBezTo>
                  <a:cubicBezTo>
                    <a:pt x="30" y="41"/>
                    <a:pt x="30" y="41"/>
                    <a:pt x="30" y="41"/>
                  </a:cubicBezTo>
                  <a:cubicBezTo>
                    <a:pt x="22" y="34"/>
                    <a:pt x="13" y="29"/>
                    <a:pt x="8" y="34"/>
                  </a:cubicBezTo>
                  <a:cubicBezTo>
                    <a:pt x="0" y="42"/>
                    <a:pt x="16" y="58"/>
                    <a:pt x="29" y="82"/>
                  </a:cubicBezTo>
                  <a:cubicBezTo>
                    <a:pt x="38" y="98"/>
                    <a:pt x="52" y="104"/>
                    <a:pt x="64" y="104"/>
                  </a:cubicBezTo>
                  <a:cubicBezTo>
                    <a:pt x="83" y="104"/>
                    <a:pt x="98" y="89"/>
                    <a:pt x="98" y="70"/>
                  </a:cubicBezTo>
                  <a:cubicBezTo>
                    <a:pt x="98" y="22"/>
                    <a:pt x="98" y="22"/>
                    <a:pt x="98" y="22"/>
                  </a:cubicBezTo>
                  <a:cubicBezTo>
                    <a:pt x="98" y="16"/>
                    <a:pt x="94" y="12"/>
                    <a:pt x="88" y="12"/>
                  </a:cubicBezTo>
                  <a:close/>
                  <a:moveTo>
                    <a:pt x="94" y="55"/>
                  </a:moveTo>
                  <a:cubicBezTo>
                    <a:pt x="94" y="70"/>
                    <a:pt x="94" y="70"/>
                    <a:pt x="94" y="70"/>
                  </a:cubicBezTo>
                  <a:cubicBezTo>
                    <a:pt x="94" y="87"/>
                    <a:pt x="81" y="100"/>
                    <a:pt x="64" y="100"/>
                  </a:cubicBezTo>
                  <a:cubicBezTo>
                    <a:pt x="49" y="100"/>
                    <a:pt x="40" y="92"/>
                    <a:pt x="33" y="80"/>
                  </a:cubicBezTo>
                  <a:cubicBezTo>
                    <a:pt x="17" y="54"/>
                    <a:pt x="6" y="42"/>
                    <a:pt x="10" y="37"/>
                  </a:cubicBezTo>
                  <a:cubicBezTo>
                    <a:pt x="15" y="33"/>
                    <a:pt x="26" y="42"/>
                    <a:pt x="34" y="51"/>
                  </a:cubicBezTo>
                  <a:cubicBezTo>
                    <a:pt x="34" y="10"/>
                    <a:pt x="34" y="10"/>
                    <a:pt x="34" y="10"/>
                  </a:cubicBezTo>
                  <a:cubicBezTo>
                    <a:pt x="34" y="7"/>
                    <a:pt x="37" y="4"/>
                    <a:pt x="40" y="4"/>
                  </a:cubicBezTo>
                  <a:cubicBezTo>
                    <a:pt x="43" y="4"/>
                    <a:pt x="46" y="7"/>
                    <a:pt x="46" y="10"/>
                  </a:cubicBezTo>
                  <a:cubicBezTo>
                    <a:pt x="46" y="46"/>
                    <a:pt x="46" y="46"/>
                    <a:pt x="46" y="46"/>
                  </a:cubicBezTo>
                  <a:cubicBezTo>
                    <a:pt x="50" y="46"/>
                    <a:pt x="50" y="46"/>
                    <a:pt x="50" y="46"/>
                  </a:cubicBezTo>
                  <a:cubicBezTo>
                    <a:pt x="50" y="38"/>
                    <a:pt x="50" y="38"/>
                    <a:pt x="50" y="38"/>
                  </a:cubicBezTo>
                  <a:cubicBezTo>
                    <a:pt x="50" y="35"/>
                    <a:pt x="53" y="32"/>
                    <a:pt x="56" y="32"/>
                  </a:cubicBezTo>
                  <a:cubicBezTo>
                    <a:pt x="59" y="32"/>
                    <a:pt x="62" y="35"/>
                    <a:pt x="62" y="38"/>
                  </a:cubicBezTo>
                  <a:cubicBezTo>
                    <a:pt x="62" y="42"/>
                    <a:pt x="62" y="42"/>
                    <a:pt x="62" y="42"/>
                  </a:cubicBezTo>
                  <a:cubicBezTo>
                    <a:pt x="66" y="42"/>
                    <a:pt x="66" y="42"/>
                    <a:pt x="66" y="42"/>
                  </a:cubicBezTo>
                  <a:cubicBezTo>
                    <a:pt x="66" y="42"/>
                    <a:pt x="66" y="42"/>
                    <a:pt x="66" y="42"/>
                  </a:cubicBezTo>
                  <a:cubicBezTo>
                    <a:pt x="66" y="39"/>
                    <a:pt x="69" y="36"/>
                    <a:pt x="72" y="36"/>
                  </a:cubicBezTo>
                  <a:cubicBezTo>
                    <a:pt x="75" y="36"/>
                    <a:pt x="78" y="39"/>
                    <a:pt x="78" y="42"/>
                  </a:cubicBezTo>
                  <a:cubicBezTo>
                    <a:pt x="78" y="46"/>
                    <a:pt x="78" y="46"/>
                    <a:pt x="78" y="46"/>
                  </a:cubicBezTo>
                  <a:cubicBezTo>
                    <a:pt x="82" y="46"/>
                    <a:pt x="82" y="46"/>
                    <a:pt x="82" y="46"/>
                  </a:cubicBezTo>
                  <a:cubicBezTo>
                    <a:pt x="82" y="22"/>
                    <a:pt x="82" y="22"/>
                    <a:pt x="82" y="22"/>
                  </a:cubicBezTo>
                  <a:cubicBezTo>
                    <a:pt x="82" y="19"/>
                    <a:pt x="85" y="16"/>
                    <a:pt x="88" y="16"/>
                  </a:cubicBezTo>
                  <a:cubicBezTo>
                    <a:pt x="91" y="16"/>
                    <a:pt x="94" y="19"/>
                    <a:pt x="94" y="22"/>
                  </a:cubicBezTo>
                  <a:lnTo>
                    <a:pt x="94" y="55"/>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5" name="Freeform 7"/>
            <p:cNvSpPr>
              <a:spLocks noEditPoints="1"/>
            </p:cNvSpPr>
            <p:nvPr/>
          </p:nvSpPr>
          <p:spPr bwMode="auto">
            <a:xfrm>
              <a:off x="4881564" y="3550345"/>
              <a:ext cx="255588" cy="292100"/>
            </a:xfrm>
            <a:custGeom>
              <a:avLst/>
              <a:gdLst>
                <a:gd name="T0" fmla="*/ 88 w 98"/>
                <a:gd name="T1" fmla="*/ 20 h 112"/>
                <a:gd name="T2" fmla="*/ 82 w 98"/>
                <a:gd name="T3" fmla="*/ 22 h 112"/>
                <a:gd name="T4" fmla="*/ 82 w 98"/>
                <a:gd name="T5" fmla="*/ 18 h 112"/>
                <a:gd name="T6" fmla="*/ 72 w 98"/>
                <a:gd name="T7" fmla="*/ 8 h 112"/>
                <a:gd name="T8" fmla="*/ 67 w 98"/>
                <a:gd name="T9" fmla="*/ 10 h 112"/>
                <a:gd name="T10" fmla="*/ 57 w 98"/>
                <a:gd name="T11" fmla="*/ 0 h 112"/>
                <a:gd name="T12" fmla="*/ 47 w 98"/>
                <a:gd name="T13" fmla="*/ 10 h 112"/>
                <a:gd name="T14" fmla="*/ 40 w 98"/>
                <a:gd name="T15" fmla="*/ 8 h 112"/>
                <a:gd name="T16" fmla="*/ 30 w 98"/>
                <a:gd name="T17" fmla="*/ 18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30 h 112"/>
                <a:gd name="T30" fmla="*/ 88 w 98"/>
                <a:gd name="T31" fmla="*/ 20 h 112"/>
                <a:gd name="T32" fmla="*/ 94 w 98"/>
                <a:gd name="T33" fmla="*/ 63 h 112"/>
                <a:gd name="T34" fmla="*/ 94 w 98"/>
                <a:gd name="T35" fmla="*/ 78 h 112"/>
                <a:gd name="T36" fmla="*/ 64 w 98"/>
                <a:gd name="T37" fmla="*/ 108 h 112"/>
                <a:gd name="T38" fmla="*/ 34 w 98"/>
                <a:gd name="T39" fmla="*/ 88 h 112"/>
                <a:gd name="T40" fmla="*/ 11 w 98"/>
                <a:gd name="T41" fmla="*/ 45 h 112"/>
                <a:gd name="T42" fmla="*/ 34 w 98"/>
                <a:gd name="T43" fmla="*/ 59 h 112"/>
                <a:gd name="T44" fmla="*/ 34 w 98"/>
                <a:gd name="T45" fmla="*/ 18 h 112"/>
                <a:gd name="T46" fmla="*/ 40 w 98"/>
                <a:gd name="T47" fmla="*/ 12 h 112"/>
                <a:gd name="T48" fmla="*/ 46 w 98"/>
                <a:gd name="T49" fmla="*/ 18 h 112"/>
                <a:gd name="T50" fmla="*/ 46 w 98"/>
                <a:gd name="T51" fmla="*/ 54 h 112"/>
                <a:gd name="T52" fmla="*/ 50 w 98"/>
                <a:gd name="T53" fmla="*/ 54 h 112"/>
                <a:gd name="T54" fmla="*/ 50 w 98"/>
                <a:gd name="T55" fmla="*/ 10 h 112"/>
                <a:gd name="T56" fmla="*/ 56 w 98"/>
                <a:gd name="T57" fmla="*/ 4 h 112"/>
                <a:gd name="T58" fmla="*/ 62 w 98"/>
                <a:gd name="T59" fmla="*/ 10 h 112"/>
                <a:gd name="T60" fmla="*/ 62 w 98"/>
                <a:gd name="T61" fmla="*/ 50 h 112"/>
                <a:gd name="T62" fmla="*/ 66 w 98"/>
                <a:gd name="T63" fmla="*/ 50 h 112"/>
                <a:gd name="T64" fmla="*/ 66 w 98"/>
                <a:gd name="T65" fmla="*/ 18 h 112"/>
                <a:gd name="T66" fmla="*/ 72 w 98"/>
                <a:gd name="T67" fmla="*/ 12 h 112"/>
                <a:gd name="T68" fmla="*/ 78 w 98"/>
                <a:gd name="T69" fmla="*/ 18 h 112"/>
                <a:gd name="T70" fmla="*/ 78 w 98"/>
                <a:gd name="T71" fmla="*/ 54 h 112"/>
                <a:gd name="T72" fmla="*/ 82 w 98"/>
                <a:gd name="T73" fmla="*/ 54 h 112"/>
                <a:gd name="T74" fmla="*/ 82 w 98"/>
                <a:gd name="T75" fmla="*/ 30 h 112"/>
                <a:gd name="T76" fmla="*/ 88 w 98"/>
                <a:gd name="T77" fmla="*/ 24 h 112"/>
                <a:gd name="T78" fmla="*/ 94 w 98"/>
                <a:gd name="T79" fmla="*/ 30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20"/>
                  </a:moveTo>
                  <a:cubicBezTo>
                    <a:pt x="86" y="20"/>
                    <a:pt x="86" y="21"/>
                    <a:pt x="82" y="22"/>
                  </a:cubicBezTo>
                  <a:cubicBezTo>
                    <a:pt x="82" y="18"/>
                    <a:pt x="82" y="18"/>
                    <a:pt x="82" y="18"/>
                  </a:cubicBezTo>
                  <a:cubicBezTo>
                    <a:pt x="82" y="12"/>
                    <a:pt x="78" y="8"/>
                    <a:pt x="72" y="8"/>
                  </a:cubicBezTo>
                  <a:cubicBezTo>
                    <a:pt x="70" y="8"/>
                    <a:pt x="68" y="9"/>
                    <a:pt x="67" y="10"/>
                  </a:cubicBezTo>
                  <a:cubicBezTo>
                    <a:pt x="67" y="4"/>
                    <a:pt x="62" y="0"/>
                    <a:pt x="57" y="0"/>
                  </a:cubicBezTo>
                  <a:cubicBezTo>
                    <a:pt x="51" y="0"/>
                    <a:pt x="47" y="4"/>
                    <a:pt x="47" y="10"/>
                  </a:cubicBezTo>
                  <a:cubicBezTo>
                    <a:pt x="45" y="9"/>
                    <a:pt x="43" y="8"/>
                    <a:pt x="40" y="8"/>
                  </a:cubicBezTo>
                  <a:cubicBezTo>
                    <a:pt x="35" y="8"/>
                    <a:pt x="30" y="12"/>
                    <a:pt x="30" y="18"/>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30"/>
                    <a:pt x="98" y="30"/>
                    <a:pt x="98" y="30"/>
                  </a:cubicBezTo>
                  <a:cubicBezTo>
                    <a:pt x="98" y="24"/>
                    <a:pt x="94" y="20"/>
                    <a:pt x="88" y="20"/>
                  </a:cubicBezTo>
                  <a:close/>
                  <a:moveTo>
                    <a:pt x="94" y="63"/>
                  </a:moveTo>
                  <a:cubicBezTo>
                    <a:pt x="94" y="78"/>
                    <a:pt x="94" y="78"/>
                    <a:pt x="94" y="78"/>
                  </a:cubicBezTo>
                  <a:cubicBezTo>
                    <a:pt x="94" y="95"/>
                    <a:pt x="81" y="108"/>
                    <a:pt x="64" y="108"/>
                  </a:cubicBezTo>
                  <a:cubicBezTo>
                    <a:pt x="49" y="108"/>
                    <a:pt x="41" y="100"/>
                    <a:pt x="34" y="88"/>
                  </a:cubicBezTo>
                  <a:cubicBezTo>
                    <a:pt x="18" y="62"/>
                    <a:pt x="6" y="50"/>
                    <a:pt x="11" y="45"/>
                  </a:cubicBezTo>
                  <a:cubicBezTo>
                    <a:pt x="15" y="41"/>
                    <a:pt x="26" y="50"/>
                    <a:pt x="34" y="59"/>
                  </a:cubicBezTo>
                  <a:cubicBezTo>
                    <a:pt x="34" y="18"/>
                    <a:pt x="34" y="18"/>
                    <a:pt x="34" y="18"/>
                  </a:cubicBezTo>
                  <a:cubicBezTo>
                    <a:pt x="34" y="15"/>
                    <a:pt x="37" y="12"/>
                    <a:pt x="40" y="12"/>
                  </a:cubicBezTo>
                  <a:cubicBezTo>
                    <a:pt x="43" y="12"/>
                    <a:pt x="46" y="15"/>
                    <a:pt x="46" y="18"/>
                  </a:cubicBezTo>
                  <a:cubicBezTo>
                    <a:pt x="46" y="54"/>
                    <a:pt x="46" y="54"/>
                    <a:pt x="46" y="54"/>
                  </a:cubicBezTo>
                  <a:cubicBezTo>
                    <a:pt x="50" y="54"/>
                    <a:pt x="50" y="54"/>
                    <a:pt x="50" y="54"/>
                  </a:cubicBezTo>
                  <a:cubicBezTo>
                    <a:pt x="50" y="10"/>
                    <a:pt x="50" y="10"/>
                    <a:pt x="50" y="10"/>
                  </a:cubicBezTo>
                  <a:cubicBezTo>
                    <a:pt x="50" y="7"/>
                    <a:pt x="53" y="4"/>
                    <a:pt x="56" y="4"/>
                  </a:cubicBezTo>
                  <a:cubicBezTo>
                    <a:pt x="59" y="4"/>
                    <a:pt x="62" y="7"/>
                    <a:pt x="62" y="10"/>
                  </a:cubicBezTo>
                  <a:cubicBezTo>
                    <a:pt x="62" y="50"/>
                    <a:pt x="62" y="50"/>
                    <a:pt x="62" y="50"/>
                  </a:cubicBezTo>
                  <a:cubicBezTo>
                    <a:pt x="66" y="50"/>
                    <a:pt x="66" y="50"/>
                    <a:pt x="66" y="50"/>
                  </a:cubicBezTo>
                  <a:cubicBezTo>
                    <a:pt x="66" y="18"/>
                    <a:pt x="66" y="18"/>
                    <a:pt x="66" y="18"/>
                  </a:cubicBezTo>
                  <a:cubicBezTo>
                    <a:pt x="66" y="15"/>
                    <a:pt x="69" y="12"/>
                    <a:pt x="72" y="12"/>
                  </a:cubicBezTo>
                  <a:cubicBezTo>
                    <a:pt x="75" y="12"/>
                    <a:pt x="78" y="15"/>
                    <a:pt x="78" y="18"/>
                  </a:cubicBezTo>
                  <a:cubicBezTo>
                    <a:pt x="78" y="54"/>
                    <a:pt x="78" y="54"/>
                    <a:pt x="78" y="54"/>
                  </a:cubicBezTo>
                  <a:cubicBezTo>
                    <a:pt x="82" y="54"/>
                    <a:pt x="82" y="54"/>
                    <a:pt x="82" y="54"/>
                  </a:cubicBezTo>
                  <a:cubicBezTo>
                    <a:pt x="82" y="30"/>
                    <a:pt x="82" y="30"/>
                    <a:pt x="82" y="30"/>
                  </a:cubicBezTo>
                  <a:cubicBezTo>
                    <a:pt x="82" y="27"/>
                    <a:pt x="85" y="24"/>
                    <a:pt x="88" y="24"/>
                  </a:cubicBezTo>
                  <a:cubicBezTo>
                    <a:pt x="91" y="24"/>
                    <a:pt x="94" y="27"/>
                    <a:pt x="94" y="30"/>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56" name="Group 55"/>
            <p:cNvGrpSpPr/>
            <p:nvPr/>
          </p:nvGrpSpPr>
          <p:grpSpPr>
            <a:xfrm>
              <a:off x="647179" y="1946533"/>
              <a:ext cx="290513" cy="295275"/>
              <a:chOff x="2514600" y="1908175"/>
              <a:chExt cx="290513" cy="295275"/>
            </a:xfrm>
            <a:grpFill/>
          </p:grpSpPr>
          <p:sp>
            <p:nvSpPr>
              <p:cNvPr id="234" name="Oval 8"/>
              <p:cNvSpPr>
                <a:spLocks noChangeArrowheads="1"/>
              </p:cNvSpPr>
              <p:nvPr/>
            </p:nvSpPr>
            <p:spPr bwMode="auto">
              <a:xfrm>
                <a:off x="2544763" y="2146300"/>
                <a:ext cx="20638" cy="206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5" name="Freeform 9"/>
              <p:cNvSpPr>
                <a:spLocks noEditPoints="1"/>
              </p:cNvSpPr>
              <p:nvPr/>
            </p:nvSpPr>
            <p:spPr bwMode="auto">
              <a:xfrm>
                <a:off x="2514600" y="1908175"/>
                <a:ext cx="290513" cy="295275"/>
              </a:xfrm>
              <a:custGeom>
                <a:avLst/>
                <a:gdLst>
                  <a:gd name="T0" fmla="*/ 112 w 112"/>
                  <a:gd name="T1" fmla="*/ 54 h 113"/>
                  <a:gd name="T2" fmla="*/ 102 w 112"/>
                  <a:gd name="T3" fmla="*/ 45 h 113"/>
                  <a:gd name="T4" fmla="*/ 78 w 112"/>
                  <a:gd name="T5" fmla="*/ 45 h 113"/>
                  <a:gd name="T6" fmla="*/ 64 w 112"/>
                  <a:gd name="T7" fmla="*/ 0 h 113"/>
                  <a:gd name="T8" fmla="*/ 50 w 112"/>
                  <a:gd name="T9" fmla="*/ 32 h 113"/>
                  <a:gd name="T10" fmla="*/ 32 w 112"/>
                  <a:gd name="T11" fmla="*/ 45 h 113"/>
                  <a:gd name="T12" fmla="*/ 30 w 112"/>
                  <a:gd name="T13" fmla="*/ 45 h 113"/>
                  <a:gd name="T14" fmla="*/ 8 w 112"/>
                  <a:gd name="T15" fmla="*/ 45 h 113"/>
                  <a:gd name="T16" fmla="*/ 0 w 112"/>
                  <a:gd name="T17" fmla="*/ 51 h 113"/>
                  <a:gd name="T18" fmla="*/ 0 w 112"/>
                  <a:gd name="T19" fmla="*/ 103 h 113"/>
                  <a:gd name="T20" fmla="*/ 8 w 112"/>
                  <a:gd name="T21" fmla="*/ 113 h 113"/>
                  <a:gd name="T22" fmla="*/ 30 w 112"/>
                  <a:gd name="T23" fmla="*/ 113 h 113"/>
                  <a:gd name="T24" fmla="*/ 53 w 112"/>
                  <a:gd name="T25" fmla="*/ 113 h 113"/>
                  <a:gd name="T26" fmla="*/ 86 w 112"/>
                  <a:gd name="T27" fmla="*/ 113 h 113"/>
                  <a:gd name="T28" fmla="*/ 96 w 112"/>
                  <a:gd name="T29" fmla="*/ 102 h 113"/>
                  <a:gd name="T30" fmla="*/ 94 w 112"/>
                  <a:gd name="T31" fmla="*/ 96 h 113"/>
                  <a:gd name="T32" fmla="*/ 104 w 112"/>
                  <a:gd name="T33" fmla="*/ 85 h 113"/>
                  <a:gd name="T34" fmla="*/ 101 w 112"/>
                  <a:gd name="T35" fmla="*/ 78 h 113"/>
                  <a:gd name="T36" fmla="*/ 108 w 112"/>
                  <a:gd name="T37" fmla="*/ 69 h 113"/>
                  <a:gd name="T38" fmla="*/ 105 w 112"/>
                  <a:gd name="T39" fmla="*/ 63 h 113"/>
                  <a:gd name="T40" fmla="*/ 112 w 112"/>
                  <a:gd name="T41" fmla="*/ 54 h 113"/>
                  <a:gd name="T42" fmla="*/ 28 w 112"/>
                  <a:gd name="T43" fmla="*/ 109 h 113"/>
                  <a:gd name="T44" fmla="*/ 8 w 112"/>
                  <a:gd name="T45" fmla="*/ 109 h 113"/>
                  <a:gd name="T46" fmla="*/ 4 w 112"/>
                  <a:gd name="T47" fmla="*/ 103 h 113"/>
                  <a:gd name="T48" fmla="*/ 4 w 112"/>
                  <a:gd name="T49" fmla="*/ 51 h 113"/>
                  <a:gd name="T50" fmla="*/ 8 w 112"/>
                  <a:gd name="T51" fmla="*/ 49 h 113"/>
                  <a:gd name="T52" fmla="*/ 28 w 112"/>
                  <a:gd name="T53" fmla="*/ 49 h 113"/>
                  <a:gd name="T54" fmla="*/ 28 w 112"/>
                  <a:gd name="T55" fmla="*/ 109 h 113"/>
                  <a:gd name="T56" fmla="*/ 102 w 112"/>
                  <a:gd name="T57" fmla="*/ 61 h 113"/>
                  <a:gd name="T58" fmla="*/ 88 w 112"/>
                  <a:gd name="T59" fmla="*/ 61 h 113"/>
                  <a:gd name="T60" fmla="*/ 88 w 112"/>
                  <a:gd name="T61" fmla="*/ 65 h 113"/>
                  <a:gd name="T62" fmla="*/ 98 w 112"/>
                  <a:gd name="T63" fmla="*/ 65 h 113"/>
                  <a:gd name="T64" fmla="*/ 104 w 112"/>
                  <a:gd name="T65" fmla="*/ 71 h 113"/>
                  <a:gd name="T66" fmla="*/ 98 w 112"/>
                  <a:gd name="T67" fmla="*/ 77 h 113"/>
                  <a:gd name="T68" fmla="*/ 84 w 112"/>
                  <a:gd name="T69" fmla="*/ 77 h 113"/>
                  <a:gd name="T70" fmla="*/ 84 w 112"/>
                  <a:gd name="T71" fmla="*/ 81 h 113"/>
                  <a:gd name="T72" fmla="*/ 94 w 112"/>
                  <a:gd name="T73" fmla="*/ 81 h 113"/>
                  <a:gd name="T74" fmla="*/ 100 w 112"/>
                  <a:gd name="T75" fmla="*/ 87 h 113"/>
                  <a:gd name="T76" fmla="*/ 94 w 112"/>
                  <a:gd name="T77" fmla="*/ 93 h 113"/>
                  <a:gd name="T78" fmla="*/ 80 w 112"/>
                  <a:gd name="T79" fmla="*/ 93 h 113"/>
                  <a:gd name="T80" fmla="*/ 80 w 112"/>
                  <a:gd name="T81" fmla="*/ 97 h 113"/>
                  <a:gd name="T82" fmla="*/ 86 w 112"/>
                  <a:gd name="T83" fmla="*/ 97 h 113"/>
                  <a:gd name="T84" fmla="*/ 92 w 112"/>
                  <a:gd name="T85" fmla="*/ 103 h 113"/>
                  <a:gd name="T86" fmla="*/ 86 w 112"/>
                  <a:gd name="T87" fmla="*/ 109 h 113"/>
                  <a:gd name="T88" fmla="*/ 71 w 112"/>
                  <a:gd name="T89" fmla="*/ 109 h 113"/>
                  <a:gd name="T90" fmla="*/ 32 w 112"/>
                  <a:gd name="T91" fmla="*/ 109 h 113"/>
                  <a:gd name="T92" fmla="*/ 32 w 112"/>
                  <a:gd name="T93" fmla="*/ 47 h 113"/>
                  <a:gd name="T94" fmla="*/ 43 w 112"/>
                  <a:gd name="T95" fmla="*/ 43 h 113"/>
                  <a:gd name="T96" fmla="*/ 53 w 112"/>
                  <a:gd name="T97" fmla="*/ 32 h 113"/>
                  <a:gd name="T98" fmla="*/ 64 w 112"/>
                  <a:gd name="T99" fmla="*/ 3 h 113"/>
                  <a:gd name="T100" fmla="*/ 74 w 112"/>
                  <a:gd name="T101" fmla="*/ 44 h 113"/>
                  <a:gd name="T102" fmla="*/ 73 w 112"/>
                  <a:gd name="T103" fmla="*/ 49 h 113"/>
                  <a:gd name="T104" fmla="*/ 102 w 112"/>
                  <a:gd name="T105" fmla="*/ 49 h 113"/>
                  <a:gd name="T106" fmla="*/ 108 w 112"/>
                  <a:gd name="T107" fmla="*/ 55 h 113"/>
                  <a:gd name="T108" fmla="*/ 102 w 112"/>
                  <a:gd name="T109" fmla="*/ 6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 h="113">
                    <a:moveTo>
                      <a:pt x="112" y="54"/>
                    </a:moveTo>
                    <a:cubicBezTo>
                      <a:pt x="112" y="48"/>
                      <a:pt x="108" y="45"/>
                      <a:pt x="102" y="45"/>
                    </a:cubicBezTo>
                    <a:cubicBezTo>
                      <a:pt x="78" y="45"/>
                      <a:pt x="78" y="45"/>
                      <a:pt x="78" y="45"/>
                    </a:cubicBezTo>
                    <a:cubicBezTo>
                      <a:pt x="82" y="21"/>
                      <a:pt x="80" y="0"/>
                      <a:pt x="64" y="0"/>
                    </a:cubicBezTo>
                    <a:cubicBezTo>
                      <a:pt x="48" y="0"/>
                      <a:pt x="56" y="20"/>
                      <a:pt x="50" y="32"/>
                    </a:cubicBezTo>
                    <a:cubicBezTo>
                      <a:pt x="44" y="43"/>
                      <a:pt x="32" y="45"/>
                      <a:pt x="32" y="45"/>
                    </a:cubicBezTo>
                    <a:cubicBezTo>
                      <a:pt x="30" y="45"/>
                      <a:pt x="30" y="45"/>
                      <a:pt x="30" y="45"/>
                    </a:cubicBezTo>
                    <a:cubicBezTo>
                      <a:pt x="8" y="45"/>
                      <a:pt x="8" y="45"/>
                      <a:pt x="8" y="45"/>
                    </a:cubicBezTo>
                    <a:cubicBezTo>
                      <a:pt x="4" y="45"/>
                      <a:pt x="0" y="47"/>
                      <a:pt x="0" y="51"/>
                    </a:cubicBezTo>
                    <a:cubicBezTo>
                      <a:pt x="0" y="103"/>
                      <a:pt x="0" y="103"/>
                      <a:pt x="0" y="103"/>
                    </a:cubicBezTo>
                    <a:cubicBezTo>
                      <a:pt x="0" y="107"/>
                      <a:pt x="4" y="113"/>
                      <a:pt x="8" y="113"/>
                    </a:cubicBezTo>
                    <a:cubicBezTo>
                      <a:pt x="30" y="113"/>
                      <a:pt x="30" y="113"/>
                      <a:pt x="30" y="113"/>
                    </a:cubicBezTo>
                    <a:cubicBezTo>
                      <a:pt x="53" y="113"/>
                      <a:pt x="53" y="113"/>
                      <a:pt x="53" y="113"/>
                    </a:cubicBezTo>
                    <a:cubicBezTo>
                      <a:pt x="86" y="113"/>
                      <a:pt x="86" y="113"/>
                      <a:pt x="86" y="113"/>
                    </a:cubicBezTo>
                    <a:cubicBezTo>
                      <a:pt x="92" y="113"/>
                      <a:pt x="96" y="108"/>
                      <a:pt x="96" y="102"/>
                    </a:cubicBezTo>
                    <a:cubicBezTo>
                      <a:pt x="96" y="100"/>
                      <a:pt x="95" y="97"/>
                      <a:pt x="94" y="96"/>
                    </a:cubicBezTo>
                    <a:cubicBezTo>
                      <a:pt x="100" y="95"/>
                      <a:pt x="104" y="91"/>
                      <a:pt x="104" y="85"/>
                    </a:cubicBezTo>
                    <a:cubicBezTo>
                      <a:pt x="104" y="83"/>
                      <a:pt x="103" y="80"/>
                      <a:pt x="101" y="78"/>
                    </a:cubicBezTo>
                    <a:cubicBezTo>
                      <a:pt x="105" y="77"/>
                      <a:pt x="108" y="73"/>
                      <a:pt x="108" y="69"/>
                    </a:cubicBezTo>
                    <a:cubicBezTo>
                      <a:pt x="108" y="67"/>
                      <a:pt x="107" y="65"/>
                      <a:pt x="105" y="63"/>
                    </a:cubicBezTo>
                    <a:cubicBezTo>
                      <a:pt x="109" y="61"/>
                      <a:pt x="112" y="58"/>
                      <a:pt x="112" y="54"/>
                    </a:cubicBezTo>
                    <a:close/>
                    <a:moveTo>
                      <a:pt x="28" y="109"/>
                    </a:moveTo>
                    <a:cubicBezTo>
                      <a:pt x="8" y="109"/>
                      <a:pt x="8" y="109"/>
                      <a:pt x="8" y="109"/>
                    </a:cubicBezTo>
                    <a:cubicBezTo>
                      <a:pt x="6" y="109"/>
                      <a:pt x="4" y="105"/>
                      <a:pt x="4" y="103"/>
                    </a:cubicBezTo>
                    <a:cubicBezTo>
                      <a:pt x="4" y="51"/>
                      <a:pt x="4" y="51"/>
                      <a:pt x="4" y="51"/>
                    </a:cubicBezTo>
                    <a:cubicBezTo>
                      <a:pt x="4" y="49"/>
                      <a:pt x="6" y="49"/>
                      <a:pt x="8" y="49"/>
                    </a:cubicBezTo>
                    <a:cubicBezTo>
                      <a:pt x="28" y="49"/>
                      <a:pt x="28" y="49"/>
                      <a:pt x="28" y="49"/>
                    </a:cubicBezTo>
                    <a:lnTo>
                      <a:pt x="28" y="109"/>
                    </a:lnTo>
                    <a:close/>
                    <a:moveTo>
                      <a:pt x="102" y="61"/>
                    </a:moveTo>
                    <a:cubicBezTo>
                      <a:pt x="88" y="61"/>
                      <a:pt x="88" y="61"/>
                      <a:pt x="88" y="61"/>
                    </a:cubicBezTo>
                    <a:cubicBezTo>
                      <a:pt x="88" y="65"/>
                      <a:pt x="88" y="65"/>
                      <a:pt x="88" y="65"/>
                    </a:cubicBezTo>
                    <a:cubicBezTo>
                      <a:pt x="98" y="65"/>
                      <a:pt x="98" y="65"/>
                      <a:pt x="98" y="65"/>
                    </a:cubicBezTo>
                    <a:cubicBezTo>
                      <a:pt x="101" y="65"/>
                      <a:pt x="104" y="68"/>
                      <a:pt x="104" y="71"/>
                    </a:cubicBezTo>
                    <a:cubicBezTo>
                      <a:pt x="104" y="74"/>
                      <a:pt x="101" y="77"/>
                      <a:pt x="98" y="77"/>
                    </a:cubicBezTo>
                    <a:cubicBezTo>
                      <a:pt x="84" y="77"/>
                      <a:pt x="84" y="77"/>
                      <a:pt x="84" y="77"/>
                    </a:cubicBezTo>
                    <a:cubicBezTo>
                      <a:pt x="84" y="81"/>
                      <a:pt x="84" y="81"/>
                      <a:pt x="84" y="81"/>
                    </a:cubicBezTo>
                    <a:cubicBezTo>
                      <a:pt x="94" y="81"/>
                      <a:pt x="94" y="81"/>
                      <a:pt x="94" y="81"/>
                    </a:cubicBezTo>
                    <a:cubicBezTo>
                      <a:pt x="97" y="81"/>
                      <a:pt x="100" y="84"/>
                      <a:pt x="100" y="87"/>
                    </a:cubicBezTo>
                    <a:cubicBezTo>
                      <a:pt x="100" y="90"/>
                      <a:pt x="97" y="93"/>
                      <a:pt x="94" y="93"/>
                    </a:cubicBezTo>
                    <a:cubicBezTo>
                      <a:pt x="80" y="93"/>
                      <a:pt x="80" y="93"/>
                      <a:pt x="80" y="93"/>
                    </a:cubicBezTo>
                    <a:cubicBezTo>
                      <a:pt x="80" y="97"/>
                      <a:pt x="80" y="97"/>
                      <a:pt x="80" y="97"/>
                    </a:cubicBezTo>
                    <a:cubicBezTo>
                      <a:pt x="86" y="97"/>
                      <a:pt x="86" y="97"/>
                      <a:pt x="86" y="97"/>
                    </a:cubicBezTo>
                    <a:cubicBezTo>
                      <a:pt x="89" y="97"/>
                      <a:pt x="92" y="100"/>
                      <a:pt x="92" y="103"/>
                    </a:cubicBezTo>
                    <a:cubicBezTo>
                      <a:pt x="92" y="106"/>
                      <a:pt x="89" y="109"/>
                      <a:pt x="86" y="109"/>
                    </a:cubicBezTo>
                    <a:cubicBezTo>
                      <a:pt x="71" y="109"/>
                      <a:pt x="71" y="109"/>
                      <a:pt x="71" y="109"/>
                    </a:cubicBezTo>
                    <a:cubicBezTo>
                      <a:pt x="32" y="109"/>
                      <a:pt x="32" y="109"/>
                      <a:pt x="32" y="109"/>
                    </a:cubicBezTo>
                    <a:cubicBezTo>
                      <a:pt x="32" y="109"/>
                      <a:pt x="32" y="55"/>
                      <a:pt x="32" y="47"/>
                    </a:cubicBezTo>
                    <a:cubicBezTo>
                      <a:pt x="38" y="47"/>
                      <a:pt x="43" y="43"/>
                      <a:pt x="43" y="43"/>
                    </a:cubicBezTo>
                    <a:cubicBezTo>
                      <a:pt x="47" y="41"/>
                      <a:pt x="51" y="37"/>
                      <a:pt x="53" y="32"/>
                    </a:cubicBezTo>
                    <a:cubicBezTo>
                      <a:pt x="60" y="20"/>
                      <a:pt x="53" y="3"/>
                      <a:pt x="64" y="3"/>
                    </a:cubicBezTo>
                    <a:cubicBezTo>
                      <a:pt x="76" y="3"/>
                      <a:pt x="78" y="23"/>
                      <a:pt x="74" y="44"/>
                    </a:cubicBezTo>
                    <a:cubicBezTo>
                      <a:pt x="73" y="49"/>
                      <a:pt x="73" y="49"/>
                      <a:pt x="73" y="49"/>
                    </a:cubicBezTo>
                    <a:cubicBezTo>
                      <a:pt x="102" y="49"/>
                      <a:pt x="102" y="49"/>
                      <a:pt x="102" y="49"/>
                    </a:cubicBezTo>
                    <a:cubicBezTo>
                      <a:pt x="105" y="49"/>
                      <a:pt x="108" y="52"/>
                      <a:pt x="108" y="55"/>
                    </a:cubicBezTo>
                    <a:cubicBezTo>
                      <a:pt x="108" y="58"/>
                      <a:pt x="105" y="61"/>
                      <a:pt x="10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7" name="Group 56"/>
            <p:cNvGrpSpPr/>
            <p:nvPr/>
          </p:nvGrpSpPr>
          <p:grpSpPr>
            <a:xfrm>
              <a:off x="10038206" y="6400642"/>
              <a:ext cx="295275" cy="292100"/>
              <a:chOff x="3138488" y="1911350"/>
              <a:chExt cx="295275" cy="292100"/>
            </a:xfrm>
            <a:grpFill/>
          </p:grpSpPr>
          <p:sp>
            <p:nvSpPr>
              <p:cNvPr id="232" name="Oval 10"/>
              <p:cNvSpPr>
                <a:spLocks noChangeArrowheads="1"/>
              </p:cNvSpPr>
              <p:nvPr/>
            </p:nvSpPr>
            <p:spPr bwMode="auto">
              <a:xfrm>
                <a:off x="3175000" y="1936750"/>
                <a:ext cx="20638" cy="222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3" name="Freeform 11"/>
              <p:cNvSpPr>
                <a:spLocks noEditPoints="1"/>
              </p:cNvSpPr>
              <p:nvPr/>
            </p:nvSpPr>
            <p:spPr bwMode="auto">
              <a:xfrm>
                <a:off x="3138488" y="1911350"/>
                <a:ext cx="295275" cy="292100"/>
              </a:xfrm>
              <a:custGeom>
                <a:avLst/>
                <a:gdLst>
                  <a:gd name="T0" fmla="*/ 107 w 114"/>
                  <a:gd name="T1" fmla="*/ 47 h 112"/>
                  <a:gd name="T2" fmla="*/ 110 w 114"/>
                  <a:gd name="T3" fmla="*/ 40 h 112"/>
                  <a:gd name="T4" fmla="*/ 103 w 114"/>
                  <a:gd name="T5" fmla="*/ 31 h 112"/>
                  <a:gd name="T6" fmla="*/ 106 w 114"/>
                  <a:gd name="T7" fmla="*/ 24 h 112"/>
                  <a:gd name="T8" fmla="*/ 96 w 114"/>
                  <a:gd name="T9" fmla="*/ 14 h 112"/>
                  <a:gd name="T10" fmla="*/ 98 w 114"/>
                  <a:gd name="T11" fmla="*/ 9 h 112"/>
                  <a:gd name="T12" fmla="*/ 88 w 114"/>
                  <a:gd name="T13" fmla="*/ 0 h 112"/>
                  <a:gd name="T14" fmla="*/ 55 w 114"/>
                  <a:gd name="T15" fmla="*/ 0 h 112"/>
                  <a:gd name="T16" fmla="*/ 32 w 114"/>
                  <a:gd name="T17" fmla="*/ 0 h 112"/>
                  <a:gd name="T18" fmla="*/ 10 w 114"/>
                  <a:gd name="T19" fmla="*/ 0 h 112"/>
                  <a:gd name="T20" fmla="*/ 0 w 114"/>
                  <a:gd name="T21" fmla="*/ 6 h 112"/>
                  <a:gd name="T22" fmla="*/ 0 w 114"/>
                  <a:gd name="T23" fmla="*/ 58 h 112"/>
                  <a:gd name="T24" fmla="*/ 10 w 114"/>
                  <a:gd name="T25" fmla="*/ 68 h 112"/>
                  <a:gd name="T26" fmla="*/ 32 w 114"/>
                  <a:gd name="T27" fmla="*/ 68 h 112"/>
                  <a:gd name="T28" fmla="*/ 34 w 114"/>
                  <a:gd name="T29" fmla="*/ 68 h 112"/>
                  <a:gd name="T30" fmla="*/ 52 w 114"/>
                  <a:gd name="T31" fmla="*/ 80 h 112"/>
                  <a:gd name="T32" fmla="*/ 66 w 114"/>
                  <a:gd name="T33" fmla="*/ 112 h 112"/>
                  <a:gd name="T34" fmla="*/ 80 w 114"/>
                  <a:gd name="T35" fmla="*/ 68 h 112"/>
                  <a:gd name="T36" fmla="*/ 104 w 114"/>
                  <a:gd name="T37" fmla="*/ 68 h 112"/>
                  <a:gd name="T38" fmla="*/ 114 w 114"/>
                  <a:gd name="T39" fmla="*/ 57 h 112"/>
                  <a:gd name="T40" fmla="*/ 107 w 114"/>
                  <a:gd name="T41" fmla="*/ 47 h 112"/>
                  <a:gd name="T42" fmla="*/ 28 w 114"/>
                  <a:gd name="T43" fmla="*/ 64 h 112"/>
                  <a:gd name="T44" fmla="*/ 10 w 114"/>
                  <a:gd name="T45" fmla="*/ 64 h 112"/>
                  <a:gd name="T46" fmla="*/ 4 w 114"/>
                  <a:gd name="T47" fmla="*/ 58 h 112"/>
                  <a:gd name="T48" fmla="*/ 4 w 114"/>
                  <a:gd name="T49" fmla="*/ 6 h 112"/>
                  <a:gd name="T50" fmla="*/ 10 w 114"/>
                  <a:gd name="T51" fmla="*/ 4 h 112"/>
                  <a:gd name="T52" fmla="*/ 28 w 114"/>
                  <a:gd name="T53" fmla="*/ 4 h 112"/>
                  <a:gd name="T54" fmla="*/ 28 w 114"/>
                  <a:gd name="T55" fmla="*/ 64 h 112"/>
                  <a:gd name="T56" fmla="*/ 104 w 114"/>
                  <a:gd name="T57" fmla="*/ 64 h 112"/>
                  <a:gd name="T58" fmla="*/ 75 w 114"/>
                  <a:gd name="T59" fmla="*/ 64 h 112"/>
                  <a:gd name="T60" fmla="*/ 76 w 114"/>
                  <a:gd name="T61" fmla="*/ 67 h 112"/>
                  <a:gd name="T62" fmla="*/ 66 w 114"/>
                  <a:gd name="T63" fmla="*/ 107 h 112"/>
                  <a:gd name="T64" fmla="*/ 55 w 114"/>
                  <a:gd name="T65" fmla="*/ 77 h 112"/>
                  <a:gd name="T66" fmla="*/ 44 w 114"/>
                  <a:gd name="T67" fmla="*/ 66 h 112"/>
                  <a:gd name="T68" fmla="*/ 32 w 114"/>
                  <a:gd name="T69" fmla="*/ 62 h 112"/>
                  <a:gd name="T70" fmla="*/ 32 w 114"/>
                  <a:gd name="T71" fmla="*/ 4 h 112"/>
                  <a:gd name="T72" fmla="*/ 73 w 114"/>
                  <a:gd name="T73" fmla="*/ 4 h 112"/>
                  <a:gd name="T74" fmla="*/ 88 w 114"/>
                  <a:gd name="T75" fmla="*/ 4 h 112"/>
                  <a:gd name="T76" fmla="*/ 94 w 114"/>
                  <a:gd name="T77" fmla="*/ 10 h 112"/>
                  <a:gd name="T78" fmla="*/ 88 w 114"/>
                  <a:gd name="T79" fmla="*/ 16 h 112"/>
                  <a:gd name="T80" fmla="*/ 80 w 114"/>
                  <a:gd name="T81" fmla="*/ 16 h 112"/>
                  <a:gd name="T82" fmla="*/ 80 w 114"/>
                  <a:gd name="T83" fmla="*/ 20 h 112"/>
                  <a:gd name="T84" fmla="*/ 96 w 114"/>
                  <a:gd name="T85" fmla="*/ 20 h 112"/>
                  <a:gd name="T86" fmla="*/ 102 w 114"/>
                  <a:gd name="T87" fmla="*/ 26 h 112"/>
                  <a:gd name="T88" fmla="*/ 96 w 114"/>
                  <a:gd name="T89" fmla="*/ 32 h 112"/>
                  <a:gd name="T90" fmla="*/ 84 w 114"/>
                  <a:gd name="T91" fmla="*/ 32 h 112"/>
                  <a:gd name="T92" fmla="*/ 84 w 114"/>
                  <a:gd name="T93" fmla="*/ 36 h 112"/>
                  <a:gd name="T94" fmla="*/ 100 w 114"/>
                  <a:gd name="T95" fmla="*/ 36 h 112"/>
                  <a:gd name="T96" fmla="*/ 106 w 114"/>
                  <a:gd name="T97" fmla="*/ 42 h 112"/>
                  <a:gd name="T98" fmla="*/ 100 w 114"/>
                  <a:gd name="T99" fmla="*/ 48 h 112"/>
                  <a:gd name="T100" fmla="*/ 88 w 114"/>
                  <a:gd name="T101" fmla="*/ 48 h 112"/>
                  <a:gd name="T102" fmla="*/ 88 w 114"/>
                  <a:gd name="T103" fmla="*/ 52 h 112"/>
                  <a:gd name="T104" fmla="*/ 104 w 114"/>
                  <a:gd name="T105" fmla="*/ 52 h 112"/>
                  <a:gd name="T106" fmla="*/ 110 w 114"/>
                  <a:gd name="T107" fmla="*/ 58 h 112"/>
                  <a:gd name="T108" fmla="*/ 104 w 114"/>
                  <a:gd name="T109" fmla="*/ 6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4" h="112">
                    <a:moveTo>
                      <a:pt x="107" y="47"/>
                    </a:moveTo>
                    <a:cubicBezTo>
                      <a:pt x="109" y="45"/>
                      <a:pt x="110" y="43"/>
                      <a:pt x="110" y="40"/>
                    </a:cubicBezTo>
                    <a:cubicBezTo>
                      <a:pt x="110" y="36"/>
                      <a:pt x="107" y="32"/>
                      <a:pt x="103" y="31"/>
                    </a:cubicBezTo>
                    <a:cubicBezTo>
                      <a:pt x="105" y="29"/>
                      <a:pt x="106" y="27"/>
                      <a:pt x="106" y="24"/>
                    </a:cubicBezTo>
                    <a:cubicBezTo>
                      <a:pt x="106" y="18"/>
                      <a:pt x="102" y="14"/>
                      <a:pt x="96" y="14"/>
                    </a:cubicBezTo>
                    <a:cubicBezTo>
                      <a:pt x="97" y="12"/>
                      <a:pt x="98" y="11"/>
                      <a:pt x="98" y="9"/>
                    </a:cubicBezTo>
                    <a:cubicBezTo>
                      <a:pt x="98" y="3"/>
                      <a:pt x="94" y="0"/>
                      <a:pt x="88" y="0"/>
                    </a:cubicBezTo>
                    <a:cubicBezTo>
                      <a:pt x="55" y="0"/>
                      <a:pt x="55" y="0"/>
                      <a:pt x="55" y="0"/>
                    </a:cubicBezTo>
                    <a:cubicBezTo>
                      <a:pt x="32" y="0"/>
                      <a:pt x="32" y="0"/>
                      <a:pt x="32" y="0"/>
                    </a:cubicBezTo>
                    <a:cubicBezTo>
                      <a:pt x="10" y="0"/>
                      <a:pt x="10" y="0"/>
                      <a:pt x="10" y="0"/>
                    </a:cubicBezTo>
                    <a:cubicBezTo>
                      <a:pt x="6" y="0"/>
                      <a:pt x="0" y="2"/>
                      <a:pt x="0" y="6"/>
                    </a:cubicBezTo>
                    <a:cubicBezTo>
                      <a:pt x="0" y="58"/>
                      <a:pt x="0" y="58"/>
                      <a:pt x="0" y="58"/>
                    </a:cubicBezTo>
                    <a:cubicBezTo>
                      <a:pt x="0" y="62"/>
                      <a:pt x="6" y="68"/>
                      <a:pt x="10" y="68"/>
                    </a:cubicBezTo>
                    <a:cubicBezTo>
                      <a:pt x="32" y="68"/>
                      <a:pt x="32" y="68"/>
                      <a:pt x="32" y="68"/>
                    </a:cubicBezTo>
                    <a:cubicBezTo>
                      <a:pt x="34" y="68"/>
                      <a:pt x="34" y="68"/>
                      <a:pt x="34" y="68"/>
                    </a:cubicBezTo>
                    <a:cubicBezTo>
                      <a:pt x="34" y="68"/>
                      <a:pt x="46" y="68"/>
                      <a:pt x="52" y="80"/>
                    </a:cubicBezTo>
                    <a:cubicBezTo>
                      <a:pt x="58" y="92"/>
                      <a:pt x="50" y="112"/>
                      <a:pt x="66" y="112"/>
                    </a:cubicBezTo>
                    <a:cubicBezTo>
                      <a:pt x="82" y="112"/>
                      <a:pt x="84" y="88"/>
                      <a:pt x="80" y="68"/>
                    </a:cubicBezTo>
                    <a:cubicBezTo>
                      <a:pt x="104" y="68"/>
                      <a:pt x="104" y="68"/>
                      <a:pt x="104" y="68"/>
                    </a:cubicBezTo>
                    <a:cubicBezTo>
                      <a:pt x="110" y="68"/>
                      <a:pt x="114" y="63"/>
                      <a:pt x="114" y="57"/>
                    </a:cubicBezTo>
                    <a:cubicBezTo>
                      <a:pt x="114" y="53"/>
                      <a:pt x="111" y="48"/>
                      <a:pt x="107" y="47"/>
                    </a:cubicBezTo>
                    <a:close/>
                    <a:moveTo>
                      <a:pt x="28" y="64"/>
                    </a:moveTo>
                    <a:cubicBezTo>
                      <a:pt x="10" y="64"/>
                      <a:pt x="10" y="64"/>
                      <a:pt x="10" y="64"/>
                    </a:cubicBezTo>
                    <a:cubicBezTo>
                      <a:pt x="8" y="64"/>
                      <a:pt x="4" y="60"/>
                      <a:pt x="4" y="58"/>
                    </a:cubicBezTo>
                    <a:cubicBezTo>
                      <a:pt x="4" y="6"/>
                      <a:pt x="4" y="6"/>
                      <a:pt x="4" y="6"/>
                    </a:cubicBezTo>
                    <a:cubicBezTo>
                      <a:pt x="4" y="4"/>
                      <a:pt x="8" y="4"/>
                      <a:pt x="10" y="4"/>
                    </a:cubicBezTo>
                    <a:cubicBezTo>
                      <a:pt x="28" y="4"/>
                      <a:pt x="28" y="4"/>
                      <a:pt x="28" y="4"/>
                    </a:cubicBezTo>
                    <a:lnTo>
                      <a:pt x="28" y="64"/>
                    </a:lnTo>
                    <a:close/>
                    <a:moveTo>
                      <a:pt x="104" y="64"/>
                    </a:moveTo>
                    <a:cubicBezTo>
                      <a:pt x="75" y="64"/>
                      <a:pt x="75" y="64"/>
                      <a:pt x="75" y="64"/>
                    </a:cubicBezTo>
                    <a:cubicBezTo>
                      <a:pt x="76" y="67"/>
                      <a:pt x="76" y="67"/>
                      <a:pt x="76" y="67"/>
                    </a:cubicBezTo>
                    <a:cubicBezTo>
                      <a:pt x="80" y="88"/>
                      <a:pt x="78" y="107"/>
                      <a:pt x="66" y="107"/>
                    </a:cubicBezTo>
                    <a:cubicBezTo>
                      <a:pt x="55" y="107"/>
                      <a:pt x="62" y="89"/>
                      <a:pt x="55" y="77"/>
                    </a:cubicBezTo>
                    <a:cubicBezTo>
                      <a:pt x="53" y="72"/>
                      <a:pt x="48" y="68"/>
                      <a:pt x="44" y="66"/>
                    </a:cubicBezTo>
                    <a:cubicBezTo>
                      <a:pt x="44" y="66"/>
                      <a:pt x="40" y="62"/>
                      <a:pt x="32" y="62"/>
                    </a:cubicBezTo>
                    <a:cubicBezTo>
                      <a:pt x="32" y="54"/>
                      <a:pt x="32" y="4"/>
                      <a:pt x="32" y="4"/>
                    </a:cubicBezTo>
                    <a:cubicBezTo>
                      <a:pt x="73" y="4"/>
                      <a:pt x="73" y="4"/>
                      <a:pt x="73" y="4"/>
                    </a:cubicBezTo>
                    <a:cubicBezTo>
                      <a:pt x="88" y="4"/>
                      <a:pt x="88" y="4"/>
                      <a:pt x="88" y="4"/>
                    </a:cubicBezTo>
                    <a:cubicBezTo>
                      <a:pt x="91" y="4"/>
                      <a:pt x="94" y="7"/>
                      <a:pt x="94" y="10"/>
                    </a:cubicBezTo>
                    <a:cubicBezTo>
                      <a:pt x="94" y="13"/>
                      <a:pt x="91" y="16"/>
                      <a:pt x="88" y="16"/>
                    </a:cubicBezTo>
                    <a:cubicBezTo>
                      <a:pt x="80" y="16"/>
                      <a:pt x="80" y="16"/>
                      <a:pt x="80" y="16"/>
                    </a:cubicBezTo>
                    <a:cubicBezTo>
                      <a:pt x="80" y="20"/>
                      <a:pt x="80" y="20"/>
                      <a:pt x="80" y="20"/>
                    </a:cubicBezTo>
                    <a:cubicBezTo>
                      <a:pt x="96" y="20"/>
                      <a:pt x="96" y="20"/>
                      <a:pt x="96" y="20"/>
                    </a:cubicBezTo>
                    <a:cubicBezTo>
                      <a:pt x="99" y="20"/>
                      <a:pt x="102" y="23"/>
                      <a:pt x="102" y="26"/>
                    </a:cubicBezTo>
                    <a:cubicBezTo>
                      <a:pt x="102" y="29"/>
                      <a:pt x="99" y="32"/>
                      <a:pt x="96" y="32"/>
                    </a:cubicBezTo>
                    <a:cubicBezTo>
                      <a:pt x="84" y="32"/>
                      <a:pt x="84" y="32"/>
                      <a:pt x="84" y="32"/>
                    </a:cubicBezTo>
                    <a:cubicBezTo>
                      <a:pt x="84" y="36"/>
                      <a:pt x="84" y="36"/>
                      <a:pt x="84" y="36"/>
                    </a:cubicBezTo>
                    <a:cubicBezTo>
                      <a:pt x="100" y="36"/>
                      <a:pt x="100" y="36"/>
                      <a:pt x="100" y="36"/>
                    </a:cubicBezTo>
                    <a:cubicBezTo>
                      <a:pt x="103" y="36"/>
                      <a:pt x="106" y="39"/>
                      <a:pt x="106" y="42"/>
                    </a:cubicBezTo>
                    <a:cubicBezTo>
                      <a:pt x="106" y="45"/>
                      <a:pt x="103" y="48"/>
                      <a:pt x="100" y="48"/>
                    </a:cubicBezTo>
                    <a:cubicBezTo>
                      <a:pt x="88" y="48"/>
                      <a:pt x="88" y="48"/>
                      <a:pt x="88" y="48"/>
                    </a:cubicBezTo>
                    <a:cubicBezTo>
                      <a:pt x="88" y="52"/>
                      <a:pt x="88" y="52"/>
                      <a:pt x="88" y="52"/>
                    </a:cubicBezTo>
                    <a:cubicBezTo>
                      <a:pt x="104" y="52"/>
                      <a:pt x="104" y="52"/>
                      <a:pt x="104" y="52"/>
                    </a:cubicBezTo>
                    <a:cubicBezTo>
                      <a:pt x="107" y="52"/>
                      <a:pt x="110" y="55"/>
                      <a:pt x="110" y="58"/>
                    </a:cubicBezTo>
                    <a:cubicBezTo>
                      <a:pt x="110" y="61"/>
                      <a:pt x="107" y="64"/>
                      <a:pt x="104"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58" name="Freeform 12"/>
            <p:cNvSpPr>
              <a:spLocks noEditPoints="1"/>
            </p:cNvSpPr>
            <p:nvPr/>
          </p:nvSpPr>
          <p:spPr bwMode="auto">
            <a:xfrm>
              <a:off x="2883729" y="4147913"/>
              <a:ext cx="290513" cy="292100"/>
            </a:xfrm>
            <a:custGeom>
              <a:avLst/>
              <a:gdLst>
                <a:gd name="T0" fmla="*/ 69 w 112"/>
                <a:gd name="T1" fmla="*/ 112 h 112"/>
                <a:gd name="T2" fmla="*/ 86 w 112"/>
                <a:gd name="T3" fmla="*/ 112 h 112"/>
                <a:gd name="T4" fmla="*/ 96 w 112"/>
                <a:gd name="T5" fmla="*/ 102 h 112"/>
                <a:gd name="T6" fmla="*/ 94 w 112"/>
                <a:gd name="T7" fmla="*/ 96 h 112"/>
                <a:gd name="T8" fmla="*/ 104 w 112"/>
                <a:gd name="T9" fmla="*/ 86 h 112"/>
                <a:gd name="T10" fmla="*/ 101 w 112"/>
                <a:gd name="T11" fmla="*/ 79 h 112"/>
                <a:gd name="T12" fmla="*/ 101 w 112"/>
                <a:gd name="T13" fmla="*/ 79 h 112"/>
                <a:gd name="T14" fmla="*/ 108 w 112"/>
                <a:gd name="T15" fmla="*/ 70 h 112"/>
                <a:gd name="T16" fmla="*/ 105 w 112"/>
                <a:gd name="T17" fmla="*/ 63 h 112"/>
                <a:gd name="T18" fmla="*/ 112 w 112"/>
                <a:gd name="T19" fmla="*/ 54 h 112"/>
                <a:gd name="T20" fmla="*/ 102 w 112"/>
                <a:gd name="T21" fmla="*/ 44 h 112"/>
                <a:gd name="T22" fmla="*/ 78 w 112"/>
                <a:gd name="T23" fmla="*/ 44 h 112"/>
                <a:gd name="T24" fmla="*/ 64 w 112"/>
                <a:gd name="T25" fmla="*/ 0 h 112"/>
                <a:gd name="T26" fmla="*/ 50 w 112"/>
                <a:gd name="T27" fmla="*/ 31 h 112"/>
                <a:gd name="T28" fmla="*/ 32 w 112"/>
                <a:gd name="T29" fmla="*/ 44 h 112"/>
                <a:gd name="T30" fmla="*/ 8 w 112"/>
                <a:gd name="T31" fmla="*/ 44 h 112"/>
                <a:gd name="T32" fmla="*/ 0 w 112"/>
                <a:gd name="T33" fmla="*/ 52 h 112"/>
                <a:gd name="T34" fmla="*/ 0 w 112"/>
                <a:gd name="T35" fmla="*/ 96 h 112"/>
                <a:gd name="T36" fmla="*/ 8 w 112"/>
                <a:gd name="T37" fmla="*/ 104 h 112"/>
                <a:gd name="T38" fmla="*/ 32 w 112"/>
                <a:gd name="T39" fmla="*/ 104 h 112"/>
                <a:gd name="T40" fmla="*/ 56 w 112"/>
                <a:gd name="T41" fmla="*/ 112 h 112"/>
                <a:gd name="T42" fmla="*/ 69 w 112"/>
                <a:gd name="T43" fmla="*/ 112 h 112"/>
                <a:gd name="T44" fmla="*/ 34 w 112"/>
                <a:gd name="T45" fmla="*/ 48 h 112"/>
                <a:gd name="T46" fmla="*/ 53 w 112"/>
                <a:gd name="T47" fmla="*/ 33 h 112"/>
                <a:gd name="T48" fmla="*/ 64 w 112"/>
                <a:gd name="T49" fmla="*/ 4 h 112"/>
                <a:gd name="T50" fmla="*/ 73 w 112"/>
                <a:gd name="T51" fmla="*/ 48 h 112"/>
                <a:gd name="T52" fmla="*/ 73 w 112"/>
                <a:gd name="T53" fmla="*/ 48 h 112"/>
                <a:gd name="T54" fmla="*/ 102 w 112"/>
                <a:gd name="T55" fmla="*/ 48 h 112"/>
                <a:gd name="T56" fmla="*/ 108 w 112"/>
                <a:gd name="T57" fmla="*/ 54 h 112"/>
                <a:gd name="T58" fmla="*/ 102 w 112"/>
                <a:gd name="T59" fmla="*/ 60 h 112"/>
                <a:gd name="T60" fmla="*/ 88 w 112"/>
                <a:gd name="T61" fmla="*/ 60 h 112"/>
                <a:gd name="T62" fmla="*/ 88 w 112"/>
                <a:gd name="T63" fmla="*/ 64 h 112"/>
                <a:gd name="T64" fmla="*/ 98 w 112"/>
                <a:gd name="T65" fmla="*/ 64 h 112"/>
                <a:gd name="T66" fmla="*/ 104 w 112"/>
                <a:gd name="T67" fmla="*/ 70 h 112"/>
                <a:gd name="T68" fmla="*/ 98 w 112"/>
                <a:gd name="T69" fmla="*/ 76 h 112"/>
                <a:gd name="T70" fmla="*/ 84 w 112"/>
                <a:gd name="T71" fmla="*/ 76 h 112"/>
                <a:gd name="T72" fmla="*/ 84 w 112"/>
                <a:gd name="T73" fmla="*/ 76 h 112"/>
                <a:gd name="T74" fmla="*/ 84 w 112"/>
                <a:gd name="T75" fmla="*/ 80 h 112"/>
                <a:gd name="T76" fmla="*/ 94 w 112"/>
                <a:gd name="T77" fmla="*/ 80 h 112"/>
                <a:gd name="T78" fmla="*/ 100 w 112"/>
                <a:gd name="T79" fmla="*/ 86 h 112"/>
                <a:gd name="T80" fmla="*/ 94 w 112"/>
                <a:gd name="T81" fmla="*/ 92 h 112"/>
                <a:gd name="T82" fmla="*/ 80 w 112"/>
                <a:gd name="T83" fmla="*/ 92 h 112"/>
                <a:gd name="T84" fmla="*/ 80 w 112"/>
                <a:gd name="T85" fmla="*/ 92 h 112"/>
                <a:gd name="T86" fmla="*/ 80 w 112"/>
                <a:gd name="T87" fmla="*/ 96 h 112"/>
                <a:gd name="T88" fmla="*/ 86 w 112"/>
                <a:gd name="T89" fmla="*/ 96 h 112"/>
                <a:gd name="T90" fmla="*/ 92 w 112"/>
                <a:gd name="T91" fmla="*/ 102 h 112"/>
                <a:gd name="T92" fmla="*/ 86 w 112"/>
                <a:gd name="T93" fmla="*/ 108 h 112"/>
                <a:gd name="T94" fmla="*/ 71 w 112"/>
                <a:gd name="T95" fmla="*/ 108 h 112"/>
                <a:gd name="T96" fmla="*/ 56 w 112"/>
                <a:gd name="T97" fmla="*/ 108 h 112"/>
                <a:gd name="T98" fmla="*/ 32 w 112"/>
                <a:gd name="T99" fmla="*/ 100 h 112"/>
                <a:gd name="T100" fmla="*/ 8 w 112"/>
                <a:gd name="T101" fmla="*/ 100 h 112"/>
                <a:gd name="T102" fmla="*/ 4 w 112"/>
                <a:gd name="T103" fmla="*/ 96 h 112"/>
                <a:gd name="T104" fmla="*/ 4 w 112"/>
                <a:gd name="T105" fmla="*/ 52 h 112"/>
                <a:gd name="T106" fmla="*/ 8 w 112"/>
                <a:gd name="T107" fmla="*/ 48 h 112"/>
                <a:gd name="T108" fmla="*/ 34 w 112"/>
                <a:gd name="T109" fmla="*/ 48 h 112"/>
                <a:gd name="T110" fmla="*/ 34 w 112"/>
                <a:gd name="T111" fmla="*/ 4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 h="112">
                  <a:moveTo>
                    <a:pt x="69" y="112"/>
                  </a:moveTo>
                  <a:cubicBezTo>
                    <a:pt x="86" y="112"/>
                    <a:pt x="86" y="112"/>
                    <a:pt x="86" y="112"/>
                  </a:cubicBezTo>
                  <a:cubicBezTo>
                    <a:pt x="92" y="112"/>
                    <a:pt x="96" y="108"/>
                    <a:pt x="96" y="102"/>
                  </a:cubicBezTo>
                  <a:cubicBezTo>
                    <a:pt x="96" y="100"/>
                    <a:pt x="95" y="98"/>
                    <a:pt x="94" y="96"/>
                  </a:cubicBezTo>
                  <a:cubicBezTo>
                    <a:pt x="100" y="96"/>
                    <a:pt x="104" y="92"/>
                    <a:pt x="104" y="86"/>
                  </a:cubicBezTo>
                  <a:cubicBezTo>
                    <a:pt x="104" y="83"/>
                    <a:pt x="103" y="81"/>
                    <a:pt x="101" y="79"/>
                  </a:cubicBezTo>
                  <a:cubicBezTo>
                    <a:pt x="101" y="79"/>
                    <a:pt x="101" y="79"/>
                    <a:pt x="101" y="79"/>
                  </a:cubicBezTo>
                  <a:cubicBezTo>
                    <a:pt x="105" y="78"/>
                    <a:pt x="108" y="74"/>
                    <a:pt x="108" y="70"/>
                  </a:cubicBezTo>
                  <a:cubicBezTo>
                    <a:pt x="108" y="67"/>
                    <a:pt x="107" y="65"/>
                    <a:pt x="105" y="63"/>
                  </a:cubicBezTo>
                  <a:cubicBezTo>
                    <a:pt x="109" y="62"/>
                    <a:pt x="112" y="58"/>
                    <a:pt x="112" y="54"/>
                  </a:cubicBezTo>
                  <a:cubicBezTo>
                    <a:pt x="112" y="48"/>
                    <a:pt x="108" y="44"/>
                    <a:pt x="102" y="44"/>
                  </a:cubicBezTo>
                  <a:cubicBezTo>
                    <a:pt x="78" y="44"/>
                    <a:pt x="78" y="44"/>
                    <a:pt x="78" y="44"/>
                  </a:cubicBezTo>
                  <a:cubicBezTo>
                    <a:pt x="82" y="24"/>
                    <a:pt x="80" y="0"/>
                    <a:pt x="64" y="0"/>
                  </a:cubicBezTo>
                  <a:cubicBezTo>
                    <a:pt x="48" y="0"/>
                    <a:pt x="56" y="19"/>
                    <a:pt x="50" y="31"/>
                  </a:cubicBezTo>
                  <a:cubicBezTo>
                    <a:pt x="44" y="43"/>
                    <a:pt x="32" y="44"/>
                    <a:pt x="32" y="44"/>
                  </a:cubicBezTo>
                  <a:cubicBezTo>
                    <a:pt x="8" y="44"/>
                    <a:pt x="8" y="44"/>
                    <a:pt x="8" y="44"/>
                  </a:cubicBezTo>
                  <a:cubicBezTo>
                    <a:pt x="4" y="44"/>
                    <a:pt x="0" y="48"/>
                    <a:pt x="0" y="52"/>
                  </a:cubicBezTo>
                  <a:cubicBezTo>
                    <a:pt x="0" y="96"/>
                    <a:pt x="0" y="96"/>
                    <a:pt x="0" y="96"/>
                  </a:cubicBezTo>
                  <a:cubicBezTo>
                    <a:pt x="0" y="100"/>
                    <a:pt x="4" y="104"/>
                    <a:pt x="8" y="104"/>
                  </a:cubicBezTo>
                  <a:cubicBezTo>
                    <a:pt x="32" y="104"/>
                    <a:pt x="32" y="104"/>
                    <a:pt x="32" y="104"/>
                  </a:cubicBezTo>
                  <a:cubicBezTo>
                    <a:pt x="56" y="112"/>
                    <a:pt x="56" y="112"/>
                    <a:pt x="56" y="112"/>
                  </a:cubicBezTo>
                  <a:cubicBezTo>
                    <a:pt x="69" y="112"/>
                    <a:pt x="69" y="112"/>
                    <a:pt x="69" y="112"/>
                  </a:cubicBezTo>
                  <a:close/>
                  <a:moveTo>
                    <a:pt x="34" y="48"/>
                  </a:moveTo>
                  <a:cubicBezTo>
                    <a:pt x="34" y="48"/>
                    <a:pt x="47" y="45"/>
                    <a:pt x="53" y="33"/>
                  </a:cubicBezTo>
                  <a:cubicBezTo>
                    <a:pt x="60" y="21"/>
                    <a:pt x="53" y="4"/>
                    <a:pt x="64" y="4"/>
                  </a:cubicBezTo>
                  <a:cubicBezTo>
                    <a:pt x="77" y="4"/>
                    <a:pt x="78" y="26"/>
                    <a:pt x="73" y="48"/>
                  </a:cubicBezTo>
                  <a:cubicBezTo>
                    <a:pt x="73" y="48"/>
                    <a:pt x="73" y="48"/>
                    <a:pt x="73" y="48"/>
                  </a:cubicBezTo>
                  <a:cubicBezTo>
                    <a:pt x="102" y="48"/>
                    <a:pt x="102" y="48"/>
                    <a:pt x="102" y="48"/>
                  </a:cubicBezTo>
                  <a:cubicBezTo>
                    <a:pt x="105" y="48"/>
                    <a:pt x="108" y="51"/>
                    <a:pt x="108" y="54"/>
                  </a:cubicBezTo>
                  <a:cubicBezTo>
                    <a:pt x="108" y="57"/>
                    <a:pt x="105" y="60"/>
                    <a:pt x="102" y="60"/>
                  </a:cubicBezTo>
                  <a:cubicBezTo>
                    <a:pt x="88" y="60"/>
                    <a:pt x="88" y="60"/>
                    <a:pt x="88" y="60"/>
                  </a:cubicBezTo>
                  <a:cubicBezTo>
                    <a:pt x="88" y="64"/>
                    <a:pt x="88" y="64"/>
                    <a:pt x="88" y="64"/>
                  </a:cubicBezTo>
                  <a:cubicBezTo>
                    <a:pt x="98" y="64"/>
                    <a:pt x="98" y="64"/>
                    <a:pt x="98" y="64"/>
                  </a:cubicBezTo>
                  <a:cubicBezTo>
                    <a:pt x="101" y="64"/>
                    <a:pt x="104" y="67"/>
                    <a:pt x="104" y="70"/>
                  </a:cubicBezTo>
                  <a:cubicBezTo>
                    <a:pt x="104" y="73"/>
                    <a:pt x="101" y="76"/>
                    <a:pt x="98" y="76"/>
                  </a:cubicBezTo>
                  <a:cubicBezTo>
                    <a:pt x="84" y="76"/>
                    <a:pt x="84" y="76"/>
                    <a:pt x="84" y="76"/>
                  </a:cubicBezTo>
                  <a:cubicBezTo>
                    <a:pt x="84" y="76"/>
                    <a:pt x="84" y="76"/>
                    <a:pt x="84" y="76"/>
                  </a:cubicBezTo>
                  <a:cubicBezTo>
                    <a:pt x="84" y="80"/>
                    <a:pt x="84" y="80"/>
                    <a:pt x="84" y="80"/>
                  </a:cubicBezTo>
                  <a:cubicBezTo>
                    <a:pt x="94" y="80"/>
                    <a:pt x="94" y="80"/>
                    <a:pt x="94" y="80"/>
                  </a:cubicBezTo>
                  <a:cubicBezTo>
                    <a:pt x="97" y="80"/>
                    <a:pt x="100" y="83"/>
                    <a:pt x="100" y="86"/>
                  </a:cubicBezTo>
                  <a:cubicBezTo>
                    <a:pt x="100" y="89"/>
                    <a:pt x="97" y="92"/>
                    <a:pt x="94" y="92"/>
                  </a:cubicBezTo>
                  <a:cubicBezTo>
                    <a:pt x="80" y="92"/>
                    <a:pt x="80" y="92"/>
                    <a:pt x="80" y="92"/>
                  </a:cubicBezTo>
                  <a:cubicBezTo>
                    <a:pt x="80" y="92"/>
                    <a:pt x="80" y="92"/>
                    <a:pt x="80" y="92"/>
                  </a:cubicBezTo>
                  <a:cubicBezTo>
                    <a:pt x="80" y="96"/>
                    <a:pt x="80" y="96"/>
                    <a:pt x="80" y="96"/>
                  </a:cubicBezTo>
                  <a:cubicBezTo>
                    <a:pt x="86" y="96"/>
                    <a:pt x="86" y="96"/>
                    <a:pt x="86" y="96"/>
                  </a:cubicBezTo>
                  <a:cubicBezTo>
                    <a:pt x="89" y="96"/>
                    <a:pt x="92" y="99"/>
                    <a:pt x="92" y="102"/>
                  </a:cubicBezTo>
                  <a:cubicBezTo>
                    <a:pt x="92" y="105"/>
                    <a:pt x="89" y="108"/>
                    <a:pt x="86" y="108"/>
                  </a:cubicBezTo>
                  <a:cubicBezTo>
                    <a:pt x="71" y="108"/>
                    <a:pt x="71" y="108"/>
                    <a:pt x="71" y="108"/>
                  </a:cubicBezTo>
                  <a:cubicBezTo>
                    <a:pt x="56" y="108"/>
                    <a:pt x="56" y="108"/>
                    <a:pt x="56" y="108"/>
                  </a:cubicBezTo>
                  <a:cubicBezTo>
                    <a:pt x="32" y="100"/>
                    <a:pt x="32" y="100"/>
                    <a:pt x="32" y="100"/>
                  </a:cubicBezTo>
                  <a:cubicBezTo>
                    <a:pt x="8" y="100"/>
                    <a:pt x="8" y="100"/>
                    <a:pt x="8" y="100"/>
                  </a:cubicBezTo>
                  <a:cubicBezTo>
                    <a:pt x="6" y="100"/>
                    <a:pt x="4" y="98"/>
                    <a:pt x="4" y="96"/>
                  </a:cubicBezTo>
                  <a:cubicBezTo>
                    <a:pt x="4" y="52"/>
                    <a:pt x="4" y="52"/>
                    <a:pt x="4" y="52"/>
                  </a:cubicBezTo>
                  <a:cubicBezTo>
                    <a:pt x="4" y="50"/>
                    <a:pt x="6" y="48"/>
                    <a:pt x="8" y="48"/>
                  </a:cubicBezTo>
                  <a:cubicBezTo>
                    <a:pt x="34" y="48"/>
                    <a:pt x="34" y="48"/>
                    <a:pt x="34" y="48"/>
                  </a:cubicBezTo>
                  <a:cubicBezTo>
                    <a:pt x="34" y="48"/>
                    <a:pt x="34" y="48"/>
                    <a:pt x="34" y="4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9" name="Freeform 13"/>
            <p:cNvSpPr>
              <a:spLocks noEditPoints="1"/>
            </p:cNvSpPr>
            <p:nvPr/>
          </p:nvSpPr>
          <p:spPr bwMode="auto">
            <a:xfrm>
              <a:off x="7408864" y="3550345"/>
              <a:ext cx="292100" cy="292100"/>
            </a:xfrm>
            <a:custGeom>
              <a:avLst/>
              <a:gdLst>
                <a:gd name="T0" fmla="*/ 69 w 112"/>
                <a:gd name="T1" fmla="*/ 0 h 112"/>
                <a:gd name="T2" fmla="*/ 86 w 112"/>
                <a:gd name="T3" fmla="*/ 0 h 112"/>
                <a:gd name="T4" fmla="*/ 96 w 112"/>
                <a:gd name="T5" fmla="*/ 10 h 112"/>
                <a:gd name="T6" fmla="*/ 94 w 112"/>
                <a:gd name="T7" fmla="*/ 16 h 112"/>
                <a:gd name="T8" fmla="*/ 104 w 112"/>
                <a:gd name="T9" fmla="*/ 26 h 112"/>
                <a:gd name="T10" fmla="*/ 101 w 112"/>
                <a:gd name="T11" fmla="*/ 33 h 112"/>
                <a:gd name="T12" fmla="*/ 101 w 112"/>
                <a:gd name="T13" fmla="*/ 33 h 112"/>
                <a:gd name="T14" fmla="*/ 108 w 112"/>
                <a:gd name="T15" fmla="*/ 42 h 112"/>
                <a:gd name="T16" fmla="*/ 105 w 112"/>
                <a:gd name="T17" fmla="*/ 49 h 112"/>
                <a:gd name="T18" fmla="*/ 112 w 112"/>
                <a:gd name="T19" fmla="*/ 58 h 112"/>
                <a:gd name="T20" fmla="*/ 102 w 112"/>
                <a:gd name="T21" fmla="*/ 68 h 112"/>
                <a:gd name="T22" fmla="*/ 78 w 112"/>
                <a:gd name="T23" fmla="*/ 68 h 112"/>
                <a:gd name="T24" fmla="*/ 64 w 112"/>
                <a:gd name="T25" fmla="*/ 112 h 112"/>
                <a:gd name="T26" fmla="*/ 50 w 112"/>
                <a:gd name="T27" fmla="*/ 81 h 112"/>
                <a:gd name="T28" fmla="*/ 32 w 112"/>
                <a:gd name="T29" fmla="*/ 68 h 112"/>
                <a:gd name="T30" fmla="*/ 8 w 112"/>
                <a:gd name="T31" fmla="*/ 68 h 112"/>
                <a:gd name="T32" fmla="*/ 0 w 112"/>
                <a:gd name="T33" fmla="*/ 60 h 112"/>
                <a:gd name="T34" fmla="*/ 0 w 112"/>
                <a:gd name="T35" fmla="*/ 16 h 112"/>
                <a:gd name="T36" fmla="*/ 8 w 112"/>
                <a:gd name="T37" fmla="*/ 8 h 112"/>
                <a:gd name="T38" fmla="*/ 32 w 112"/>
                <a:gd name="T39" fmla="*/ 8 h 112"/>
                <a:gd name="T40" fmla="*/ 56 w 112"/>
                <a:gd name="T41" fmla="*/ 0 h 112"/>
                <a:gd name="T42" fmla="*/ 69 w 112"/>
                <a:gd name="T43" fmla="*/ 0 h 112"/>
                <a:gd name="T44" fmla="*/ 34 w 112"/>
                <a:gd name="T45" fmla="*/ 64 h 112"/>
                <a:gd name="T46" fmla="*/ 53 w 112"/>
                <a:gd name="T47" fmla="*/ 79 h 112"/>
                <a:gd name="T48" fmla="*/ 64 w 112"/>
                <a:gd name="T49" fmla="*/ 108 h 112"/>
                <a:gd name="T50" fmla="*/ 73 w 112"/>
                <a:gd name="T51" fmla="*/ 64 h 112"/>
                <a:gd name="T52" fmla="*/ 73 w 112"/>
                <a:gd name="T53" fmla="*/ 64 h 112"/>
                <a:gd name="T54" fmla="*/ 102 w 112"/>
                <a:gd name="T55" fmla="*/ 64 h 112"/>
                <a:gd name="T56" fmla="*/ 108 w 112"/>
                <a:gd name="T57" fmla="*/ 58 h 112"/>
                <a:gd name="T58" fmla="*/ 102 w 112"/>
                <a:gd name="T59" fmla="*/ 52 h 112"/>
                <a:gd name="T60" fmla="*/ 88 w 112"/>
                <a:gd name="T61" fmla="*/ 52 h 112"/>
                <a:gd name="T62" fmla="*/ 88 w 112"/>
                <a:gd name="T63" fmla="*/ 48 h 112"/>
                <a:gd name="T64" fmla="*/ 98 w 112"/>
                <a:gd name="T65" fmla="*/ 48 h 112"/>
                <a:gd name="T66" fmla="*/ 104 w 112"/>
                <a:gd name="T67" fmla="*/ 42 h 112"/>
                <a:gd name="T68" fmla="*/ 98 w 112"/>
                <a:gd name="T69" fmla="*/ 36 h 112"/>
                <a:gd name="T70" fmla="*/ 84 w 112"/>
                <a:gd name="T71" fmla="*/ 36 h 112"/>
                <a:gd name="T72" fmla="*/ 84 w 112"/>
                <a:gd name="T73" fmla="*/ 36 h 112"/>
                <a:gd name="T74" fmla="*/ 84 w 112"/>
                <a:gd name="T75" fmla="*/ 32 h 112"/>
                <a:gd name="T76" fmla="*/ 94 w 112"/>
                <a:gd name="T77" fmla="*/ 32 h 112"/>
                <a:gd name="T78" fmla="*/ 100 w 112"/>
                <a:gd name="T79" fmla="*/ 26 h 112"/>
                <a:gd name="T80" fmla="*/ 94 w 112"/>
                <a:gd name="T81" fmla="*/ 20 h 112"/>
                <a:gd name="T82" fmla="*/ 80 w 112"/>
                <a:gd name="T83" fmla="*/ 20 h 112"/>
                <a:gd name="T84" fmla="*/ 80 w 112"/>
                <a:gd name="T85" fmla="*/ 20 h 112"/>
                <a:gd name="T86" fmla="*/ 80 w 112"/>
                <a:gd name="T87" fmla="*/ 16 h 112"/>
                <a:gd name="T88" fmla="*/ 86 w 112"/>
                <a:gd name="T89" fmla="*/ 16 h 112"/>
                <a:gd name="T90" fmla="*/ 92 w 112"/>
                <a:gd name="T91" fmla="*/ 10 h 112"/>
                <a:gd name="T92" fmla="*/ 86 w 112"/>
                <a:gd name="T93" fmla="*/ 4 h 112"/>
                <a:gd name="T94" fmla="*/ 71 w 112"/>
                <a:gd name="T95" fmla="*/ 4 h 112"/>
                <a:gd name="T96" fmla="*/ 56 w 112"/>
                <a:gd name="T97" fmla="*/ 4 h 112"/>
                <a:gd name="T98" fmla="*/ 32 w 112"/>
                <a:gd name="T99" fmla="*/ 12 h 112"/>
                <a:gd name="T100" fmla="*/ 8 w 112"/>
                <a:gd name="T101" fmla="*/ 12 h 112"/>
                <a:gd name="T102" fmla="*/ 4 w 112"/>
                <a:gd name="T103" fmla="*/ 16 h 112"/>
                <a:gd name="T104" fmla="*/ 4 w 112"/>
                <a:gd name="T105" fmla="*/ 60 h 112"/>
                <a:gd name="T106" fmla="*/ 8 w 112"/>
                <a:gd name="T107" fmla="*/ 64 h 112"/>
                <a:gd name="T108" fmla="*/ 34 w 112"/>
                <a:gd name="T109" fmla="*/ 64 h 112"/>
                <a:gd name="T110" fmla="*/ 34 w 112"/>
                <a:gd name="T111" fmla="*/ 6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 h="112">
                  <a:moveTo>
                    <a:pt x="69" y="0"/>
                  </a:moveTo>
                  <a:cubicBezTo>
                    <a:pt x="86" y="0"/>
                    <a:pt x="86" y="0"/>
                    <a:pt x="86" y="0"/>
                  </a:cubicBezTo>
                  <a:cubicBezTo>
                    <a:pt x="92" y="0"/>
                    <a:pt x="96" y="4"/>
                    <a:pt x="96" y="10"/>
                  </a:cubicBezTo>
                  <a:cubicBezTo>
                    <a:pt x="96" y="12"/>
                    <a:pt x="95" y="14"/>
                    <a:pt x="94" y="16"/>
                  </a:cubicBezTo>
                  <a:cubicBezTo>
                    <a:pt x="100" y="16"/>
                    <a:pt x="104" y="20"/>
                    <a:pt x="104" y="26"/>
                  </a:cubicBezTo>
                  <a:cubicBezTo>
                    <a:pt x="104" y="29"/>
                    <a:pt x="103" y="31"/>
                    <a:pt x="101" y="33"/>
                  </a:cubicBezTo>
                  <a:cubicBezTo>
                    <a:pt x="101" y="33"/>
                    <a:pt x="101" y="33"/>
                    <a:pt x="101" y="33"/>
                  </a:cubicBezTo>
                  <a:cubicBezTo>
                    <a:pt x="105" y="34"/>
                    <a:pt x="108" y="38"/>
                    <a:pt x="108" y="42"/>
                  </a:cubicBezTo>
                  <a:cubicBezTo>
                    <a:pt x="108" y="45"/>
                    <a:pt x="107" y="47"/>
                    <a:pt x="105" y="49"/>
                  </a:cubicBezTo>
                  <a:cubicBezTo>
                    <a:pt x="109" y="50"/>
                    <a:pt x="112" y="54"/>
                    <a:pt x="112" y="58"/>
                  </a:cubicBezTo>
                  <a:cubicBezTo>
                    <a:pt x="112" y="64"/>
                    <a:pt x="108" y="68"/>
                    <a:pt x="102" y="68"/>
                  </a:cubicBezTo>
                  <a:cubicBezTo>
                    <a:pt x="78" y="68"/>
                    <a:pt x="78" y="68"/>
                    <a:pt x="78" y="68"/>
                  </a:cubicBezTo>
                  <a:cubicBezTo>
                    <a:pt x="82" y="88"/>
                    <a:pt x="80" y="112"/>
                    <a:pt x="64" y="112"/>
                  </a:cubicBezTo>
                  <a:cubicBezTo>
                    <a:pt x="48" y="112"/>
                    <a:pt x="56" y="93"/>
                    <a:pt x="50" y="81"/>
                  </a:cubicBezTo>
                  <a:cubicBezTo>
                    <a:pt x="44" y="69"/>
                    <a:pt x="32" y="68"/>
                    <a:pt x="32" y="68"/>
                  </a:cubicBezTo>
                  <a:cubicBezTo>
                    <a:pt x="8" y="68"/>
                    <a:pt x="8" y="68"/>
                    <a:pt x="8" y="68"/>
                  </a:cubicBezTo>
                  <a:cubicBezTo>
                    <a:pt x="4" y="68"/>
                    <a:pt x="0" y="64"/>
                    <a:pt x="0" y="60"/>
                  </a:cubicBezTo>
                  <a:cubicBezTo>
                    <a:pt x="0" y="16"/>
                    <a:pt x="0" y="16"/>
                    <a:pt x="0" y="16"/>
                  </a:cubicBezTo>
                  <a:cubicBezTo>
                    <a:pt x="0" y="12"/>
                    <a:pt x="4" y="8"/>
                    <a:pt x="8" y="8"/>
                  </a:cubicBezTo>
                  <a:cubicBezTo>
                    <a:pt x="32" y="8"/>
                    <a:pt x="32" y="8"/>
                    <a:pt x="32" y="8"/>
                  </a:cubicBezTo>
                  <a:cubicBezTo>
                    <a:pt x="56" y="0"/>
                    <a:pt x="56" y="0"/>
                    <a:pt x="56" y="0"/>
                  </a:cubicBezTo>
                  <a:cubicBezTo>
                    <a:pt x="69" y="0"/>
                    <a:pt x="69" y="0"/>
                    <a:pt x="69" y="0"/>
                  </a:cubicBezTo>
                  <a:close/>
                  <a:moveTo>
                    <a:pt x="34" y="64"/>
                  </a:moveTo>
                  <a:cubicBezTo>
                    <a:pt x="34" y="64"/>
                    <a:pt x="47" y="67"/>
                    <a:pt x="53" y="79"/>
                  </a:cubicBezTo>
                  <a:cubicBezTo>
                    <a:pt x="60" y="91"/>
                    <a:pt x="53" y="108"/>
                    <a:pt x="64" y="108"/>
                  </a:cubicBezTo>
                  <a:cubicBezTo>
                    <a:pt x="77" y="108"/>
                    <a:pt x="78" y="86"/>
                    <a:pt x="73" y="64"/>
                  </a:cubicBezTo>
                  <a:cubicBezTo>
                    <a:pt x="73" y="64"/>
                    <a:pt x="73" y="64"/>
                    <a:pt x="73" y="64"/>
                  </a:cubicBezTo>
                  <a:cubicBezTo>
                    <a:pt x="102" y="64"/>
                    <a:pt x="102" y="64"/>
                    <a:pt x="102" y="64"/>
                  </a:cubicBezTo>
                  <a:cubicBezTo>
                    <a:pt x="105" y="64"/>
                    <a:pt x="108" y="61"/>
                    <a:pt x="108" y="58"/>
                  </a:cubicBezTo>
                  <a:cubicBezTo>
                    <a:pt x="108" y="55"/>
                    <a:pt x="105" y="52"/>
                    <a:pt x="102" y="52"/>
                  </a:cubicBezTo>
                  <a:cubicBezTo>
                    <a:pt x="88" y="52"/>
                    <a:pt x="88" y="52"/>
                    <a:pt x="88" y="52"/>
                  </a:cubicBezTo>
                  <a:cubicBezTo>
                    <a:pt x="88" y="48"/>
                    <a:pt x="88" y="48"/>
                    <a:pt x="88" y="48"/>
                  </a:cubicBezTo>
                  <a:cubicBezTo>
                    <a:pt x="98" y="48"/>
                    <a:pt x="98" y="48"/>
                    <a:pt x="98" y="48"/>
                  </a:cubicBezTo>
                  <a:cubicBezTo>
                    <a:pt x="101" y="48"/>
                    <a:pt x="104" y="45"/>
                    <a:pt x="104" y="42"/>
                  </a:cubicBezTo>
                  <a:cubicBezTo>
                    <a:pt x="104" y="39"/>
                    <a:pt x="101" y="36"/>
                    <a:pt x="98" y="36"/>
                  </a:cubicBezTo>
                  <a:cubicBezTo>
                    <a:pt x="84" y="36"/>
                    <a:pt x="84" y="36"/>
                    <a:pt x="84" y="36"/>
                  </a:cubicBezTo>
                  <a:cubicBezTo>
                    <a:pt x="84" y="36"/>
                    <a:pt x="84" y="36"/>
                    <a:pt x="84" y="36"/>
                  </a:cubicBezTo>
                  <a:cubicBezTo>
                    <a:pt x="84" y="32"/>
                    <a:pt x="84" y="32"/>
                    <a:pt x="84" y="32"/>
                  </a:cubicBezTo>
                  <a:cubicBezTo>
                    <a:pt x="94" y="32"/>
                    <a:pt x="94" y="32"/>
                    <a:pt x="94" y="32"/>
                  </a:cubicBezTo>
                  <a:cubicBezTo>
                    <a:pt x="97" y="32"/>
                    <a:pt x="100" y="29"/>
                    <a:pt x="100" y="26"/>
                  </a:cubicBezTo>
                  <a:cubicBezTo>
                    <a:pt x="100" y="23"/>
                    <a:pt x="97" y="20"/>
                    <a:pt x="94" y="20"/>
                  </a:cubicBezTo>
                  <a:cubicBezTo>
                    <a:pt x="80" y="20"/>
                    <a:pt x="80" y="20"/>
                    <a:pt x="80" y="20"/>
                  </a:cubicBezTo>
                  <a:cubicBezTo>
                    <a:pt x="80" y="20"/>
                    <a:pt x="80" y="20"/>
                    <a:pt x="80" y="20"/>
                  </a:cubicBezTo>
                  <a:cubicBezTo>
                    <a:pt x="80" y="16"/>
                    <a:pt x="80" y="16"/>
                    <a:pt x="80" y="16"/>
                  </a:cubicBezTo>
                  <a:cubicBezTo>
                    <a:pt x="86" y="16"/>
                    <a:pt x="86" y="16"/>
                    <a:pt x="86" y="16"/>
                  </a:cubicBezTo>
                  <a:cubicBezTo>
                    <a:pt x="89" y="16"/>
                    <a:pt x="92" y="13"/>
                    <a:pt x="92" y="10"/>
                  </a:cubicBezTo>
                  <a:cubicBezTo>
                    <a:pt x="92" y="7"/>
                    <a:pt x="89" y="4"/>
                    <a:pt x="86" y="4"/>
                  </a:cubicBezTo>
                  <a:cubicBezTo>
                    <a:pt x="71" y="4"/>
                    <a:pt x="71" y="4"/>
                    <a:pt x="71" y="4"/>
                  </a:cubicBezTo>
                  <a:cubicBezTo>
                    <a:pt x="56" y="4"/>
                    <a:pt x="56" y="4"/>
                    <a:pt x="56" y="4"/>
                  </a:cubicBezTo>
                  <a:cubicBezTo>
                    <a:pt x="32" y="12"/>
                    <a:pt x="32" y="12"/>
                    <a:pt x="32" y="12"/>
                  </a:cubicBezTo>
                  <a:cubicBezTo>
                    <a:pt x="8" y="12"/>
                    <a:pt x="8" y="12"/>
                    <a:pt x="8" y="12"/>
                  </a:cubicBezTo>
                  <a:cubicBezTo>
                    <a:pt x="6" y="12"/>
                    <a:pt x="4" y="14"/>
                    <a:pt x="4" y="16"/>
                  </a:cubicBezTo>
                  <a:cubicBezTo>
                    <a:pt x="4" y="60"/>
                    <a:pt x="4" y="60"/>
                    <a:pt x="4" y="60"/>
                  </a:cubicBezTo>
                  <a:cubicBezTo>
                    <a:pt x="4" y="62"/>
                    <a:pt x="6" y="64"/>
                    <a:pt x="8" y="64"/>
                  </a:cubicBezTo>
                  <a:cubicBezTo>
                    <a:pt x="34" y="64"/>
                    <a:pt x="34" y="64"/>
                    <a:pt x="34" y="64"/>
                  </a:cubicBezTo>
                  <a:cubicBezTo>
                    <a:pt x="34" y="64"/>
                    <a:pt x="34" y="64"/>
                    <a:pt x="34"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0" name="Freeform 14"/>
            <p:cNvSpPr>
              <a:spLocks noEditPoints="1"/>
            </p:cNvSpPr>
            <p:nvPr/>
          </p:nvSpPr>
          <p:spPr bwMode="auto">
            <a:xfrm>
              <a:off x="8501667" y="4868321"/>
              <a:ext cx="265113" cy="303213"/>
            </a:xfrm>
            <a:custGeom>
              <a:avLst/>
              <a:gdLst>
                <a:gd name="T0" fmla="*/ 92 w 102"/>
                <a:gd name="T1" fmla="*/ 48 h 116"/>
                <a:gd name="T2" fmla="*/ 86 w 102"/>
                <a:gd name="T3" fmla="*/ 50 h 116"/>
                <a:gd name="T4" fmla="*/ 86 w 102"/>
                <a:gd name="T5" fmla="*/ 50 h 116"/>
                <a:gd name="T6" fmla="*/ 76 w 102"/>
                <a:gd name="T7" fmla="*/ 40 h 116"/>
                <a:gd name="T8" fmla="*/ 70 w 102"/>
                <a:gd name="T9" fmla="*/ 42 h 116"/>
                <a:gd name="T10" fmla="*/ 70 w 102"/>
                <a:gd name="T11" fmla="*/ 14 h 116"/>
                <a:gd name="T12" fmla="*/ 61 w 102"/>
                <a:gd name="T13" fmla="*/ 4 h 116"/>
                <a:gd name="T14" fmla="*/ 53 w 102"/>
                <a:gd name="T15" fmla="*/ 10 h 116"/>
                <a:gd name="T16" fmla="*/ 46 w 102"/>
                <a:gd name="T17" fmla="*/ 8 h 116"/>
                <a:gd name="T18" fmla="*/ 37 w 102"/>
                <a:gd name="T19" fmla="*/ 16 h 116"/>
                <a:gd name="T20" fmla="*/ 8 w 102"/>
                <a:gd name="T21" fmla="*/ 16 h 116"/>
                <a:gd name="T22" fmla="*/ 21 w 102"/>
                <a:gd name="T23" fmla="*/ 3 h 116"/>
                <a:gd name="T24" fmla="*/ 18 w 102"/>
                <a:gd name="T25" fmla="*/ 0 h 116"/>
                <a:gd name="T26" fmla="*/ 0 w 102"/>
                <a:gd name="T27" fmla="*/ 18 h 116"/>
                <a:gd name="T28" fmla="*/ 18 w 102"/>
                <a:gd name="T29" fmla="*/ 36 h 116"/>
                <a:gd name="T30" fmla="*/ 21 w 102"/>
                <a:gd name="T31" fmla="*/ 33 h 116"/>
                <a:gd name="T32" fmla="*/ 8 w 102"/>
                <a:gd name="T33" fmla="*/ 20 h 116"/>
                <a:gd name="T34" fmla="*/ 34 w 102"/>
                <a:gd name="T35" fmla="*/ 20 h 116"/>
                <a:gd name="T36" fmla="*/ 34 w 102"/>
                <a:gd name="T37" fmla="*/ 53 h 116"/>
                <a:gd name="T38" fmla="*/ 13 w 102"/>
                <a:gd name="T39" fmla="*/ 46 h 116"/>
                <a:gd name="T40" fmla="*/ 35 w 102"/>
                <a:gd name="T41" fmla="*/ 94 h 116"/>
                <a:gd name="T42" fmla="*/ 69 w 102"/>
                <a:gd name="T43" fmla="*/ 116 h 116"/>
                <a:gd name="T44" fmla="*/ 102 w 102"/>
                <a:gd name="T45" fmla="*/ 82 h 116"/>
                <a:gd name="T46" fmla="*/ 102 w 102"/>
                <a:gd name="T47" fmla="*/ 58 h 116"/>
                <a:gd name="T48" fmla="*/ 92 w 102"/>
                <a:gd name="T49" fmla="*/ 48 h 116"/>
                <a:gd name="T50" fmla="*/ 98 w 102"/>
                <a:gd name="T51" fmla="*/ 67 h 116"/>
                <a:gd name="T52" fmla="*/ 98 w 102"/>
                <a:gd name="T53" fmla="*/ 82 h 116"/>
                <a:gd name="T54" fmla="*/ 69 w 102"/>
                <a:gd name="T55" fmla="*/ 112 h 116"/>
                <a:gd name="T56" fmla="*/ 39 w 102"/>
                <a:gd name="T57" fmla="*/ 92 h 116"/>
                <a:gd name="T58" fmla="*/ 15 w 102"/>
                <a:gd name="T59" fmla="*/ 49 h 116"/>
                <a:gd name="T60" fmla="*/ 38 w 102"/>
                <a:gd name="T61" fmla="*/ 63 h 116"/>
                <a:gd name="T62" fmla="*/ 38 w 102"/>
                <a:gd name="T63" fmla="*/ 18 h 116"/>
                <a:gd name="T64" fmla="*/ 44 w 102"/>
                <a:gd name="T65" fmla="*/ 12 h 116"/>
                <a:gd name="T66" fmla="*/ 50 w 102"/>
                <a:gd name="T67" fmla="*/ 18 h 116"/>
                <a:gd name="T68" fmla="*/ 50 w 102"/>
                <a:gd name="T69" fmla="*/ 60 h 116"/>
                <a:gd name="T70" fmla="*/ 54 w 102"/>
                <a:gd name="T71" fmla="*/ 60 h 116"/>
                <a:gd name="T72" fmla="*/ 54 w 102"/>
                <a:gd name="T73" fmla="*/ 14 h 116"/>
                <a:gd name="T74" fmla="*/ 60 w 102"/>
                <a:gd name="T75" fmla="*/ 8 h 116"/>
                <a:gd name="T76" fmla="*/ 66 w 102"/>
                <a:gd name="T77" fmla="*/ 14 h 116"/>
                <a:gd name="T78" fmla="*/ 66 w 102"/>
                <a:gd name="T79" fmla="*/ 56 h 116"/>
                <a:gd name="T80" fmla="*/ 70 w 102"/>
                <a:gd name="T81" fmla="*/ 56 h 116"/>
                <a:gd name="T82" fmla="*/ 70 w 102"/>
                <a:gd name="T83" fmla="*/ 50 h 116"/>
                <a:gd name="T84" fmla="*/ 76 w 102"/>
                <a:gd name="T85" fmla="*/ 44 h 116"/>
                <a:gd name="T86" fmla="*/ 82 w 102"/>
                <a:gd name="T87" fmla="*/ 50 h 116"/>
                <a:gd name="T88" fmla="*/ 82 w 102"/>
                <a:gd name="T89" fmla="*/ 60 h 116"/>
                <a:gd name="T90" fmla="*/ 86 w 102"/>
                <a:gd name="T91" fmla="*/ 60 h 116"/>
                <a:gd name="T92" fmla="*/ 86 w 102"/>
                <a:gd name="T93" fmla="*/ 58 h 116"/>
                <a:gd name="T94" fmla="*/ 92 w 102"/>
                <a:gd name="T95" fmla="*/ 52 h 116"/>
                <a:gd name="T96" fmla="*/ 98 w 102"/>
                <a:gd name="T97" fmla="*/ 58 h 116"/>
                <a:gd name="T98" fmla="*/ 98 w 102"/>
                <a:gd name="T99" fmla="*/ 6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116">
                  <a:moveTo>
                    <a:pt x="92" y="48"/>
                  </a:moveTo>
                  <a:cubicBezTo>
                    <a:pt x="90" y="48"/>
                    <a:pt x="90" y="49"/>
                    <a:pt x="86" y="50"/>
                  </a:cubicBezTo>
                  <a:cubicBezTo>
                    <a:pt x="86" y="50"/>
                    <a:pt x="86" y="50"/>
                    <a:pt x="86" y="50"/>
                  </a:cubicBezTo>
                  <a:cubicBezTo>
                    <a:pt x="86" y="44"/>
                    <a:pt x="82" y="40"/>
                    <a:pt x="76" y="40"/>
                  </a:cubicBezTo>
                  <a:cubicBezTo>
                    <a:pt x="74" y="40"/>
                    <a:pt x="74" y="41"/>
                    <a:pt x="70" y="42"/>
                  </a:cubicBezTo>
                  <a:cubicBezTo>
                    <a:pt x="70" y="14"/>
                    <a:pt x="70" y="14"/>
                    <a:pt x="70" y="14"/>
                  </a:cubicBezTo>
                  <a:cubicBezTo>
                    <a:pt x="70" y="8"/>
                    <a:pt x="67" y="4"/>
                    <a:pt x="61" y="4"/>
                  </a:cubicBezTo>
                  <a:cubicBezTo>
                    <a:pt x="57" y="4"/>
                    <a:pt x="54" y="6"/>
                    <a:pt x="53" y="10"/>
                  </a:cubicBezTo>
                  <a:cubicBezTo>
                    <a:pt x="51" y="9"/>
                    <a:pt x="49" y="8"/>
                    <a:pt x="46" y="8"/>
                  </a:cubicBezTo>
                  <a:cubicBezTo>
                    <a:pt x="41" y="8"/>
                    <a:pt x="38" y="8"/>
                    <a:pt x="37" y="16"/>
                  </a:cubicBezTo>
                  <a:cubicBezTo>
                    <a:pt x="8" y="16"/>
                    <a:pt x="8" y="16"/>
                    <a:pt x="8" y="16"/>
                  </a:cubicBezTo>
                  <a:cubicBezTo>
                    <a:pt x="21" y="3"/>
                    <a:pt x="21" y="3"/>
                    <a:pt x="21" y="3"/>
                  </a:cubicBezTo>
                  <a:cubicBezTo>
                    <a:pt x="18" y="0"/>
                    <a:pt x="18" y="0"/>
                    <a:pt x="18" y="0"/>
                  </a:cubicBezTo>
                  <a:cubicBezTo>
                    <a:pt x="0" y="18"/>
                    <a:pt x="0" y="18"/>
                    <a:pt x="0" y="18"/>
                  </a:cubicBezTo>
                  <a:cubicBezTo>
                    <a:pt x="18" y="36"/>
                    <a:pt x="18" y="36"/>
                    <a:pt x="18" y="36"/>
                  </a:cubicBezTo>
                  <a:cubicBezTo>
                    <a:pt x="21" y="33"/>
                    <a:pt x="21" y="33"/>
                    <a:pt x="21" y="33"/>
                  </a:cubicBezTo>
                  <a:cubicBezTo>
                    <a:pt x="8" y="20"/>
                    <a:pt x="8" y="20"/>
                    <a:pt x="8" y="20"/>
                  </a:cubicBezTo>
                  <a:cubicBezTo>
                    <a:pt x="34" y="20"/>
                    <a:pt x="34" y="20"/>
                    <a:pt x="34" y="20"/>
                  </a:cubicBezTo>
                  <a:cubicBezTo>
                    <a:pt x="34" y="53"/>
                    <a:pt x="34" y="53"/>
                    <a:pt x="34" y="53"/>
                  </a:cubicBezTo>
                  <a:cubicBezTo>
                    <a:pt x="26" y="46"/>
                    <a:pt x="19" y="40"/>
                    <a:pt x="13" y="46"/>
                  </a:cubicBezTo>
                  <a:cubicBezTo>
                    <a:pt x="5" y="54"/>
                    <a:pt x="22" y="70"/>
                    <a:pt x="35" y="94"/>
                  </a:cubicBezTo>
                  <a:cubicBezTo>
                    <a:pt x="44" y="110"/>
                    <a:pt x="57" y="116"/>
                    <a:pt x="69" y="116"/>
                  </a:cubicBezTo>
                  <a:cubicBezTo>
                    <a:pt x="88" y="116"/>
                    <a:pt x="102" y="101"/>
                    <a:pt x="102" y="82"/>
                  </a:cubicBezTo>
                  <a:cubicBezTo>
                    <a:pt x="102" y="58"/>
                    <a:pt x="102" y="58"/>
                    <a:pt x="102" y="58"/>
                  </a:cubicBezTo>
                  <a:cubicBezTo>
                    <a:pt x="102" y="52"/>
                    <a:pt x="98" y="48"/>
                    <a:pt x="92" y="48"/>
                  </a:cubicBezTo>
                  <a:close/>
                  <a:moveTo>
                    <a:pt x="98" y="67"/>
                  </a:moveTo>
                  <a:cubicBezTo>
                    <a:pt x="98" y="82"/>
                    <a:pt x="98" y="82"/>
                    <a:pt x="98" y="82"/>
                  </a:cubicBezTo>
                  <a:cubicBezTo>
                    <a:pt x="98" y="98"/>
                    <a:pt x="86" y="112"/>
                    <a:pt x="69" y="112"/>
                  </a:cubicBezTo>
                  <a:cubicBezTo>
                    <a:pt x="54" y="112"/>
                    <a:pt x="46" y="104"/>
                    <a:pt x="39" y="92"/>
                  </a:cubicBezTo>
                  <a:cubicBezTo>
                    <a:pt x="23" y="65"/>
                    <a:pt x="11" y="53"/>
                    <a:pt x="15" y="49"/>
                  </a:cubicBezTo>
                  <a:cubicBezTo>
                    <a:pt x="20" y="45"/>
                    <a:pt x="30" y="54"/>
                    <a:pt x="38" y="63"/>
                  </a:cubicBezTo>
                  <a:cubicBezTo>
                    <a:pt x="38" y="18"/>
                    <a:pt x="38" y="18"/>
                    <a:pt x="38" y="18"/>
                  </a:cubicBezTo>
                  <a:cubicBezTo>
                    <a:pt x="38" y="14"/>
                    <a:pt x="41" y="12"/>
                    <a:pt x="44" y="12"/>
                  </a:cubicBezTo>
                  <a:cubicBezTo>
                    <a:pt x="47" y="12"/>
                    <a:pt x="50" y="14"/>
                    <a:pt x="50" y="18"/>
                  </a:cubicBezTo>
                  <a:cubicBezTo>
                    <a:pt x="50" y="60"/>
                    <a:pt x="50" y="60"/>
                    <a:pt x="50" y="60"/>
                  </a:cubicBezTo>
                  <a:cubicBezTo>
                    <a:pt x="54" y="60"/>
                    <a:pt x="54" y="60"/>
                    <a:pt x="54" y="60"/>
                  </a:cubicBezTo>
                  <a:cubicBezTo>
                    <a:pt x="54" y="14"/>
                    <a:pt x="54" y="14"/>
                    <a:pt x="54" y="14"/>
                  </a:cubicBezTo>
                  <a:cubicBezTo>
                    <a:pt x="54" y="10"/>
                    <a:pt x="57" y="8"/>
                    <a:pt x="60" y="8"/>
                  </a:cubicBezTo>
                  <a:cubicBezTo>
                    <a:pt x="63" y="8"/>
                    <a:pt x="66" y="10"/>
                    <a:pt x="66" y="14"/>
                  </a:cubicBezTo>
                  <a:cubicBezTo>
                    <a:pt x="66" y="56"/>
                    <a:pt x="66" y="56"/>
                    <a:pt x="66" y="56"/>
                  </a:cubicBezTo>
                  <a:cubicBezTo>
                    <a:pt x="70" y="56"/>
                    <a:pt x="70" y="56"/>
                    <a:pt x="70" y="56"/>
                  </a:cubicBezTo>
                  <a:cubicBezTo>
                    <a:pt x="70" y="50"/>
                    <a:pt x="70" y="50"/>
                    <a:pt x="70" y="50"/>
                  </a:cubicBezTo>
                  <a:cubicBezTo>
                    <a:pt x="70" y="46"/>
                    <a:pt x="73" y="44"/>
                    <a:pt x="76" y="44"/>
                  </a:cubicBezTo>
                  <a:cubicBezTo>
                    <a:pt x="79" y="44"/>
                    <a:pt x="82" y="46"/>
                    <a:pt x="82" y="50"/>
                  </a:cubicBezTo>
                  <a:cubicBezTo>
                    <a:pt x="82" y="60"/>
                    <a:pt x="82" y="60"/>
                    <a:pt x="82" y="60"/>
                  </a:cubicBezTo>
                  <a:cubicBezTo>
                    <a:pt x="86" y="60"/>
                    <a:pt x="86" y="60"/>
                    <a:pt x="86" y="60"/>
                  </a:cubicBezTo>
                  <a:cubicBezTo>
                    <a:pt x="86" y="58"/>
                    <a:pt x="86" y="58"/>
                    <a:pt x="86" y="58"/>
                  </a:cubicBezTo>
                  <a:cubicBezTo>
                    <a:pt x="86" y="54"/>
                    <a:pt x="89" y="52"/>
                    <a:pt x="92" y="52"/>
                  </a:cubicBezTo>
                  <a:cubicBezTo>
                    <a:pt x="95" y="52"/>
                    <a:pt x="98" y="54"/>
                    <a:pt x="98" y="58"/>
                  </a:cubicBezTo>
                  <a:lnTo>
                    <a:pt x="98" y="6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1" name="Freeform 15"/>
            <p:cNvSpPr>
              <a:spLocks noEditPoints="1"/>
            </p:cNvSpPr>
            <p:nvPr/>
          </p:nvSpPr>
          <p:spPr bwMode="auto">
            <a:xfrm>
              <a:off x="2189012" y="1023282"/>
              <a:ext cx="265113" cy="303213"/>
            </a:xfrm>
            <a:custGeom>
              <a:avLst/>
              <a:gdLst>
                <a:gd name="T0" fmla="*/ 66 w 102"/>
                <a:gd name="T1" fmla="*/ 20 h 116"/>
                <a:gd name="T2" fmla="*/ 94 w 102"/>
                <a:gd name="T3" fmla="*/ 20 h 116"/>
                <a:gd name="T4" fmla="*/ 81 w 102"/>
                <a:gd name="T5" fmla="*/ 33 h 116"/>
                <a:gd name="T6" fmla="*/ 84 w 102"/>
                <a:gd name="T7" fmla="*/ 36 h 116"/>
                <a:gd name="T8" fmla="*/ 102 w 102"/>
                <a:gd name="T9" fmla="*/ 18 h 116"/>
                <a:gd name="T10" fmla="*/ 84 w 102"/>
                <a:gd name="T11" fmla="*/ 0 h 116"/>
                <a:gd name="T12" fmla="*/ 81 w 102"/>
                <a:gd name="T13" fmla="*/ 3 h 116"/>
                <a:gd name="T14" fmla="*/ 94 w 102"/>
                <a:gd name="T15" fmla="*/ 16 h 116"/>
                <a:gd name="T16" fmla="*/ 66 w 102"/>
                <a:gd name="T17" fmla="*/ 16 h 116"/>
                <a:gd name="T18" fmla="*/ 66 w 102"/>
                <a:gd name="T19" fmla="*/ 14 h 116"/>
                <a:gd name="T20" fmla="*/ 56 w 102"/>
                <a:gd name="T21" fmla="*/ 4 h 116"/>
                <a:gd name="T22" fmla="*/ 47 w 102"/>
                <a:gd name="T23" fmla="*/ 11 h 116"/>
                <a:gd name="T24" fmla="*/ 40 w 102"/>
                <a:gd name="T25" fmla="*/ 8 h 116"/>
                <a:gd name="T26" fmla="*/ 30 w 102"/>
                <a:gd name="T27" fmla="*/ 18 h 116"/>
                <a:gd name="T28" fmla="*/ 30 w 102"/>
                <a:gd name="T29" fmla="*/ 53 h 116"/>
                <a:gd name="T30" fmla="*/ 30 w 102"/>
                <a:gd name="T31" fmla="*/ 53 h 116"/>
                <a:gd name="T32" fmla="*/ 8 w 102"/>
                <a:gd name="T33" fmla="*/ 46 h 116"/>
                <a:gd name="T34" fmla="*/ 30 w 102"/>
                <a:gd name="T35" fmla="*/ 94 h 116"/>
                <a:gd name="T36" fmla="*/ 64 w 102"/>
                <a:gd name="T37" fmla="*/ 116 h 116"/>
                <a:gd name="T38" fmla="*/ 98 w 102"/>
                <a:gd name="T39" fmla="*/ 82 h 116"/>
                <a:gd name="T40" fmla="*/ 98 w 102"/>
                <a:gd name="T41" fmla="*/ 58 h 116"/>
                <a:gd name="T42" fmla="*/ 88 w 102"/>
                <a:gd name="T43" fmla="*/ 48 h 116"/>
                <a:gd name="T44" fmla="*/ 82 w 102"/>
                <a:gd name="T45" fmla="*/ 50 h 116"/>
                <a:gd name="T46" fmla="*/ 82 w 102"/>
                <a:gd name="T47" fmla="*/ 50 h 116"/>
                <a:gd name="T48" fmla="*/ 72 w 102"/>
                <a:gd name="T49" fmla="*/ 40 h 116"/>
                <a:gd name="T50" fmla="*/ 66 w 102"/>
                <a:gd name="T51" fmla="*/ 42 h 116"/>
                <a:gd name="T52" fmla="*/ 66 w 102"/>
                <a:gd name="T53" fmla="*/ 20 h 116"/>
                <a:gd name="T54" fmla="*/ 64 w 102"/>
                <a:gd name="T55" fmla="*/ 112 h 116"/>
                <a:gd name="T56" fmla="*/ 33 w 102"/>
                <a:gd name="T57" fmla="*/ 92 h 116"/>
                <a:gd name="T58" fmla="*/ 11 w 102"/>
                <a:gd name="T59" fmla="*/ 49 h 116"/>
                <a:gd name="T60" fmla="*/ 34 w 102"/>
                <a:gd name="T61" fmla="*/ 63 h 116"/>
                <a:gd name="T62" fmla="*/ 34 w 102"/>
                <a:gd name="T63" fmla="*/ 18 h 116"/>
                <a:gd name="T64" fmla="*/ 40 w 102"/>
                <a:gd name="T65" fmla="*/ 12 h 116"/>
                <a:gd name="T66" fmla="*/ 46 w 102"/>
                <a:gd name="T67" fmla="*/ 18 h 116"/>
                <a:gd name="T68" fmla="*/ 46 w 102"/>
                <a:gd name="T69" fmla="*/ 60 h 116"/>
                <a:gd name="T70" fmla="*/ 50 w 102"/>
                <a:gd name="T71" fmla="*/ 60 h 116"/>
                <a:gd name="T72" fmla="*/ 50 w 102"/>
                <a:gd name="T73" fmla="*/ 14 h 116"/>
                <a:gd name="T74" fmla="*/ 56 w 102"/>
                <a:gd name="T75" fmla="*/ 8 h 116"/>
                <a:gd name="T76" fmla="*/ 62 w 102"/>
                <a:gd name="T77" fmla="*/ 14 h 116"/>
                <a:gd name="T78" fmla="*/ 62 w 102"/>
                <a:gd name="T79" fmla="*/ 56 h 116"/>
                <a:gd name="T80" fmla="*/ 66 w 102"/>
                <a:gd name="T81" fmla="*/ 56 h 116"/>
                <a:gd name="T82" fmla="*/ 66 w 102"/>
                <a:gd name="T83" fmla="*/ 50 h 116"/>
                <a:gd name="T84" fmla="*/ 72 w 102"/>
                <a:gd name="T85" fmla="*/ 44 h 116"/>
                <a:gd name="T86" fmla="*/ 78 w 102"/>
                <a:gd name="T87" fmla="*/ 50 h 116"/>
                <a:gd name="T88" fmla="*/ 78 w 102"/>
                <a:gd name="T89" fmla="*/ 60 h 116"/>
                <a:gd name="T90" fmla="*/ 82 w 102"/>
                <a:gd name="T91" fmla="*/ 60 h 116"/>
                <a:gd name="T92" fmla="*/ 82 w 102"/>
                <a:gd name="T93" fmla="*/ 58 h 116"/>
                <a:gd name="T94" fmla="*/ 88 w 102"/>
                <a:gd name="T95" fmla="*/ 52 h 116"/>
                <a:gd name="T96" fmla="*/ 94 w 102"/>
                <a:gd name="T97" fmla="*/ 58 h 116"/>
                <a:gd name="T98" fmla="*/ 94 w 102"/>
                <a:gd name="T99" fmla="*/ 67 h 116"/>
                <a:gd name="T100" fmla="*/ 94 w 102"/>
                <a:gd name="T101" fmla="*/ 82 h 116"/>
                <a:gd name="T102" fmla="*/ 64 w 102"/>
                <a:gd name="T10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2" h="116">
                  <a:moveTo>
                    <a:pt x="66" y="20"/>
                  </a:moveTo>
                  <a:cubicBezTo>
                    <a:pt x="94" y="20"/>
                    <a:pt x="94" y="20"/>
                    <a:pt x="94" y="20"/>
                  </a:cubicBezTo>
                  <a:cubicBezTo>
                    <a:pt x="81" y="33"/>
                    <a:pt x="81" y="33"/>
                    <a:pt x="81" y="33"/>
                  </a:cubicBezTo>
                  <a:cubicBezTo>
                    <a:pt x="84" y="36"/>
                    <a:pt x="84" y="36"/>
                    <a:pt x="84" y="36"/>
                  </a:cubicBezTo>
                  <a:cubicBezTo>
                    <a:pt x="102" y="18"/>
                    <a:pt x="102" y="18"/>
                    <a:pt x="102" y="18"/>
                  </a:cubicBezTo>
                  <a:cubicBezTo>
                    <a:pt x="84" y="0"/>
                    <a:pt x="84" y="0"/>
                    <a:pt x="84" y="0"/>
                  </a:cubicBezTo>
                  <a:cubicBezTo>
                    <a:pt x="81" y="3"/>
                    <a:pt x="81" y="3"/>
                    <a:pt x="81" y="3"/>
                  </a:cubicBezTo>
                  <a:cubicBezTo>
                    <a:pt x="94" y="16"/>
                    <a:pt x="94" y="16"/>
                    <a:pt x="94" y="16"/>
                  </a:cubicBezTo>
                  <a:cubicBezTo>
                    <a:pt x="66" y="16"/>
                    <a:pt x="66" y="16"/>
                    <a:pt x="66" y="16"/>
                  </a:cubicBezTo>
                  <a:cubicBezTo>
                    <a:pt x="66" y="14"/>
                    <a:pt x="66" y="14"/>
                    <a:pt x="66" y="14"/>
                  </a:cubicBezTo>
                  <a:cubicBezTo>
                    <a:pt x="66" y="8"/>
                    <a:pt x="62" y="4"/>
                    <a:pt x="56" y="4"/>
                  </a:cubicBezTo>
                  <a:cubicBezTo>
                    <a:pt x="52" y="4"/>
                    <a:pt x="48" y="7"/>
                    <a:pt x="47" y="11"/>
                  </a:cubicBezTo>
                  <a:cubicBezTo>
                    <a:pt x="45" y="9"/>
                    <a:pt x="43" y="8"/>
                    <a:pt x="40" y="8"/>
                  </a:cubicBezTo>
                  <a:cubicBezTo>
                    <a:pt x="35" y="8"/>
                    <a:pt x="30" y="12"/>
                    <a:pt x="30" y="18"/>
                  </a:cubicBezTo>
                  <a:cubicBezTo>
                    <a:pt x="30" y="53"/>
                    <a:pt x="30" y="53"/>
                    <a:pt x="30" y="53"/>
                  </a:cubicBezTo>
                  <a:cubicBezTo>
                    <a:pt x="30" y="53"/>
                    <a:pt x="30" y="53"/>
                    <a:pt x="30" y="53"/>
                  </a:cubicBezTo>
                  <a:cubicBezTo>
                    <a:pt x="22" y="46"/>
                    <a:pt x="13" y="41"/>
                    <a:pt x="8" y="46"/>
                  </a:cubicBezTo>
                  <a:cubicBezTo>
                    <a:pt x="0" y="54"/>
                    <a:pt x="16" y="70"/>
                    <a:pt x="30" y="94"/>
                  </a:cubicBezTo>
                  <a:cubicBezTo>
                    <a:pt x="39" y="110"/>
                    <a:pt x="52" y="116"/>
                    <a:pt x="64" y="116"/>
                  </a:cubicBezTo>
                  <a:cubicBezTo>
                    <a:pt x="83" y="116"/>
                    <a:pt x="98" y="101"/>
                    <a:pt x="98" y="82"/>
                  </a:cubicBezTo>
                  <a:cubicBezTo>
                    <a:pt x="98" y="58"/>
                    <a:pt x="98" y="58"/>
                    <a:pt x="98" y="58"/>
                  </a:cubicBezTo>
                  <a:cubicBezTo>
                    <a:pt x="98" y="53"/>
                    <a:pt x="94" y="48"/>
                    <a:pt x="88" y="48"/>
                  </a:cubicBezTo>
                  <a:cubicBezTo>
                    <a:pt x="86" y="48"/>
                    <a:pt x="84" y="49"/>
                    <a:pt x="82" y="50"/>
                  </a:cubicBezTo>
                  <a:cubicBezTo>
                    <a:pt x="82" y="50"/>
                    <a:pt x="82" y="50"/>
                    <a:pt x="82" y="50"/>
                  </a:cubicBezTo>
                  <a:cubicBezTo>
                    <a:pt x="82" y="44"/>
                    <a:pt x="78" y="40"/>
                    <a:pt x="72" y="40"/>
                  </a:cubicBezTo>
                  <a:cubicBezTo>
                    <a:pt x="70" y="40"/>
                    <a:pt x="68" y="41"/>
                    <a:pt x="66" y="42"/>
                  </a:cubicBezTo>
                  <a:cubicBezTo>
                    <a:pt x="66" y="20"/>
                    <a:pt x="66" y="20"/>
                    <a:pt x="66" y="20"/>
                  </a:cubicBezTo>
                  <a:close/>
                  <a:moveTo>
                    <a:pt x="64" y="112"/>
                  </a:moveTo>
                  <a:cubicBezTo>
                    <a:pt x="49" y="112"/>
                    <a:pt x="40" y="104"/>
                    <a:pt x="33" y="92"/>
                  </a:cubicBezTo>
                  <a:cubicBezTo>
                    <a:pt x="17" y="66"/>
                    <a:pt x="6" y="54"/>
                    <a:pt x="11" y="49"/>
                  </a:cubicBezTo>
                  <a:cubicBezTo>
                    <a:pt x="15" y="45"/>
                    <a:pt x="26" y="54"/>
                    <a:pt x="34" y="63"/>
                  </a:cubicBezTo>
                  <a:cubicBezTo>
                    <a:pt x="34" y="18"/>
                    <a:pt x="34" y="18"/>
                    <a:pt x="34" y="18"/>
                  </a:cubicBezTo>
                  <a:cubicBezTo>
                    <a:pt x="34" y="15"/>
                    <a:pt x="37" y="12"/>
                    <a:pt x="40" y="12"/>
                  </a:cubicBezTo>
                  <a:cubicBezTo>
                    <a:pt x="43" y="12"/>
                    <a:pt x="46" y="15"/>
                    <a:pt x="46" y="18"/>
                  </a:cubicBezTo>
                  <a:cubicBezTo>
                    <a:pt x="46" y="60"/>
                    <a:pt x="46" y="60"/>
                    <a:pt x="46" y="60"/>
                  </a:cubicBezTo>
                  <a:cubicBezTo>
                    <a:pt x="50" y="60"/>
                    <a:pt x="50" y="60"/>
                    <a:pt x="50" y="60"/>
                  </a:cubicBezTo>
                  <a:cubicBezTo>
                    <a:pt x="50" y="14"/>
                    <a:pt x="50" y="14"/>
                    <a:pt x="50" y="14"/>
                  </a:cubicBezTo>
                  <a:cubicBezTo>
                    <a:pt x="50" y="11"/>
                    <a:pt x="53" y="8"/>
                    <a:pt x="56" y="8"/>
                  </a:cubicBezTo>
                  <a:cubicBezTo>
                    <a:pt x="59" y="8"/>
                    <a:pt x="62" y="11"/>
                    <a:pt x="62" y="14"/>
                  </a:cubicBezTo>
                  <a:cubicBezTo>
                    <a:pt x="62" y="56"/>
                    <a:pt x="62" y="56"/>
                    <a:pt x="62" y="56"/>
                  </a:cubicBezTo>
                  <a:cubicBezTo>
                    <a:pt x="66" y="56"/>
                    <a:pt x="66" y="56"/>
                    <a:pt x="66" y="56"/>
                  </a:cubicBezTo>
                  <a:cubicBezTo>
                    <a:pt x="66" y="50"/>
                    <a:pt x="66" y="50"/>
                    <a:pt x="66" y="50"/>
                  </a:cubicBezTo>
                  <a:cubicBezTo>
                    <a:pt x="66" y="47"/>
                    <a:pt x="69" y="44"/>
                    <a:pt x="72" y="44"/>
                  </a:cubicBezTo>
                  <a:cubicBezTo>
                    <a:pt x="75" y="44"/>
                    <a:pt x="78" y="47"/>
                    <a:pt x="78" y="50"/>
                  </a:cubicBezTo>
                  <a:cubicBezTo>
                    <a:pt x="78" y="60"/>
                    <a:pt x="78" y="60"/>
                    <a:pt x="78" y="60"/>
                  </a:cubicBezTo>
                  <a:cubicBezTo>
                    <a:pt x="82" y="60"/>
                    <a:pt x="82" y="60"/>
                    <a:pt x="82" y="60"/>
                  </a:cubicBezTo>
                  <a:cubicBezTo>
                    <a:pt x="82" y="58"/>
                    <a:pt x="82" y="58"/>
                    <a:pt x="82" y="58"/>
                  </a:cubicBezTo>
                  <a:cubicBezTo>
                    <a:pt x="82" y="55"/>
                    <a:pt x="85" y="52"/>
                    <a:pt x="88" y="52"/>
                  </a:cubicBezTo>
                  <a:cubicBezTo>
                    <a:pt x="91" y="52"/>
                    <a:pt x="94" y="55"/>
                    <a:pt x="94" y="58"/>
                  </a:cubicBezTo>
                  <a:cubicBezTo>
                    <a:pt x="94" y="67"/>
                    <a:pt x="94" y="67"/>
                    <a:pt x="94" y="67"/>
                  </a:cubicBezTo>
                  <a:cubicBezTo>
                    <a:pt x="94" y="82"/>
                    <a:pt x="94" y="82"/>
                    <a:pt x="94" y="82"/>
                  </a:cubicBezTo>
                  <a:cubicBezTo>
                    <a:pt x="94" y="99"/>
                    <a:pt x="81" y="112"/>
                    <a:pt x="64"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2" name="Freeform 16"/>
            <p:cNvSpPr>
              <a:spLocks noEditPoints="1"/>
            </p:cNvSpPr>
            <p:nvPr/>
          </p:nvSpPr>
          <p:spPr bwMode="auto">
            <a:xfrm>
              <a:off x="9297948" y="2847899"/>
              <a:ext cx="254000" cy="292100"/>
            </a:xfrm>
            <a:custGeom>
              <a:avLst/>
              <a:gdLst>
                <a:gd name="T0" fmla="*/ 62 w 98"/>
                <a:gd name="T1" fmla="*/ 108 h 112"/>
                <a:gd name="T2" fmla="*/ 64 w 98"/>
                <a:gd name="T3" fmla="*/ 108 h 112"/>
                <a:gd name="T4" fmla="*/ 94 w 98"/>
                <a:gd name="T5" fmla="*/ 78 h 112"/>
                <a:gd name="T6" fmla="*/ 94 w 98"/>
                <a:gd name="T7" fmla="*/ 63 h 112"/>
                <a:gd name="T8" fmla="*/ 94 w 98"/>
                <a:gd name="T9" fmla="*/ 54 h 112"/>
                <a:gd name="T10" fmla="*/ 88 w 98"/>
                <a:gd name="T11" fmla="*/ 48 h 112"/>
                <a:gd name="T12" fmla="*/ 82 w 98"/>
                <a:gd name="T13" fmla="*/ 54 h 112"/>
                <a:gd name="T14" fmla="*/ 82 w 98"/>
                <a:gd name="T15" fmla="*/ 56 h 112"/>
                <a:gd name="T16" fmla="*/ 78 w 98"/>
                <a:gd name="T17" fmla="*/ 56 h 112"/>
                <a:gd name="T18" fmla="*/ 78 w 98"/>
                <a:gd name="T19" fmla="*/ 46 h 112"/>
                <a:gd name="T20" fmla="*/ 72 w 98"/>
                <a:gd name="T21" fmla="*/ 40 h 112"/>
                <a:gd name="T22" fmla="*/ 66 w 98"/>
                <a:gd name="T23" fmla="*/ 46 h 112"/>
                <a:gd name="T24" fmla="*/ 66 w 98"/>
                <a:gd name="T25" fmla="*/ 52 h 112"/>
                <a:gd name="T26" fmla="*/ 62 w 98"/>
                <a:gd name="T27" fmla="*/ 52 h 112"/>
                <a:gd name="T28" fmla="*/ 62 w 98"/>
                <a:gd name="T29" fmla="*/ 10 h 112"/>
                <a:gd name="T30" fmla="*/ 56 w 98"/>
                <a:gd name="T31" fmla="*/ 4 h 112"/>
                <a:gd name="T32" fmla="*/ 50 w 98"/>
                <a:gd name="T33" fmla="*/ 10 h 112"/>
                <a:gd name="T34" fmla="*/ 50 w 98"/>
                <a:gd name="T35" fmla="*/ 56 h 112"/>
                <a:gd name="T36" fmla="*/ 46 w 98"/>
                <a:gd name="T37" fmla="*/ 56 h 112"/>
                <a:gd name="T38" fmla="*/ 46 w 98"/>
                <a:gd name="T39" fmla="*/ 14 h 112"/>
                <a:gd name="T40" fmla="*/ 40 w 98"/>
                <a:gd name="T41" fmla="*/ 8 h 112"/>
                <a:gd name="T42" fmla="*/ 34 w 98"/>
                <a:gd name="T43" fmla="*/ 14 h 112"/>
                <a:gd name="T44" fmla="*/ 34 w 98"/>
                <a:gd name="T45" fmla="*/ 59 h 112"/>
                <a:gd name="T46" fmla="*/ 11 w 98"/>
                <a:gd name="T47" fmla="*/ 45 h 112"/>
                <a:gd name="T48" fmla="*/ 33 w 98"/>
                <a:gd name="T49" fmla="*/ 88 h 112"/>
                <a:gd name="T50" fmla="*/ 58 w 98"/>
                <a:gd name="T51" fmla="*/ 108 h 112"/>
                <a:gd name="T52" fmla="*/ 58 w 98"/>
                <a:gd name="T53" fmla="*/ 72 h 112"/>
                <a:gd name="T54" fmla="*/ 45 w 98"/>
                <a:gd name="T55" fmla="*/ 85 h 112"/>
                <a:gd name="T56" fmla="*/ 42 w 98"/>
                <a:gd name="T57" fmla="*/ 82 h 112"/>
                <a:gd name="T58" fmla="*/ 60 w 98"/>
                <a:gd name="T59" fmla="*/ 64 h 112"/>
                <a:gd name="T60" fmla="*/ 78 w 98"/>
                <a:gd name="T61" fmla="*/ 82 h 112"/>
                <a:gd name="T62" fmla="*/ 75 w 98"/>
                <a:gd name="T63" fmla="*/ 85 h 112"/>
                <a:gd name="T64" fmla="*/ 62 w 98"/>
                <a:gd name="T65" fmla="*/ 72 h 112"/>
                <a:gd name="T66" fmla="*/ 62 w 98"/>
                <a:gd name="T67" fmla="*/ 108 h 112"/>
                <a:gd name="T68" fmla="*/ 98 w 98"/>
                <a:gd name="T69" fmla="*/ 78 h 112"/>
                <a:gd name="T70" fmla="*/ 64 w 98"/>
                <a:gd name="T71" fmla="*/ 112 h 112"/>
                <a:gd name="T72" fmla="*/ 30 w 98"/>
                <a:gd name="T73" fmla="*/ 90 h 112"/>
                <a:gd name="T74" fmla="*/ 8 w 98"/>
                <a:gd name="T75" fmla="*/ 42 h 112"/>
                <a:gd name="T76" fmla="*/ 30 w 98"/>
                <a:gd name="T77" fmla="*/ 49 h 112"/>
                <a:gd name="T78" fmla="*/ 30 w 98"/>
                <a:gd name="T79" fmla="*/ 49 h 112"/>
                <a:gd name="T80" fmla="*/ 30 w 98"/>
                <a:gd name="T81" fmla="*/ 14 h 112"/>
                <a:gd name="T82" fmla="*/ 40 w 98"/>
                <a:gd name="T83" fmla="*/ 4 h 112"/>
                <a:gd name="T84" fmla="*/ 47 w 98"/>
                <a:gd name="T85" fmla="*/ 7 h 112"/>
                <a:gd name="T86" fmla="*/ 56 w 98"/>
                <a:gd name="T87" fmla="*/ 0 h 112"/>
                <a:gd name="T88" fmla="*/ 66 w 98"/>
                <a:gd name="T89" fmla="*/ 10 h 112"/>
                <a:gd name="T90" fmla="*/ 66 w 98"/>
                <a:gd name="T91" fmla="*/ 38 h 112"/>
                <a:gd name="T92" fmla="*/ 72 w 98"/>
                <a:gd name="T93" fmla="*/ 36 h 112"/>
                <a:gd name="T94" fmla="*/ 82 w 98"/>
                <a:gd name="T95" fmla="*/ 46 h 112"/>
                <a:gd name="T96" fmla="*/ 82 w 98"/>
                <a:gd name="T97" fmla="*/ 46 h 112"/>
                <a:gd name="T98" fmla="*/ 88 w 98"/>
                <a:gd name="T99" fmla="*/ 44 h 112"/>
                <a:gd name="T100" fmla="*/ 98 w 98"/>
                <a:gd name="T101" fmla="*/ 54 h 112"/>
                <a:gd name="T102" fmla="*/ 98 w 98"/>
                <a:gd name="T103" fmla="*/ 7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12">
                  <a:moveTo>
                    <a:pt x="62" y="108"/>
                  </a:moveTo>
                  <a:cubicBezTo>
                    <a:pt x="63" y="108"/>
                    <a:pt x="64" y="108"/>
                    <a:pt x="64" y="108"/>
                  </a:cubicBezTo>
                  <a:cubicBezTo>
                    <a:pt x="81" y="108"/>
                    <a:pt x="94" y="95"/>
                    <a:pt x="94" y="78"/>
                  </a:cubicBezTo>
                  <a:cubicBezTo>
                    <a:pt x="94" y="63"/>
                    <a:pt x="94" y="63"/>
                    <a:pt x="94" y="63"/>
                  </a:cubicBezTo>
                  <a:cubicBezTo>
                    <a:pt x="94" y="54"/>
                    <a:pt x="94" y="54"/>
                    <a:pt x="94" y="54"/>
                  </a:cubicBezTo>
                  <a:cubicBezTo>
                    <a:pt x="94" y="51"/>
                    <a:pt x="92" y="48"/>
                    <a:pt x="88" y="48"/>
                  </a:cubicBezTo>
                  <a:cubicBezTo>
                    <a:pt x="85" y="48"/>
                    <a:pt x="82" y="51"/>
                    <a:pt x="82" y="54"/>
                  </a:cubicBezTo>
                  <a:cubicBezTo>
                    <a:pt x="82" y="56"/>
                    <a:pt x="82" y="56"/>
                    <a:pt x="82" y="56"/>
                  </a:cubicBezTo>
                  <a:cubicBezTo>
                    <a:pt x="78" y="56"/>
                    <a:pt x="78" y="56"/>
                    <a:pt x="78" y="56"/>
                  </a:cubicBezTo>
                  <a:cubicBezTo>
                    <a:pt x="78" y="46"/>
                    <a:pt x="78" y="46"/>
                    <a:pt x="78" y="46"/>
                  </a:cubicBezTo>
                  <a:cubicBezTo>
                    <a:pt x="78" y="43"/>
                    <a:pt x="76" y="40"/>
                    <a:pt x="72" y="40"/>
                  </a:cubicBezTo>
                  <a:cubicBezTo>
                    <a:pt x="69" y="40"/>
                    <a:pt x="66" y="43"/>
                    <a:pt x="66" y="46"/>
                  </a:cubicBezTo>
                  <a:cubicBezTo>
                    <a:pt x="66" y="52"/>
                    <a:pt x="66" y="52"/>
                    <a:pt x="66" y="52"/>
                  </a:cubicBezTo>
                  <a:cubicBezTo>
                    <a:pt x="62" y="52"/>
                    <a:pt x="62" y="52"/>
                    <a:pt x="62" y="52"/>
                  </a:cubicBezTo>
                  <a:cubicBezTo>
                    <a:pt x="62" y="10"/>
                    <a:pt x="62" y="10"/>
                    <a:pt x="62" y="10"/>
                  </a:cubicBezTo>
                  <a:cubicBezTo>
                    <a:pt x="62" y="7"/>
                    <a:pt x="60" y="4"/>
                    <a:pt x="56" y="4"/>
                  </a:cubicBezTo>
                  <a:cubicBezTo>
                    <a:pt x="53" y="4"/>
                    <a:pt x="50" y="7"/>
                    <a:pt x="50" y="10"/>
                  </a:cubicBezTo>
                  <a:cubicBezTo>
                    <a:pt x="50" y="56"/>
                    <a:pt x="50" y="56"/>
                    <a:pt x="50" y="56"/>
                  </a:cubicBezTo>
                  <a:cubicBezTo>
                    <a:pt x="46" y="56"/>
                    <a:pt x="46" y="56"/>
                    <a:pt x="46" y="56"/>
                  </a:cubicBezTo>
                  <a:cubicBezTo>
                    <a:pt x="46" y="14"/>
                    <a:pt x="46" y="14"/>
                    <a:pt x="46" y="14"/>
                  </a:cubicBezTo>
                  <a:cubicBezTo>
                    <a:pt x="46" y="11"/>
                    <a:pt x="44" y="8"/>
                    <a:pt x="40" y="8"/>
                  </a:cubicBezTo>
                  <a:cubicBezTo>
                    <a:pt x="37" y="8"/>
                    <a:pt x="34" y="11"/>
                    <a:pt x="34" y="14"/>
                  </a:cubicBezTo>
                  <a:cubicBezTo>
                    <a:pt x="34" y="59"/>
                    <a:pt x="34" y="59"/>
                    <a:pt x="34" y="59"/>
                  </a:cubicBezTo>
                  <a:cubicBezTo>
                    <a:pt x="26" y="50"/>
                    <a:pt x="15" y="41"/>
                    <a:pt x="11" y="45"/>
                  </a:cubicBezTo>
                  <a:cubicBezTo>
                    <a:pt x="6" y="50"/>
                    <a:pt x="18" y="62"/>
                    <a:pt x="33" y="88"/>
                  </a:cubicBezTo>
                  <a:cubicBezTo>
                    <a:pt x="39" y="98"/>
                    <a:pt x="47" y="106"/>
                    <a:pt x="58" y="108"/>
                  </a:cubicBezTo>
                  <a:cubicBezTo>
                    <a:pt x="58" y="72"/>
                    <a:pt x="58" y="72"/>
                    <a:pt x="58" y="72"/>
                  </a:cubicBezTo>
                  <a:cubicBezTo>
                    <a:pt x="45" y="85"/>
                    <a:pt x="45" y="85"/>
                    <a:pt x="45" y="85"/>
                  </a:cubicBezTo>
                  <a:cubicBezTo>
                    <a:pt x="42" y="82"/>
                    <a:pt x="42" y="82"/>
                    <a:pt x="42" y="82"/>
                  </a:cubicBezTo>
                  <a:cubicBezTo>
                    <a:pt x="60" y="64"/>
                    <a:pt x="60" y="64"/>
                    <a:pt x="60" y="64"/>
                  </a:cubicBezTo>
                  <a:cubicBezTo>
                    <a:pt x="78" y="82"/>
                    <a:pt x="78" y="82"/>
                    <a:pt x="78" y="82"/>
                  </a:cubicBezTo>
                  <a:cubicBezTo>
                    <a:pt x="75" y="85"/>
                    <a:pt x="75" y="85"/>
                    <a:pt x="75" y="85"/>
                  </a:cubicBezTo>
                  <a:cubicBezTo>
                    <a:pt x="62" y="72"/>
                    <a:pt x="62" y="72"/>
                    <a:pt x="62" y="72"/>
                  </a:cubicBezTo>
                  <a:cubicBezTo>
                    <a:pt x="62" y="108"/>
                    <a:pt x="62" y="108"/>
                    <a:pt x="62" y="108"/>
                  </a:cubicBezTo>
                  <a:close/>
                  <a:moveTo>
                    <a:pt x="98" y="78"/>
                  </a:moveTo>
                  <a:cubicBezTo>
                    <a:pt x="98" y="97"/>
                    <a:pt x="83" y="112"/>
                    <a:pt x="64" y="112"/>
                  </a:cubicBezTo>
                  <a:cubicBezTo>
                    <a:pt x="52" y="112"/>
                    <a:pt x="39" y="106"/>
                    <a:pt x="30" y="90"/>
                  </a:cubicBezTo>
                  <a:cubicBezTo>
                    <a:pt x="17" y="66"/>
                    <a:pt x="0" y="50"/>
                    <a:pt x="8" y="42"/>
                  </a:cubicBezTo>
                  <a:cubicBezTo>
                    <a:pt x="14" y="37"/>
                    <a:pt x="22" y="42"/>
                    <a:pt x="30" y="49"/>
                  </a:cubicBezTo>
                  <a:cubicBezTo>
                    <a:pt x="30" y="49"/>
                    <a:pt x="30" y="49"/>
                    <a:pt x="30" y="49"/>
                  </a:cubicBezTo>
                  <a:cubicBezTo>
                    <a:pt x="30" y="14"/>
                    <a:pt x="30" y="14"/>
                    <a:pt x="30" y="14"/>
                  </a:cubicBezTo>
                  <a:cubicBezTo>
                    <a:pt x="30" y="8"/>
                    <a:pt x="35" y="4"/>
                    <a:pt x="40" y="4"/>
                  </a:cubicBezTo>
                  <a:cubicBezTo>
                    <a:pt x="43" y="4"/>
                    <a:pt x="45" y="5"/>
                    <a:pt x="47" y="7"/>
                  </a:cubicBezTo>
                  <a:cubicBezTo>
                    <a:pt x="48" y="3"/>
                    <a:pt x="52" y="0"/>
                    <a:pt x="56" y="0"/>
                  </a:cubicBezTo>
                  <a:cubicBezTo>
                    <a:pt x="62" y="0"/>
                    <a:pt x="66" y="4"/>
                    <a:pt x="66" y="10"/>
                  </a:cubicBezTo>
                  <a:cubicBezTo>
                    <a:pt x="66" y="38"/>
                    <a:pt x="66" y="38"/>
                    <a:pt x="66" y="38"/>
                  </a:cubicBezTo>
                  <a:cubicBezTo>
                    <a:pt x="68" y="37"/>
                    <a:pt x="70" y="36"/>
                    <a:pt x="72" y="36"/>
                  </a:cubicBezTo>
                  <a:cubicBezTo>
                    <a:pt x="78" y="36"/>
                    <a:pt x="82" y="40"/>
                    <a:pt x="82" y="46"/>
                  </a:cubicBezTo>
                  <a:cubicBezTo>
                    <a:pt x="82" y="46"/>
                    <a:pt x="82" y="46"/>
                    <a:pt x="82" y="46"/>
                  </a:cubicBezTo>
                  <a:cubicBezTo>
                    <a:pt x="84" y="45"/>
                    <a:pt x="86" y="44"/>
                    <a:pt x="88" y="44"/>
                  </a:cubicBezTo>
                  <a:cubicBezTo>
                    <a:pt x="94" y="44"/>
                    <a:pt x="98" y="49"/>
                    <a:pt x="98" y="54"/>
                  </a:cubicBezTo>
                  <a:cubicBezTo>
                    <a:pt x="98" y="78"/>
                    <a:pt x="98" y="78"/>
                    <a:pt x="98" y="7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3" name="Freeform 17"/>
            <p:cNvSpPr>
              <a:spLocks noEditPoints="1"/>
            </p:cNvSpPr>
            <p:nvPr/>
          </p:nvSpPr>
          <p:spPr bwMode="auto">
            <a:xfrm>
              <a:off x="10914920" y="5783450"/>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6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4 w 98"/>
                <a:gd name="T39" fmla="*/ 108 h 112"/>
                <a:gd name="T40" fmla="*/ 33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2 h 112"/>
                <a:gd name="T64" fmla="*/ 62 w 98"/>
                <a:gd name="T65" fmla="*/ 88 h 112"/>
                <a:gd name="T66" fmla="*/ 49 w 98"/>
                <a:gd name="T67" fmla="*/ 75 h 112"/>
                <a:gd name="T68" fmla="*/ 46 w 98"/>
                <a:gd name="T69" fmla="*/ 78 h 112"/>
                <a:gd name="T70" fmla="*/ 64 w 98"/>
                <a:gd name="T71" fmla="*/ 96 h 112"/>
                <a:gd name="T72" fmla="*/ 82 w 98"/>
                <a:gd name="T73" fmla="*/ 78 h 112"/>
                <a:gd name="T74" fmla="*/ 79 w 98"/>
                <a:gd name="T75" fmla="*/ 75 h 112"/>
                <a:gd name="T76" fmla="*/ 66 w 98"/>
                <a:gd name="T77" fmla="*/ 88 h 112"/>
                <a:gd name="T78" fmla="*/ 66 w 98"/>
                <a:gd name="T79" fmla="*/ 52 h 112"/>
                <a:gd name="T80" fmla="*/ 66 w 98"/>
                <a:gd name="T81" fmla="*/ 46 h 112"/>
                <a:gd name="T82" fmla="*/ 72 w 98"/>
                <a:gd name="T83" fmla="*/ 40 h 112"/>
                <a:gd name="T84" fmla="*/ 78 w 98"/>
                <a:gd name="T85" fmla="*/ 46 h 112"/>
                <a:gd name="T86" fmla="*/ 78 w 98"/>
                <a:gd name="T87" fmla="*/ 58 h 112"/>
                <a:gd name="T88" fmla="*/ 82 w 98"/>
                <a:gd name="T89" fmla="*/ 58 h 112"/>
                <a:gd name="T90" fmla="*/ 82 w 98"/>
                <a:gd name="T91" fmla="*/ 54 h 112"/>
                <a:gd name="T92" fmla="*/ 88 w 98"/>
                <a:gd name="T93" fmla="*/ 48 h 112"/>
                <a:gd name="T94" fmla="*/ 94 w 98"/>
                <a:gd name="T95" fmla="*/ 54 h 112"/>
                <a:gd name="T96" fmla="*/ 94 w 98"/>
                <a:gd name="T97"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12">
                  <a:moveTo>
                    <a:pt x="88" y="44"/>
                  </a:moveTo>
                  <a:cubicBezTo>
                    <a:pt x="86" y="44"/>
                    <a:pt x="82" y="45"/>
                    <a:pt x="82" y="46"/>
                  </a:cubicBezTo>
                  <a:cubicBezTo>
                    <a:pt x="82" y="46"/>
                    <a:pt x="82" y="46"/>
                    <a:pt x="82" y="46"/>
                  </a:cubicBezTo>
                  <a:cubicBezTo>
                    <a:pt x="82" y="40"/>
                    <a:pt x="78" y="36"/>
                    <a:pt x="72" y="36"/>
                  </a:cubicBezTo>
                  <a:cubicBezTo>
                    <a:pt x="70" y="36"/>
                    <a:pt x="66" y="37"/>
                    <a:pt x="66" y="38"/>
                  </a:cubicBezTo>
                  <a:cubicBezTo>
                    <a:pt x="66" y="10"/>
                    <a:pt x="66" y="10"/>
                    <a:pt x="66" y="10"/>
                  </a:cubicBezTo>
                  <a:cubicBezTo>
                    <a:pt x="66" y="4"/>
                    <a:pt x="62" y="0"/>
                    <a:pt x="56" y="0"/>
                  </a:cubicBezTo>
                  <a:cubicBezTo>
                    <a:pt x="52" y="0"/>
                    <a:pt x="48" y="3"/>
                    <a:pt x="47" y="7"/>
                  </a:cubicBezTo>
                  <a:cubicBezTo>
                    <a:pt x="45" y="5"/>
                    <a:pt x="43" y="4"/>
                    <a:pt x="40" y="4"/>
                  </a:cubicBezTo>
                  <a:cubicBezTo>
                    <a:pt x="35" y="4"/>
                    <a:pt x="30" y="8"/>
                    <a:pt x="30" y="14"/>
                  </a:cubicBezTo>
                  <a:cubicBezTo>
                    <a:pt x="30" y="49"/>
                    <a:pt x="30" y="49"/>
                    <a:pt x="30" y="49"/>
                  </a:cubicBezTo>
                  <a:cubicBezTo>
                    <a:pt x="22" y="42"/>
                    <a:pt x="13"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0"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2"/>
                    <a:pt x="62" y="52"/>
                    <a:pt x="62" y="52"/>
                  </a:cubicBezTo>
                  <a:cubicBezTo>
                    <a:pt x="62" y="88"/>
                    <a:pt x="62" y="88"/>
                    <a:pt x="62" y="88"/>
                  </a:cubicBezTo>
                  <a:cubicBezTo>
                    <a:pt x="49" y="75"/>
                    <a:pt x="49" y="75"/>
                    <a:pt x="49" y="75"/>
                  </a:cubicBezTo>
                  <a:cubicBezTo>
                    <a:pt x="46" y="78"/>
                    <a:pt x="46" y="78"/>
                    <a:pt x="46" y="78"/>
                  </a:cubicBezTo>
                  <a:cubicBezTo>
                    <a:pt x="64" y="96"/>
                    <a:pt x="64" y="96"/>
                    <a:pt x="64" y="96"/>
                  </a:cubicBezTo>
                  <a:cubicBezTo>
                    <a:pt x="82" y="78"/>
                    <a:pt x="82" y="78"/>
                    <a:pt x="82" y="78"/>
                  </a:cubicBezTo>
                  <a:cubicBezTo>
                    <a:pt x="79" y="75"/>
                    <a:pt x="79" y="75"/>
                    <a:pt x="79" y="75"/>
                  </a:cubicBezTo>
                  <a:cubicBezTo>
                    <a:pt x="66" y="88"/>
                    <a:pt x="66" y="88"/>
                    <a:pt x="66" y="88"/>
                  </a:cubicBezTo>
                  <a:cubicBezTo>
                    <a:pt x="66" y="52"/>
                    <a:pt x="66" y="52"/>
                    <a:pt x="66" y="52"/>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4" name="Freeform 18"/>
            <p:cNvSpPr>
              <a:spLocks noEditPoints="1"/>
            </p:cNvSpPr>
            <p:nvPr/>
          </p:nvSpPr>
          <p:spPr bwMode="auto">
            <a:xfrm>
              <a:off x="10591801" y="3550345"/>
              <a:ext cx="255588"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6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4 w 98"/>
                <a:gd name="T39" fmla="*/ 108 h 112"/>
                <a:gd name="T40" fmla="*/ 33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4 h 112"/>
                <a:gd name="T64" fmla="*/ 66 w 98"/>
                <a:gd name="T65" fmla="*/ 54 h 112"/>
                <a:gd name="T66" fmla="*/ 66 w 98"/>
                <a:gd name="T67" fmla="*/ 46 h 112"/>
                <a:gd name="T68" fmla="*/ 72 w 98"/>
                <a:gd name="T69" fmla="*/ 40 h 112"/>
                <a:gd name="T70" fmla="*/ 78 w 98"/>
                <a:gd name="T71" fmla="*/ 46 h 112"/>
                <a:gd name="T72" fmla="*/ 78 w 98"/>
                <a:gd name="T73" fmla="*/ 58 h 112"/>
                <a:gd name="T74" fmla="*/ 82 w 98"/>
                <a:gd name="T75" fmla="*/ 58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0"/>
                    <a:pt x="78" y="36"/>
                    <a:pt x="72" y="36"/>
                  </a:cubicBezTo>
                  <a:cubicBezTo>
                    <a:pt x="70" y="36"/>
                    <a:pt x="70" y="37"/>
                    <a:pt x="66" y="38"/>
                  </a:cubicBezTo>
                  <a:cubicBezTo>
                    <a:pt x="66" y="10"/>
                    <a:pt x="66" y="10"/>
                    <a:pt x="66" y="10"/>
                  </a:cubicBezTo>
                  <a:cubicBezTo>
                    <a:pt x="66" y="4"/>
                    <a:pt x="62" y="0"/>
                    <a:pt x="56" y="0"/>
                  </a:cubicBezTo>
                  <a:cubicBezTo>
                    <a:pt x="52" y="0"/>
                    <a:pt x="49" y="3"/>
                    <a:pt x="47" y="7"/>
                  </a:cubicBezTo>
                  <a:cubicBezTo>
                    <a:pt x="45" y="5"/>
                    <a:pt x="43" y="4"/>
                    <a:pt x="40" y="4"/>
                  </a:cubicBezTo>
                  <a:cubicBezTo>
                    <a:pt x="35" y="4"/>
                    <a:pt x="30" y="8"/>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1"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65" name="Group 64"/>
            <p:cNvGrpSpPr/>
            <p:nvPr/>
          </p:nvGrpSpPr>
          <p:grpSpPr>
            <a:xfrm>
              <a:off x="11734802" y="4456235"/>
              <a:ext cx="254000" cy="333375"/>
              <a:chOff x="8229600" y="1885950"/>
              <a:chExt cx="254000" cy="333375"/>
            </a:xfrm>
            <a:grpFill/>
          </p:grpSpPr>
          <p:sp>
            <p:nvSpPr>
              <p:cNvPr id="229" name="Freeform 19"/>
              <p:cNvSpPr>
                <a:spLocks/>
              </p:cNvSpPr>
              <p:nvPr/>
            </p:nvSpPr>
            <p:spPr bwMode="auto">
              <a:xfrm>
                <a:off x="8286750" y="1906588"/>
                <a:ext cx="138113" cy="85725"/>
              </a:xfrm>
              <a:custGeom>
                <a:avLst/>
                <a:gdLst>
                  <a:gd name="T0" fmla="*/ 24 w 53"/>
                  <a:gd name="T1" fmla="*/ 9 h 33"/>
                  <a:gd name="T2" fmla="*/ 35 w 53"/>
                  <a:gd name="T3" fmla="*/ 5 h 33"/>
                  <a:gd name="T4" fmla="*/ 45 w 53"/>
                  <a:gd name="T5" fmla="*/ 10 h 33"/>
                  <a:gd name="T6" fmla="*/ 45 w 53"/>
                  <a:gd name="T7" fmla="*/ 10 h 33"/>
                  <a:gd name="T8" fmla="*/ 48 w 53"/>
                  <a:gd name="T9" fmla="*/ 18 h 33"/>
                  <a:gd name="T10" fmla="*/ 48 w 53"/>
                  <a:gd name="T11" fmla="*/ 29 h 33"/>
                  <a:gd name="T12" fmla="*/ 53 w 53"/>
                  <a:gd name="T13" fmla="*/ 18 h 33"/>
                  <a:gd name="T14" fmla="*/ 35 w 53"/>
                  <a:gd name="T15" fmla="*/ 0 h 33"/>
                  <a:gd name="T16" fmla="*/ 23 w 53"/>
                  <a:gd name="T17" fmla="*/ 4 h 33"/>
                  <a:gd name="T18" fmla="*/ 19 w 53"/>
                  <a:gd name="T19" fmla="*/ 4 h 33"/>
                  <a:gd name="T20" fmla="*/ 0 w 53"/>
                  <a:gd name="T21" fmla="*/ 22 h 33"/>
                  <a:gd name="T22" fmla="*/ 4 w 53"/>
                  <a:gd name="T23" fmla="*/ 33 h 33"/>
                  <a:gd name="T24" fmla="*/ 4 w 53"/>
                  <a:gd name="T25" fmla="*/ 22 h 33"/>
                  <a:gd name="T26" fmla="*/ 9 w 53"/>
                  <a:gd name="T27" fmla="*/ 14 h 33"/>
                  <a:gd name="T28" fmla="*/ 9 w 53"/>
                  <a:gd name="T29" fmla="*/ 14 h 33"/>
                  <a:gd name="T30" fmla="*/ 19 w 53"/>
                  <a:gd name="T31" fmla="*/ 9 h 33"/>
                  <a:gd name="T32" fmla="*/ 24 w 53"/>
                  <a:gd name="T33" fmla="*/ 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33">
                    <a:moveTo>
                      <a:pt x="24" y="9"/>
                    </a:moveTo>
                    <a:cubicBezTo>
                      <a:pt x="27" y="6"/>
                      <a:pt x="31" y="5"/>
                      <a:pt x="35" y="5"/>
                    </a:cubicBezTo>
                    <a:cubicBezTo>
                      <a:pt x="39" y="5"/>
                      <a:pt x="42" y="6"/>
                      <a:pt x="45" y="10"/>
                    </a:cubicBezTo>
                    <a:cubicBezTo>
                      <a:pt x="45" y="10"/>
                      <a:pt x="45" y="10"/>
                      <a:pt x="45" y="10"/>
                    </a:cubicBezTo>
                    <a:cubicBezTo>
                      <a:pt x="47" y="10"/>
                      <a:pt x="48" y="14"/>
                      <a:pt x="48" y="18"/>
                    </a:cubicBezTo>
                    <a:cubicBezTo>
                      <a:pt x="48" y="29"/>
                      <a:pt x="48" y="29"/>
                      <a:pt x="48" y="29"/>
                    </a:cubicBezTo>
                    <a:cubicBezTo>
                      <a:pt x="52" y="26"/>
                      <a:pt x="53" y="22"/>
                      <a:pt x="53" y="18"/>
                    </a:cubicBezTo>
                    <a:cubicBezTo>
                      <a:pt x="53" y="8"/>
                      <a:pt x="45" y="0"/>
                      <a:pt x="35" y="0"/>
                    </a:cubicBezTo>
                    <a:cubicBezTo>
                      <a:pt x="30" y="0"/>
                      <a:pt x="26" y="2"/>
                      <a:pt x="23" y="4"/>
                    </a:cubicBezTo>
                    <a:cubicBezTo>
                      <a:pt x="22" y="4"/>
                      <a:pt x="20" y="4"/>
                      <a:pt x="19" y="4"/>
                    </a:cubicBezTo>
                    <a:cubicBezTo>
                      <a:pt x="9" y="4"/>
                      <a:pt x="0" y="12"/>
                      <a:pt x="0" y="22"/>
                    </a:cubicBezTo>
                    <a:cubicBezTo>
                      <a:pt x="0" y="26"/>
                      <a:pt x="4" y="30"/>
                      <a:pt x="4" y="33"/>
                    </a:cubicBezTo>
                    <a:cubicBezTo>
                      <a:pt x="4" y="22"/>
                      <a:pt x="4" y="22"/>
                      <a:pt x="4" y="22"/>
                    </a:cubicBezTo>
                    <a:cubicBezTo>
                      <a:pt x="4" y="18"/>
                      <a:pt x="6" y="14"/>
                      <a:pt x="9" y="14"/>
                    </a:cubicBezTo>
                    <a:cubicBezTo>
                      <a:pt x="9" y="14"/>
                      <a:pt x="9" y="14"/>
                      <a:pt x="9" y="14"/>
                    </a:cubicBezTo>
                    <a:cubicBezTo>
                      <a:pt x="11" y="10"/>
                      <a:pt x="15" y="9"/>
                      <a:pt x="19" y="9"/>
                    </a:cubicBezTo>
                    <a:cubicBezTo>
                      <a:pt x="21" y="9"/>
                      <a:pt x="23" y="8"/>
                      <a:pt x="2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0" name="Freeform 20"/>
              <p:cNvSpPr>
                <a:spLocks/>
              </p:cNvSpPr>
              <p:nvPr/>
            </p:nvSpPr>
            <p:spPr bwMode="auto">
              <a:xfrm>
                <a:off x="8266113" y="1885950"/>
                <a:ext cx="179388" cy="134938"/>
              </a:xfrm>
              <a:custGeom>
                <a:avLst/>
                <a:gdLst>
                  <a:gd name="T0" fmla="*/ 12 w 69"/>
                  <a:gd name="T1" fmla="*/ 52 h 52"/>
                  <a:gd name="T2" fmla="*/ 12 w 69"/>
                  <a:gd name="T3" fmla="*/ 47 h 52"/>
                  <a:gd name="T4" fmla="*/ 5 w 69"/>
                  <a:gd name="T5" fmla="*/ 30 h 52"/>
                  <a:gd name="T6" fmla="*/ 27 w 69"/>
                  <a:gd name="T7" fmla="*/ 8 h 52"/>
                  <a:gd name="T8" fmla="*/ 30 w 69"/>
                  <a:gd name="T9" fmla="*/ 8 h 52"/>
                  <a:gd name="T10" fmla="*/ 43 w 69"/>
                  <a:gd name="T11" fmla="*/ 4 h 52"/>
                  <a:gd name="T12" fmla="*/ 64 w 69"/>
                  <a:gd name="T13" fmla="*/ 26 h 52"/>
                  <a:gd name="T14" fmla="*/ 56 w 69"/>
                  <a:gd name="T15" fmla="*/ 43 h 52"/>
                  <a:gd name="T16" fmla="*/ 56 w 69"/>
                  <a:gd name="T17" fmla="*/ 48 h 52"/>
                  <a:gd name="T18" fmla="*/ 69 w 69"/>
                  <a:gd name="T19" fmla="*/ 26 h 52"/>
                  <a:gd name="T20" fmla="*/ 43 w 69"/>
                  <a:gd name="T21" fmla="*/ 0 h 52"/>
                  <a:gd name="T22" fmla="*/ 29 w 69"/>
                  <a:gd name="T23" fmla="*/ 4 h 52"/>
                  <a:gd name="T24" fmla="*/ 27 w 69"/>
                  <a:gd name="T25" fmla="*/ 4 h 52"/>
                  <a:gd name="T26" fmla="*/ 0 w 69"/>
                  <a:gd name="T27" fmla="*/ 30 h 52"/>
                  <a:gd name="T28" fmla="*/ 12 w 69"/>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52">
                    <a:moveTo>
                      <a:pt x="12" y="52"/>
                    </a:moveTo>
                    <a:cubicBezTo>
                      <a:pt x="12" y="47"/>
                      <a:pt x="12" y="47"/>
                      <a:pt x="12" y="47"/>
                    </a:cubicBezTo>
                    <a:cubicBezTo>
                      <a:pt x="8" y="43"/>
                      <a:pt x="5" y="37"/>
                      <a:pt x="5" y="30"/>
                    </a:cubicBezTo>
                    <a:cubicBezTo>
                      <a:pt x="5" y="18"/>
                      <a:pt x="15" y="8"/>
                      <a:pt x="27" y="8"/>
                    </a:cubicBezTo>
                    <a:cubicBezTo>
                      <a:pt x="28" y="8"/>
                      <a:pt x="29" y="8"/>
                      <a:pt x="30" y="8"/>
                    </a:cubicBezTo>
                    <a:cubicBezTo>
                      <a:pt x="34" y="6"/>
                      <a:pt x="38" y="4"/>
                      <a:pt x="43" y="4"/>
                    </a:cubicBezTo>
                    <a:cubicBezTo>
                      <a:pt x="55" y="4"/>
                      <a:pt x="64" y="14"/>
                      <a:pt x="64" y="26"/>
                    </a:cubicBezTo>
                    <a:cubicBezTo>
                      <a:pt x="64" y="33"/>
                      <a:pt x="60" y="39"/>
                      <a:pt x="56" y="43"/>
                    </a:cubicBezTo>
                    <a:cubicBezTo>
                      <a:pt x="56" y="48"/>
                      <a:pt x="56" y="48"/>
                      <a:pt x="56" y="48"/>
                    </a:cubicBezTo>
                    <a:cubicBezTo>
                      <a:pt x="64" y="43"/>
                      <a:pt x="69" y="35"/>
                      <a:pt x="69" y="26"/>
                    </a:cubicBezTo>
                    <a:cubicBezTo>
                      <a:pt x="69" y="12"/>
                      <a:pt x="57" y="0"/>
                      <a:pt x="43" y="0"/>
                    </a:cubicBezTo>
                    <a:cubicBezTo>
                      <a:pt x="38" y="0"/>
                      <a:pt x="33" y="1"/>
                      <a:pt x="29" y="4"/>
                    </a:cubicBezTo>
                    <a:cubicBezTo>
                      <a:pt x="28" y="4"/>
                      <a:pt x="28" y="4"/>
                      <a:pt x="27" y="4"/>
                    </a:cubicBezTo>
                    <a:cubicBezTo>
                      <a:pt x="13" y="4"/>
                      <a:pt x="0" y="16"/>
                      <a:pt x="0" y="30"/>
                    </a:cubicBezTo>
                    <a:cubicBezTo>
                      <a:pt x="0" y="39"/>
                      <a:pt x="4" y="47"/>
                      <a:pt x="1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1" name="Freeform 21"/>
              <p:cNvSpPr>
                <a:spLocks noEditPoints="1"/>
              </p:cNvSpPr>
              <p:nvPr/>
            </p:nvSpPr>
            <p:spPr bwMode="auto">
              <a:xfrm>
                <a:off x="8229600" y="1927225"/>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7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5 w 98"/>
                  <a:gd name="T39" fmla="*/ 108 h 112"/>
                  <a:gd name="T40" fmla="*/ 34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4 h 112"/>
                  <a:gd name="T64" fmla="*/ 66 w 98"/>
                  <a:gd name="T65" fmla="*/ 54 h 112"/>
                  <a:gd name="T66" fmla="*/ 66 w 98"/>
                  <a:gd name="T67" fmla="*/ 46 h 112"/>
                  <a:gd name="T68" fmla="*/ 72 w 98"/>
                  <a:gd name="T69" fmla="*/ 40 h 112"/>
                  <a:gd name="T70" fmla="*/ 78 w 98"/>
                  <a:gd name="T71" fmla="*/ 46 h 112"/>
                  <a:gd name="T72" fmla="*/ 78 w 98"/>
                  <a:gd name="T73" fmla="*/ 58 h 112"/>
                  <a:gd name="T74" fmla="*/ 82 w 98"/>
                  <a:gd name="T75" fmla="*/ 58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0"/>
                      <a:pt x="78" y="36"/>
                      <a:pt x="72" y="36"/>
                    </a:cubicBezTo>
                    <a:cubicBezTo>
                      <a:pt x="70" y="36"/>
                      <a:pt x="70" y="37"/>
                      <a:pt x="66" y="38"/>
                    </a:cubicBezTo>
                    <a:cubicBezTo>
                      <a:pt x="66" y="10"/>
                      <a:pt x="66" y="10"/>
                      <a:pt x="66" y="10"/>
                    </a:cubicBezTo>
                    <a:cubicBezTo>
                      <a:pt x="66" y="4"/>
                      <a:pt x="62" y="0"/>
                      <a:pt x="57" y="0"/>
                    </a:cubicBezTo>
                    <a:cubicBezTo>
                      <a:pt x="52" y="0"/>
                      <a:pt x="49" y="3"/>
                      <a:pt x="47" y="7"/>
                    </a:cubicBezTo>
                    <a:cubicBezTo>
                      <a:pt x="46" y="5"/>
                      <a:pt x="43" y="4"/>
                      <a:pt x="40" y="4"/>
                    </a:cubicBezTo>
                    <a:cubicBezTo>
                      <a:pt x="35" y="4"/>
                      <a:pt x="30" y="8"/>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49" y="108"/>
                      <a:pt x="41" y="100"/>
                      <a:pt x="34" y="88"/>
                    </a:cubicBezTo>
                    <a:cubicBezTo>
                      <a:pt x="18" y="62"/>
                      <a:pt x="7"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6" name="Group 65"/>
            <p:cNvGrpSpPr/>
            <p:nvPr/>
          </p:nvGrpSpPr>
          <p:grpSpPr>
            <a:xfrm>
              <a:off x="2458028" y="1802029"/>
              <a:ext cx="254000" cy="312737"/>
              <a:chOff x="615950" y="2532063"/>
              <a:chExt cx="254000" cy="312737"/>
            </a:xfrm>
            <a:grpFill/>
          </p:grpSpPr>
          <p:sp>
            <p:nvSpPr>
              <p:cNvPr id="227" name="Freeform 22"/>
              <p:cNvSpPr>
                <a:spLocks/>
              </p:cNvSpPr>
              <p:nvPr/>
            </p:nvSpPr>
            <p:spPr bwMode="auto">
              <a:xfrm>
                <a:off x="673100" y="2532063"/>
                <a:ext cx="134938" cy="85725"/>
              </a:xfrm>
              <a:custGeom>
                <a:avLst/>
                <a:gdLst>
                  <a:gd name="T0" fmla="*/ 4 w 52"/>
                  <a:gd name="T1" fmla="*/ 22 h 33"/>
                  <a:gd name="T2" fmla="*/ 8 w 52"/>
                  <a:gd name="T3" fmla="*/ 14 h 33"/>
                  <a:gd name="T4" fmla="*/ 9 w 52"/>
                  <a:gd name="T5" fmla="*/ 14 h 33"/>
                  <a:gd name="T6" fmla="*/ 19 w 52"/>
                  <a:gd name="T7" fmla="*/ 9 h 33"/>
                  <a:gd name="T8" fmla="*/ 24 w 52"/>
                  <a:gd name="T9" fmla="*/ 9 h 33"/>
                  <a:gd name="T10" fmla="*/ 35 w 52"/>
                  <a:gd name="T11" fmla="*/ 4 h 33"/>
                  <a:gd name="T12" fmla="*/ 44 w 52"/>
                  <a:gd name="T13" fmla="*/ 8 h 33"/>
                  <a:gd name="T14" fmla="*/ 48 w 52"/>
                  <a:gd name="T15" fmla="*/ 18 h 33"/>
                  <a:gd name="T16" fmla="*/ 48 w 52"/>
                  <a:gd name="T17" fmla="*/ 29 h 33"/>
                  <a:gd name="T18" fmla="*/ 52 w 52"/>
                  <a:gd name="T19" fmla="*/ 18 h 33"/>
                  <a:gd name="T20" fmla="*/ 34 w 52"/>
                  <a:gd name="T21" fmla="*/ 0 h 33"/>
                  <a:gd name="T22" fmla="*/ 23 w 52"/>
                  <a:gd name="T23" fmla="*/ 4 h 33"/>
                  <a:gd name="T24" fmla="*/ 19 w 52"/>
                  <a:gd name="T25" fmla="*/ 4 h 33"/>
                  <a:gd name="T26" fmla="*/ 0 w 52"/>
                  <a:gd name="T27" fmla="*/ 22 h 33"/>
                  <a:gd name="T28" fmla="*/ 4 w 52"/>
                  <a:gd name="T29" fmla="*/ 33 h 33"/>
                  <a:gd name="T30" fmla="*/ 4 w 52"/>
                  <a:gd name="T3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2" h="33">
                    <a:moveTo>
                      <a:pt x="4" y="22"/>
                    </a:moveTo>
                    <a:cubicBezTo>
                      <a:pt x="4" y="18"/>
                      <a:pt x="6" y="14"/>
                      <a:pt x="8" y="14"/>
                    </a:cubicBezTo>
                    <a:cubicBezTo>
                      <a:pt x="9" y="14"/>
                      <a:pt x="9" y="14"/>
                      <a:pt x="9" y="14"/>
                    </a:cubicBezTo>
                    <a:cubicBezTo>
                      <a:pt x="11" y="10"/>
                      <a:pt x="15" y="9"/>
                      <a:pt x="19" y="9"/>
                    </a:cubicBezTo>
                    <a:cubicBezTo>
                      <a:pt x="20" y="9"/>
                      <a:pt x="22" y="9"/>
                      <a:pt x="24" y="9"/>
                    </a:cubicBezTo>
                    <a:cubicBezTo>
                      <a:pt x="26" y="6"/>
                      <a:pt x="30" y="4"/>
                      <a:pt x="35" y="4"/>
                    </a:cubicBezTo>
                    <a:cubicBezTo>
                      <a:pt x="38" y="4"/>
                      <a:pt x="42" y="6"/>
                      <a:pt x="44" y="8"/>
                    </a:cubicBezTo>
                    <a:cubicBezTo>
                      <a:pt x="47" y="11"/>
                      <a:pt x="48" y="14"/>
                      <a:pt x="48" y="18"/>
                    </a:cubicBezTo>
                    <a:cubicBezTo>
                      <a:pt x="48" y="29"/>
                      <a:pt x="48" y="29"/>
                      <a:pt x="48" y="29"/>
                    </a:cubicBezTo>
                    <a:cubicBezTo>
                      <a:pt x="52" y="26"/>
                      <a:pt x="52" y="22"/>
                      <a:pt x="52" y="18"/>
                    </a:cubicBezTo>
                    <a:cubicBezTo>
                      <a:pt x="52" y="8"/>
                      <a:pt x="44" y="0"/>
                      <a:pt x="34" y="0"/>
                    </a:cubicBezTo>
                    <a:cubicBezTo>
                      <a:pt x="30" y="0"/>
                      <a:pt x="26" y="2"/>
                      <a:pt x="23" y="4"/>
                    </a:cubicBezTo>
                    <a:cubicBezTo>
                      <a:pt x="21" y="4"/>
                      <a:pt x="20" y="4"/>
                      <a:pt x="19" y="4"/>
                    </a:cubicBezTo>
                    <a:cubicBezTo>
                      <a:pt x="9" y="4"/>
                      <a:pt x="0" y="12"/>
                      <a:pt x="0" y="22"/>
                    </a:cubicBezTo>
                    <a:cubicBezTo>
                      <a:pt x="0" y="26"/>
                      <a:pt x="4" y="30"/>
                      <a:pt x="4" y="33"/>
                    </a:cubicBez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8" name="Freeform 23"/>
              <p:cNvSpPr>
                <a:spLocks noEditPoints="1"/>
              </p:cNvSpPr>
              <p:nvPr/>
            </p:nvSpPr>
            <p:spPr bwMode="auto">
              <a:xfrm>
                <a:off x="615950" y="2552700"/>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6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4 w 98"/>
                  <a:gd name="T39" fmla="*/ 108 h 112"/>
                  <a:gd name="T40" fmla="*/ 33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4 h 112"/>
                  <a:gd name="T64" fmla="*/ 66 w 98"/>
                  <a:gd name="T65" fmla="*/ 54 h 112"/>
                  <a:gd name="T66" fmla="*/ 66 w 98"/>
                  <a:gd name="T67" fmla="*/ 46 h 112"/>
                  <a:gd name="T68" fmla="*/ 72 w 98"/>
                  <a:gd name="T69" fmla="*/ 40 h 112"/>
                  <a:gd name="T70" fmla="*/ 78 w 98"/>
                  <a:gd name="T71" fmla="*/ 46 h 112"/>
                  <a:gd name="T72" fmla="*/ 78 w 98"/>
                  <a:gd name="T73" fmla="*/ 58 h 112"/>
                  <a:gd name="T74" fmla="*/ 82 w 98"/>
                  <a:gd name="T75" fmla="*/ 58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0"/>
                      <a:pt x="78" y="36"/>
                      <a:pt x="72" y="36"/>
                    </a:cubicBezTo>
                    <a:cubicBezTo>
                      <a:pt x="70" y="36"/>
                      <a:pt x="70" y="37"/>
                      <a:pt x="66" y="38"/>
                    </a:cubicBezTo>
                    <a:cubicBezTo>
                      <a:pt x="66" y="10"/>
                      <a:pt x="66" y="10"/>
                      <a:pt x="66" y="10"/>
                    </a:cubicBezTo>
                    <a:cubicBezTo>
                      <a:pt x="66" y="4"/>
                      <a:pt x="62" y="0"/>
                      <a:pt x="56" y="0"/>
                    </a:cubicBezTo>
                    <a:cubicBezTo>
                      <a:pt x="52" y="0"/>
                      <a:pt x="49" y="3"/>
                      <a:pt x="47" y="7"/>
                    </a:cubicBezTo>
                    <a:cubicBezTo>
                      <a:pt x="45" y="5"/>
                      <a:pt x="43" y="4"/>
                      <a:pt x="40" y="4"/>
                    </a:cubicBezTo>
                    <a:cubicBezTo>
                      <a:pt x="35" y="4"/>
                      <a:pt x="30" y="8"/>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1"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7" name="Group 66"/>
            <p:cNvGrpSpPr/>
            <p:nvPr/>
          </p:nvGrpSpPr>
          <p:grpSpPr>
            <a:xfrm>
              <a:off x="4221164" y="4171057"/>
              <a:ext cx="312738" cy="322263"/>
              <a:chOff x="1223963" y="2527300"/>
              <a:chExt cx="312738" cy="322263"/>
            </a:xfrm>
            <a:grpFill/>
          </p:grpSpPr>
          <p:sp>
            <p:nvSpPr>
              <p:cNvPr id="224" name="Freeform 24"/>
              <p:cNvSpPr>
                <a:spLocks/>
              </p:cNvSpPr>
              <p:nvPr/>
            </p:nvSpPr>
            <p:spPr bwMode="auto">
              <a:xfrm>
                <a:off x="1223963" y="2592388"/>
                <a:ext cx="65088" cy="58738"/>
              </a:xfrm>
              <a:custGeom>
                <a:avLst/>
                <a:gdLst>
                  <a:gd name="T0" fmla="*/ 36 w 41"/>
                  <a:gd name="T1" fmla="*/ 0 h 37"/>
                  <a:gd name="T2" fmla="*/ 7 w 41"/>
                  <a:gd name="T3" fmla="*/ 26 h 37"/>
                  <a:gd name="T4" fmla="*/ 7 w 41"/>
                  <a:gd name="T5" fmla="*/ 5 h 37"/>
                  <a:gd name="T6" fmla="*/ 0 w 41"/>
                  <a:gd name="T7" fmla="*/ 5 h 37"/>
                  <a:gd name="T8" fmla="*/ 0 w 41"/>
                  <a:gd name="T9" fmla="*/ 37 h 37"/>
                  <a:gd name="T10" fmla="*/ 33 w 41"/>
                  <a:gd name="T11" fmla="*/ 37 h 37"/>
                  <a:gd name="T12" fmla="*/ 33 w 41"/>
                  <a:gd name="T13" fmla="*/ 31 h 37"/>
                  <a:gd name="T14" fmla="*/ 15 w 41"/>
                  <a:gd name="T15" fmla="*/ 31 h 37"/>
                  <a:gd name="T16" fmla="*/ 41 w 41"/>
                  <a:gd name="T17" fmla="*/ 5 h 37"/>
                  <a:gd name="T18" fmla="*/ 36 w 41"/>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7">
                    <a:moveTo>
                      <a:pt x="36" y="0"/>
                    </a:moveTo>
                    <a:lnTo>
                      <a:pt x="7" y="26"/>
                    </a:lnTo>
                    <a:lnTo>
                      <a:pt x="7" y="5"/>
                    </a:lnTo>
                    <a:lnTo>
                      <a:pt x="0" y="5"/>
                    </a:lnTo>
                    <a:lnTo>
                      <a:pt x="0" y="37"/>
                    </a:lnTo>
                    <a:lnTo>
                      <a:pt x="33" y="37"/>
                    </a:lnTo>
                    <a:lnTo>
                      <a:pt x="33" y="31"/>
                    </a:lnTo>
                    <a:lnTo>
                      <a:pt x="15" y="31"/>
                    </a:lnTo>
                    <a:lnTo>
                      <a:pt x="41" y="5"/>
                    </a:lnTo>
                    <a:lnTo>
                      <a:pt x="3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5" name="Freeform 25"/>
              <p:cNvSpPr>
                <a:spLocks/>
              </p:cNvSpPr>
              <p:nvPr/>
            </p:nvSpPr>
            <p:spPr bwMode="auto">
              <a:xfrm>
                <a:off x="1292225" y="2527300"/>
                <a:ext cx="57150" cy="58738"/>
              </a:xfrm>
              <a:custGeom>
                <a:avLst/>
                <a:gdLst>
                  <a:gd name="T0" fmla="*/ 29 w 36"/>
                  <a:gd name="T1" fmla="*/ 32 h 37"/>
                  <a:gd name="T2" fmla="*/ 36 w 36"/>
                  <a:gd name="T3" fmla="*/ 32 h 37"/>
                  <a:gd name="T4" fmla="*/ 36 w 36"/>
                  <a:gd name="T5" fmla="*/ 0 h 37"/>
                  <a:gd name="T6" fmla="*/ 3 w 36"/>
                  <a:gd name="T7" fmla="*/ 0 h 37"/>
                  <a:gd name="T8" fmla="*/ 3 w 36"/>
                  <a:gd name="T9" fmla="*/ 6 h 37"/>
                  <a:gd name="T10" fmla="*/ 28 w 36"/>
                  <a:gd name="T11" fmla="*/ 6 h 37"/>
                  <a:gd name="T12" fmla="*/ 0 w 36"/>
                  <a:gd name="T13" fmla="*/ 32 h 37"/>
                  <a:gd name="T14" fmla="*/ 3 w 36"/>
                  <a:gd name="T15" fmla="*/ 37 h 37"/>
                  <a:gd name="T16" fmla="*/ 29 w 36"/>
                  <a:gd name="T17" fmla="*/ 11 h 37"/>
                  <a:gd name="T18" fmla="*/ 29 w 36"/>
                  <a:gd name="T19" fmla="*/ 3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7">
                    <a:moveTo>
                      <a:pt x="29" y="32"/>
                    </a:moveTo>
                    <a:lnTo>
                      <a:pt x="36" y="32"/>
                    </a:lnTo>
                    <a:lnTo>
                      <a:pt x="36" y="0"/>
                    </a:lnTo>
                    <a:lnTo>
                      <a:pt x="3" y="0"/>
                    </a:lnTo>
                    <a:lnTo>
                      <a:pt x="3" y="6"/>
                    </a:lnTo>
                    <a:lnTo>
                      <a:pt x="28" y="6"/>
                    </a:lnTo>
                    <a:lnTo>
                      <a:pt x="0" y="32"/>
                    </a:lnTo>
                    <a:lnTo>
                      <a:pt x="3" y="37"/>
                    </a:lnTo>
                    <a:lnTo>
                      <a:pt x="29" y="11"/>
                    </a:lnTo>
                    <a:lnTo>
                      <a:pt x="29"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6" name="Freeform 26"/>
              <p:cNvSpPr>
                <a:spLocks noEditPoints="1"/>
              </p:cNvSpPr>
              <p:nvPr/>
            </p:nvSpPr>
            <p:spPr bwMode="auto">
              <a:xfrm>
                <a:off x="1284288" y="2557463"/>
                <a:ext cx="252413" cy="292100"/>
              </a:xfrm>
              <a:custGeom>
                <a:avLst/>
                <a:gdLst>
                  <a:gd name="T0" fmla="*/ 87 w 97"/>
                  <a:gd name="T1" fmla="*/ 44 h 112"/>
                  <a:gd name="T2" fmla="*/ 81 w 97"/>
                  <a:gd name="T3" fmla="*/ 46 h 112"/>
                  <a:gd name="T4" fmla="*/ 81 w 97"/>
                  <a:gd name="T5" fmla="*/ 46 h 112"/>
                  <a:gd name="T6" fmla="*/ 71 w 97"/>
                  <a:gd name="T7" fmla="*/ 36 h 112"/>
                  <a:gd name="T8" fmla="*/ 65 w 97"/>
                  <a:gd name="T9" fmla="*/ 38 h 112"/>
                  <a:gd name="T10" fmla="*/ 65 w 97"/>
                  <a:gd name="T11" fmla="*/ 10 h 112"/>
                  <a:gd name="T12" fmla="*/ 56 w 97"/>
                  <a:gd name="T13" fmla="*/ 0 h 112"/>
                  <a:gd name="T14" fmla="*/ 47 w 97"/>
                  <a:gd name="T15" fmla="*/ 7 h 112"/>
                  <a:gd name="T16" fmla="*/ 40 w 97"/>
                  <a:gd name="T17" fmla="*/ 4 h 112"/>
                  <a:gd name="T18" fmla="*/ 29 w 97"/>
                  <a:gd name="T19" fmla="*/ 14 h 112"/>
                  <a:gd name="T20" fmla="*/ 29 w 97"/>
                  <a:gd name="T21" fmla="*/ 49 h 112"/>
                  <a:gd name="T22" fmla="*/ 8 w 97"/>
                  <a:gd name="T23" fmla="*/ 42 h 112"/>
                  <a:gd name="T24" fmla="*/ 30 w 97"/>
                  <a:gd name="T25" fmla="*/ 90 h 112"/>
                  <a:gd name="T26" fmla="*/ 64 w 97"/>
                  <a:gd name="T27" fmla="*/ 112 h 112"/>
                  <a:gd name="T28" fmla="*/ 97 w 97"/>
                  <a:gd name="T29" fmla="*/ 78 h 112"/>
                  <a:gd name="T30" fmla="*/ 97 w 97"/>
                  <a:gd name="T31" fmla="*/ 54 h 112"/>
                  <a:gd name="T32" fmla="*/ 87 w 97"/>
                  <a:gd name="T33" fmla="*/ 44 h 112"/>
                  <a:gd name="T34" fmla="*/ 93 w 97"/>
                  <a:gd name="T35" fmla="*/ 63 h 112"/>
                  <a:gd name="T36" fmla="*/ 93 w 97"/>
                  <a:gd name="T37" fmla="*/ 78 h 112"/>
                  <a:gd name="T38" fmla="*/ 64 w 97"/>
                  <a:gd name="T39" fmla="*/ 108 h 112"/>
                  <a:gd name="T40" fmla="*/ 33 w 97"/>
                  <a:gd name="T41" fmla="*/ 88 h 112"/>
                  <a:gd name="T42" fmla="*/ 10 w 97"/>
                  <a:gd name="T43" fmla="*/ 45 h 112"/>
                  <a:gd name="T44" fmla="*/ 33 w 97"/>
                  <a:gd name="T45" fmla="*/ 59 h 112"/>
                  <a:gd name="T46" fmla="*/ 33 w 97"/>
                  <a:gd name="T47" fmla="*/ 14 h 112"/>
                  <a:gd name="T48" fmla="*/ 39 w 97"/>
                  <a:gd name="T49" fmla="*/ 8 h 112"/>
                  <a:gd name="T50" fmla="*/ 45 w 97"/>
                  <a:gd name="T51" fmla="*/ 14 h 112"/>
                  <a:gd name="T52" fmla="*/ 45 w 97"/>
                  <a:gd name="T53" fmla="*/ 56 h 112"/>
                  <a:gd name="T54" fmla="*/ 49 w 97"/>
                  <a:gd name="T55" fmla="*/ 56 h 112"/>
                  <a:gd name="T56" fmla="*/ 49 w 97"/>
                  <a:gd name="T57" fmla="*/ 10 h 112"/>
                  <a:gd name="T58" fmla="*/ 55 w 97"/>
                  <a:gd name="T59" fmla="*/ 4 h 112"/>
                  <a:gd name="T60" fmla="*/ 61 w 97"/>
                  <a:gd name="T61" fmla="*/ 10 h 112"/>
                  <a:gd name="T62" fmla="*/ 61 w 97"/>
                  <a:gd name="T63" fmla="*/ 52 h 112"/>
                  <a:gd name="T64" fmla="*/ 65 w 97"/>
                  <a:gd name="T65" fmla="*/ 52 h 112"/>
                  <a:gd name="T66" fmla="*/ 65 w 97"/>
                  <a:gd name="T67" fmla="*/ 46 h 112"/>
                  <a:gd name="T68" fmla="*/ 71 w 97"/>
                  <a:gd name="T69" fmla="*/ 40 h 112"/>
                  <a:gd name="T70" fmla="*/ 77 w 97"/>
                  <a:gd name="T71" fmla="*/ 46 h 112"/>
                  <a:gd name="T72" fmla="*/ 77 w 97"/>
                  <a:gd name="T73" fmla="*/ 56 h 112"/>
                  <a:gd name="T74" fmla="*/ 81 w 97"/>
                  <a:gd name="T75" fmla="*/ 56 h 112"/>
                  <a:gd name="T76" fmla="*/ 81 w 97"/>
                  <a:gd name="T77" fmla="*/ 54 h 112"/>
                  <a:gd name="T78" fmla="*/ 87 w 97"/>
                  <a:gd name="T79" fmla="*/ 48 h 112"/>
                  <a:gd name="T80" fmla="*/ 93 w 97"/>
                  <a:gd name="T81" fmla="*/ 54 h 112"/>
                  <a:gd name="T82" fmla="*/ 93 w 97"/>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7" h="112">
                    <a:moveTo>
                      <a:pt x="87" y="44"/>
                    </a:moveTo>
                    <a:cubicBezTo>
                      <a:pt x="85" y="44"/>
                      <a:pt x="85" y="45"/>
                      <a:pt x="81" y="46"/>
                    </a:cubicBezTo>
                    <a:cubicBezTo>
                      <a:pt x="81" y="46"/>
                      <a:pt x="81" y="46"/>
                      <a:pt x="81" y="46"/>
                    </a:cubicBezTo>
                    <a:cubicBezTo>
                      <a:pt x="81" y="40"/>
                      <a:pt x="77" y="36"/>
                      <a:pt x="71" y="36"/>
                    </a:cubicBezTo>
                    <a:cubicBezTo>
                      <a:pt x="69" y="36"/>
                      <a:pt x="69" y="37"/>
                      <a:pt x="65" y="38"/>
                    </a:cubicBezTo>
                    <a:cubicBezTo>
                      <a:pt x="65" y="10"/>
                      <a:pt x="65" y="10"/>
                      <a:pt x="65" y="10"/>
                    </a:cubicBezTo>
                    <a:cubicBezTo>
                      <a:pt x="65" y="4"/>
                      <a:pt x="62" y="0"/>
                      <a:pt x="56" y="0"/>
                    </a:cubicBezTo>
                    <a:cubicBezTo>
                      <a:pt x="52" y="0"/>
                      <a:pt x="49" y="3"/>
                      <a:pt x="47" y="7"/>
                    </a:cubicBezTo>
                    <a:cubicBezTo>
                      <a:pt x="45" y="5"/>
                      <a:pt x="42" y="4"/>
                      <a:pt x="40" y="4"/>
                    </a:cubicBezTo>
                    <a:cubicBezTo>
                      <a:pt x="34" y="4"/>
                      <a:pt x="29" y="8"/>
                      <a:pt x="29" y="14"/>
                    </a:cubicBezTo>
                    <a:cubicBezTo>
                      <a:pt x="29" y="49"/>
                      <a:pt x="29" y="49"/>
                      <a:pt x="29" y="49"/>
                    </a:cubicBezTo>
                    <a:cubicBezTo>
                      <a:pt x="25" y="42"/>
                      <a:pt x="13" y="37"/>
                      <a:pt x="8" y="42"/>
                    </a:cubicBezTo>
                    <a:cubicBezTo>
                      <a:pt x="0" y="50"/>
                      <a:pt x="17" y="66"/>
                      <a:pt x="30" y="90"/>
                    </a:cubicBezTo>
                    <a:cubicBezTo>
                      <a:pt x="39" y="106"/>
                      <a:pt x="51" y="112"/>
                      <a:pt x="64" y="112"/>
                    </a:cubicBezTo>
                    <a:cubicBezTo>
                      <a:pt x="83" y="112"/>
                      <a:pt x="97" y="97"/>
                      <a:pt x="97" y="78"/>
                    </a:cubicBezTo>
                    <a:cubicBezTo>
                      <a:pt x="97" y="54"/>
                      <a:pt x="97" y="54"/>
                      <a:pt x="97" y="54"/>
                    </a:cubicBezTo>
                    <a:cubicBezTo>
                      <a:pt x="97" y="49"/>
                      <a:pt x="93" y="44"/>
                      <a:pt x="87" y="44"/>
                    </a:cubicBezTo>
                    <a:close/>
                    <a:moveTo>
                      <a:pt x="93" y="63"/>
                    </a:moveTo>
                    <a:cubicBezTo>
                      <a:pt x="93" y="78"/>
                      <a:pt x="93" y="78"/>
                      <a:pt x="93" y="78"/>
                    </a:cubicBezTo>
                    <a:cubicBezTo>
                      <a:pt x="93" y="95"/>
                      <a:pt x="81" y="108"/>
                      <a:pt x="64" y="108"/>
                    </a:cubicBezTo>
                    <a:cubicBezTo>
                      <a:pt x="49" y="108"/>
                      <a:pt x="41" y="100"/>
                      <a:pt x="33" y="88"/>
                    </a:cubicBezTo>
                    <a:cubicBezTo>
                      <a:pt x="18" y="62"/>
                      <a:pt x="6" y="50"/>
                      <a:pt x="10" y="45"/>
                    </a:cubicBezTo>
                    <a:cubicBezTo>
                      <a:pt x="15" y="41"/>
                      <a:pt x="25" y="50"/>
                      <a:pt x="33" y="59"/>
                    </a:cubicBezTo>
                    <a:cubicBezTo>
                      <a:pt x="33" y="14"/>
                      <a:pt x="33" y="14"/>
                      <a:pt x="33" y="14"/>
                    </a:cubicBezTo>
                    <a:cubicBezTo>
                      <a:pt x="33" y="11"/>
                      <a:pt x="36" y="8"/>
                      <a:pt x="39" y="8"/>
                    </a:cubicBezTo>
                    <a:cubicBezTo>
                      <a:pt x="42" y="8"/>
                      <a:pt x="45" y="11"/>
                      <a:pt x="45" y="14"/>
                    </a:cubicBezTo>
                    <a:cubicBezTo>
                      <a:pt x="45" y="56"/>
                      <a:pt x="45" y="56"/>
                      <a:pt x="45" y="56"/>
                    </a:cubicBezTo>
                    <a:cubicBezTo>
                      <a:pt x="49" y="56"/>
                      <a:pt x="49" y="56"/>
                      <a:pt x="49" y="56"/>
                    </a:cubicBezTo>
                    <a:cubicBezTo>
                      <a:pt x="49" y="10"/>
                      <a:pt x="49" y="10"/>
                      <a:pt x="49" y="10"/>
                    </a:cubicBezTo>
                    <a:cubicBezTo>
                      <a:pt x="49" y="7"/>
                      <a:pt x="52" y="4"/>
                      <a:pt x="55" y="4"/>
                    </a:cubicBezTo>
                    <a:cubicBezTo>
                      <a:pt x="58" y="4"/>
                      <a:pt x="61" y="7"/>
                      <a:pt x="61" y="10"/>
                    </a:cubicBezTo>
                    <a:cubicBezTo>
                      <a:pt x="61" y="52"/>
                      <a:pt x="61" y="52"/>
                      <a:pt x="61" y="52"/>
                    </a:cubicBezTo>
                    <a:cubicBezTo>
                      <a:pt x="65" y="52"/>
                      <a:pt x="65" y="52"/>
                      <a:pt x="65" y="52"/>
                    </a:cubicBezTo>
                    <a:cubicBezTo>
                      <a:pt x="65" y="46"/>
                      <a:pt x="65" y="46"/>
                      <a:pt x="65" y="46"/>
                    </a:cubicBezTo>
                    <a:cubicBezTo>
                      <a:pt x="65" y="43"/>
                      <a:pt x="68" y="40"/>
                      <a:pt x="71" y="40"/>
                    </a:cubicBezTo>
                    <a:cubicBezTo>
                      <a:pt x="74" y="40"/>
                      <a:pt x="77" y="43"/>
                      <a:pt x="77" y="46"/>
                    </a:cubicBezTo>
                    <a:cubicBezTo>
                      <a:pt x="77" y="56"/>
                      <a:pt x="77" y="56"/>
                      <a:pt x="77" y="56"/>
                    </a:cubicBezTo>
                    <a:cubicBezTo>
                      <a:pt x="81" y="56"/>
                      <a:pt x="81" y="56"/>
                      <a:pt x="81" y="56"/>
                    </a:cubicBezTo>
                    <a:cubicBezTo>
                      <a:pt x="81" y="54"/>
                      <a:pt x="81" y="54"/>
                      <a:pt x="81" y="54"/>
                    </a:cubicBezTo>
                    <a:cubicBezTo>
                      <a:pt x="81" y="51"/>
                      <a:pt x="84" y="48"/>
                      <a:pt x="87" y="48"/>
                    </a:cubicBezTo>
                    <a:cubicBezTo>
                      <a:pt x="90" y="48"/>
                      <a:pt x="93" y="51"/>
                      <a:pt x="93" y="54"/>
                    </a:cubicBezTo>
                    <a:lnTo>
                      <a:pt x="93"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8" name="Group 67"/>
            <p:cNvGrpSpPr/>
            <p:nvPr/>
          </p:nvGrpSpPr>
          <p:grpSpPr>
            <a:xfrm>
              <a:off x="5562028" y="629976"/>
              <a:ext cx="317500" cy="322263"/>
              <a:chOff x="1863725" y="2527300"/>
              <a:chExt cx="317500" cy="322263"/>
            </a:xfrm>
            <a:grpFill/>
          </p:grpSpPr>
          <p:sp>
            <p:nvSpPr>
              <p:cNvPr id="221" name="Freeform 27"/>
              <p:cNvSpPr>
                <a:spLocks/>
              </p:cNvSpPr>
              <p:nvPr/>
            </p:nvSpPr>
            <p:spPr bwMode="auto">
              <a:xfrm>
                <a:off x="1941513" y="2527300"/>
                <a:ext cx="55563" cy="61913"/>
              </a:xfrm>
              <a:custGeom>
                <a:avLst/>
                <a:gdLst>
                  <a:gd name="T0" fmla="*/ 33 w 35"/>
                  <a:gd name="T1" fmla="*/ 32 h 39"/>
                  <a:gd name="T2" fmla="*/ 7 w 35"/>
                  <a:gd name="T3" fmla="*/ 32 h 39"/>
                  <a:gd name="T4" fmla="*/ 35 w 35"/>
                  <a:gd name="T5" fmla="*/ 5 h 39"/>
                  <a:gd name="T6" fmla="*/ 31 w 35"/>
                  <a:gd name="T7" fmla="*/ 0 h 39"/>
                  <a:gd name="T8" fmla="*/ 7 w 35"/>
                  <a:gd name="T9" fmla="*/ 28 h 39"/>
                  <a:gd name="T10" fmla="*/ 7 w 35"/>
                  <a:gd name="T11" fmla="*/ 6 h 39"/>
                  <a:gd name="T12" fmla="*/ 0 w 35"/>
                  <a:gd name="T13" fmla="*/ 6 h 39"/>
                  <a:gd name="T14" fmla="*/ 0 w 35"/>
                  <a:gd name="T15" fmla="*/ 39 h 39"/>
                  <a:gd name="T16" fmla="*/ 33 w 35"/>
                  <a:gd name="T17" fmla="*/ 39 h 39"/>
                  <a:gd name="T18" fmla="*/ 33 w 35"/>
                  <a:gd name="T19" fmla="*/ 3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39">
                    <a:moveTo>
                      <a:pt x="33" y="32"/>
                    </a:moveTo>
                    <a:lnTo>
                      <a:pt x="7" y="32"/>
                    </a:lnTo>
                    <a:lnTo>
                      <a:pt x="35" y="5"/>
                    </a:lnTo>
                    <a:lnTo>
                      <a:pt x="31" y="0"/>
                    </a:lnTo>
                    <a:lnTo>
                      <a:pt x="7" y="28"/>
                    </a:lnTo>
                    <a:lnTo>
                      <a:pt x="7" y="6"/>
                    </a:lnTo>
                    <a:lnTo>
                      <a:pt x="0" y="6"/>
                    </a:lnTo>
                    <a:lnTo>
                      <a:pt x="0" y="39"/>
                    </a:lnTo>
                    <a:lnTo>
                      <a:pt x="33" y="39"/>
                    </a:lnTo>
                    <a:lnTo>
                      <a:pt x="33"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2" name="Freeform 28"/>
              <p:cNvSpPr>
                <a:spLocks/>
              </p:cNvSpPr>
              <p:nvPr/>
            </p:nvSpPr>
            <p:spPr bwMode="auto">
              <a:xfrm>
                <a:off x="1863725" y="2600325"/>
                <a:ext cx="68263" cy="58738"/>
              </a:xfrm>
              <a:custGeom>
                <a:avLst/>
                <a:gdLst>
                  <a:gd name="T0" fmla="*/ 10 w 43"/>
                  <a:gd name="T1" fmla="*/ 6 h 37"/>
                  <a:gd name="T2" fmla="*/ 26 w 43"/>
                  <a:gd name="T3" fmla="*/ 6 h 37"/>
                  <a:gd name="T4" fmla="*/ 0 w 43"/>
                  <a:gd name="T5" fmla="*/ 32 h 37"/>
                  <a:gd name="T6" fmla="*/ 7 w 43"/>
                  <a:gd name="T7" fmla="*/ 37 h 37"/>
                  <a:gd name="T8" fmla="*/ 36 w 43"/>
                  <a:gd name="T9" fmla="*/ 9 h 37"/>
                  <a:gd name="T10" fmla="*/ 36 w 43"/>
                  <a:gd name="T11" fmla="*/ 32 h 37"/>
                  <a:gd name="T12" fmla="*/ 43 w 43"/>
                  <a:gd name="T13" fmla="*/ 32 h 37"/>
                  <a:gd name="T14" fmla="*/ 43 w 43"/>
                  <a:gd name="T15" fmla="*/ 0 h 37"/>
                  <a:gd name="T16" fmla="*/ 10 w 43"/>
                  <a:gd name="T17" fmla="*/ 0 h 37"/>
                  <a:gd name="T18" fmla="*/ 10 w 43"/>
                  <a:gd name="T19" fmla="*/ 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37">
                    <a:moveTo>
                      <a:pt x="10" y="6"/>
                    </a:moveTo>
                    <a:lnTo>
                      <a:pt x="26" y="6"/>
                    </a:lnTo>
                    <a:lnTo>
                      <a:pt x="0" y="32"/>
                    </a:lnTo>
                    <a:lnTo>
                      <a:pt x="7" y="37"/>
                    </a:lnTo>
                    <a:lnTo>
                      <a:pt x="36" y="9"/>
                    </a:lnTo>
                    <a:lnTo>
                      <a:pt x="36" y="32"/>
                    </a:lnTo>
                    <a:lnTo>
                      <a:pt x="43" y="32"/>
                    </a:lnTo>
                    <a:lnTo>
                      <a:pt x="43" y="0"/>
                    </a:lnTo>
                    <a:lnTo>
                      <a:pt x="10" y="0"/>
                    </a:lnTo>
                    <a:lnTo>
                      <a:pt x="1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3" name="Freeform 29"/>
              <p:cNvSpPr>
                <a:spLocks noEditPoints="1"/>
              </p:cNvSpPr>
              <p:nvPr/>
            </p:nvSpPr>
            <p:spPr bwMode="auto">
              <a:xfrm>
                <a:off x="1920875" y="2557463"/>
                <a:ext cx="260350" cy="292100"/>
              </a:xfrm>
              <a:custGeom>
                <a:avLst/>
                <a:gdLst>
                  <a:gd name="T0" fmla="*/ 90 w 100"/>
                  <a:gd name="T1" fmla="*/ 44 h 112"/>
                  <a:gd name="T2" fmla="*/ 84 w 100"/>
                  <a:gd name="T3" fmla="*/ 46 h 112"/>
                  <a:gd name="T4" fmla="*/ 84 w 100"/>
                  <a:gd name="T5" fmla="*/ 46 h 112"/>
                  <a:gd name="T6" fmla="*/ 74 w 100"/>
                  <a:gd name="T7" fmla="*/ 36 h 112"/>
                  <a:gd name="T8" fmla="*/ 68 w 100"/>
                  <a:gd name="T9" fmla="*/ 38 h 112"/>
                  <a:gd name="T10" fmla="*/ 68 w 100"/>
                  <a:gd name="T11" fmla="*/ 10 h 112"/>
                  <a:gd name="T12" fmla="*/ 57 w 100"/>
                  <a:gd name="T13" fmla="*/ 0 h 112"/>
                  <a:gd name="T14" fmla="*/ 47 w 100"/>
                  <a:gd name="T15" fmla="*/ 6 h 112"/>
                  <a:gd name="T16" fmla="*/ 41 w 100"/>
                  <a:gd name="T17" fmla="*/ 4 h 112"/>
                  <a:gd name="T18" fmla="*/ 32 w 100"/>
                  <a:gd name="T19" fmla="*/ 14 h 112"/>
                  <a:gd name="T20" fmla="*/ 32 w 100"/>
                  <a:gd name="T21" fmla="*/ 49 h 112"/>
                  <a:gd name="T22" fmla="*/ 8 w 100"/>
                  <a:gd name="T23" fmla="*/ 42 h 112"/>
                  <a:gd name="T24" fmla="*/ 29 w 100"/>
                  <a:gd name="T25" fmla="*/ 89 h 112"/>
                  <a:gd name="T26" fmla="*/ 65 w 100"/>
                  <a:gd name="T27" fmla="*/ 112 h 112"/>
                  <a:gd name="T28" fmla="*/ 100 w 100"/>
                  <a:gd name="T29" fmla="*/ 78 h 112"/>
                  <a:gd name="T30" fmla="*/ 100 w 100"/>
                  <a:gd name="T31" fmla="*/ 54 h 112"/>
                  <a:gd name="T32" fmla="*/ 90 w 100"/>
                  <a:gd name="T33" fmla="*/ 44 h 112"/>
                  <a:gd name="T34" fmla="*/ 96 w 100"/>
                  <a:gd name="T35" fmla="*/ 63 h 112"/>
                  <a:gd name="T36" fmla="*/ 96 w 100"/>
                  <a:gd name="T37" fmla="*/ 78 h 112"/>
                  <a:gd name="T38" fmla="*/ 65 w 100"/>
                  <a:gd name="T39" fmla="*/ 108 h 112"/>
                  <a:gd name="T40" fmla="*/ 33 w 100"/>
                  <a:gd name="T41" fmla="*/ 88 h 112"/>
                  <a:gd name="T42" fmla="*/ 11 w 100"/>
                  <a:gd name="T43" fmla="*/ 45 h 112"/>
                  <a:gd name="T44" fmla="*/ 36 w 100"/>
                  <a:gd name="T45" fmla="*/ 59 h 112"/>
                  <a:gd name="T46" fmla="*/ 36 w 100"/>
                  <a:gd name="T47" fmla="*/ 14 h 112"/>
                  <a:gd name="T48" fmla="*/ 42 w 100"/>
                  <a:gd name="T49" fmla="*/ 8 h 112"/>
                  <a:gd name="T50" fmla="*/ 48 w 100"/>
                  <a:gd name="T51" fmla="*/ 14 h 112"/>
                  <a:gd name="T52" fmla="*/ 48 w 100"/>
                  <a:gd name="T53" fmla="*/ 56 h 112"/>
                  <a:gd name="T54" fmla="*/ 52 w 100"/>
                  <a:gd name="T55" fmla="*/ 56 h 112"/>
                  <a:gd name="T56" fmla="*/ 52 w 100"/>
                  <a:gd name="T57" fmla="*/ 10 h 112"/>
                  <a:gd name="T58" fmla="*/ 58 w 100"/>
                  <a:gd name="T59" fmla="*/ 4 h 112"/>
                  <a:gd name="T60" fmla="*/ 64 w 100"/>
                  <a:gd name="T61" fmla="*/ 10 h 112"/>
                  <a:gd name="T62" fmla="*/ 64 w 100"/>
                  <a:gd name="T63" fmla="*/ 52 h 112"/>
                  <a:gd name="T64" fmla="*/ 68 w 100"/>
                  <a:gd name="T65" fmla="*/ 52 h 112"/>
                  <a:gd name="T66" fmla="*/ 68 w 100"/>
                  <a:gd name="T67" fmla="*/ 46 h 112"/>
                  <a:gd name="T68" fmla="*/ 74 w 100"/>
                  <a:gd name="T69" fmla="*/ 40 h 112"/>
                  <a:gd name="T70" fmla="*/ 80 w 100"/>
                  <a:gd name="T71" fmla="*/ 46 h 112"/>
                  <a:gd name="T72" fmla="*/ 80 w 100"/>
                  <a:gd name="T73" fmla="*/ 56 h 112"/>
                  <a:gd name="T74" fmla="*/ 84 w 100"/>
                  <a:gd name="T75" fmla="*/ 56 h 112"/>
                  <a:gd name="T76" fmla="*/ 84 w 100"/>
                  <a:gd name="T77" fmla="*/ 54 h 112"/>
                  <a:gd name="T78" fmla="*/ 90 w 100"/>
                  <a:gd name="T79" fmla="*/ 48 h 112"/>
                  <a:gd name="T80" fmla="*/ 96 w 100"/>
                  <a:gd name="T81" fmla="*/ 54 h 112"/>
                  <a:gd name="T82" fmla="*/ 96 w 100"/>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0" h="112">
                    <a:moveTo>
                      <a:pt x="90" y="44"/>
                    </a:moveTo>
                    <a:cubicBezTo>
                      <a:pt x="88" y="44"/>
                      <a:pt x="84" y="44"/>
                      <a:pt x="84" y="46"/>
                    </a:cubicBezTo>
                    <a:cubicBezTo>
                      <a:pt x="84" y="46"/>
                      <a:pt x="84" y="46"/>
                      <a:pt x="84" y="46"/>
                    </a:cubicBezTo>
                    <a:cubicBezTo>
                      <a:pt x="84" y="40"/>
                      <a:pt x="80" y="36"/>
                      <a:pt x="74" y="36"/>
                    </a:cubicBezTo>
                    <a:cubicBezTo>
                      <a:pt x="72" y="36"/>
                      <a:pt x="68" y="36"/>
                      <a:pt x="68" y="38"/>
                    </a:cubicBezTo>
                    <a:cubicBezTo>
                      <a:pt x="68" y="10"/>
                      <a:pt x="68" y="10"/>
                      <a:pt x="68" y="10"/>
                    </a:cubicBezTo>
                    <a:cubicBezTo>
                      <a:pt x="68" y="4"/>
                      <a:pt x="62" y="0"/>
                      <a:pt x="57" y="0"/>
                    </a:cubicBezTo>
                    <a:cubicBezTo>
                      <a:pt x="52" y="0"/>
                      <a:pt x="48" y="2"/>
                      <a:pt x="47" y="6"/>
                    </a:cubicBezTo>
                    <a:cubicBezTo>
                      <a:pt x="45" y="5"/>
                      <a:pt x="44" y="4"/>
                      <a:pt x="41" y="4"/>
                    </a:cubicBezTo>
                    <a:cubicBezTo>
                      <a:pt x="35" y="4"/>
                      <a:pt x="32" y="8"/>
                      <a:pt x="32" y="14"/>
                    </a:cubicBezTo>
                    <a:cubicBezTo>
                      <a:pt x="32" y="49"/>
                      <a:pt x="32" y="49"/>
                      <a:pt x="32" y="49"/>
                    </a:cubicBezTo>
                    <a:cubicBezTo>
                      <a:pt x="24" y="42"/>
                      <a:pt x="14" y="36"/>
                      <a:pt x="8" y="42"/>
                    </a:cubicBezTo>
                    <a:cubicBezTo>
                      <a:pt x="0" y="50"/>
                      <a:pt x="16" y="66"/>
                      <a:pt x="29" y="89"/>
                    </a:cubicBezTo>
                    <a:cubicBezTo>
                      <a:pt x="38" y="106"/>
                      <a:pt x="53" y="112"/>
                      <a:pt x="65" y="112"/>
                    </a:cubicBezTo>
                    <a:cubicBezTo>
                      <a:pt x="84" y="112"/>
                      <a:pt x="100" y="96"/>
                      <a:pt x="100" y="78"/>
                    </a:cubicBezTo>
                    <a:cubicBezTo>
                      <a:pt x="100" y="54"/>
                      <a:pt x="100" y="54"/>
                      <a:pt x="100" y="54"/>
                    </a:cubicBezTo>
                    <a:cubicBezTo>
                      <a:pt x="100" y="48"/>
                      <a:pt x="96" y="44"/>
                      <a:pt x="90" y="44"/>
                    </a:cubicBezTo>
                    <a:close/>
                    <a:moveTo>
                      <a:pt x="96" y="63"/>
                    </a:moveTo>
                    <a:cubicBezTo>
                      <a:pt x="96" y="78"/>
                      <a:pt x="96" y="78"/>
                      <a:pt x="96" y="78"/>
                    </a:cubicBezTo>
                    <a:cubicBezTo>
                      <a:pt x="96" y="94"/>
                      <a:pt x="81" y="108"/>
                      <a:pt x="65" y="108"/>
                    </a:cubicBezTo>
                    <a:cubicBezTo>
                      <a:pt x="50" y="108"/>
                      <a:pt x="40" y="100"/>
                      <a:pt x="33" y="88"/>
                    </a:cubicBezTo>
                    <a:cubicBezTo>
                      <a:pt x="17" y="61"/>
                      <a:pt x="7" y="49"/>
                      <a:pt x="11" y="45"/>
                    </a:cubicBezTo>
                    <a:cubicBezTo>
                      <a:pt x="16" y="40"/>
                      <a:pt x="28" y="50"/>
                      <a:pt x="36" y="59"/>
                    </a:cubicBezTo>
                    <a:cubicBezTo>
                      <a:pt x="36" y="14"/>
                      <a:pt x="36" y="14"/>
                      <a:pt x="36" y="14"/>
                    </a:cubicBezTo>
                    <a:cubicBezTo>
                      <a:pt x="36" y="10"/>
                      <a:pt x="39" y="8"/>
                      <a:pt x="42" y="8"/>
                    </a:cubicBezTo>
                    <a:cubicBezTo>
                      <a:pt x="45" y="8"/>
                      <a:pt x="48" y="10"/>
                      <a:pt x="48" y="14"/>
                    </a:cubicBezTo>
                    <a:cubicBezTo>
                      <a:pt x="48" y="56"/>
                      <a:pt x="48" y="56"/>
                      <a:pt x="48" y="56"/>
                    </a:cubicBezTo>
                    <a:cubicBezTo>
                      <a:pt x="52" y="56"/>
                      <a:pt x="52" y="56"/>
                      <a:pt x="52" y="56"/>
                    </a:cubicBezTo>
                    <a:cubicBezTo>
                      <a:pt x="52" y="10"/>
                      <a:pt x="52" y="10"/>
                      <a:pt x="52" y="10"/>
                    </a:cubicBezTo>
                    <a:cubicBezTo>
                      <a:pt x="52" y="6"/>
                      <a:pt x="55" y="4"/>
                      <a:pt x="58" y="4"/>
                    </a:cubicBezTo>
                    <a:cubicBezTo>
                      <a:pt x="61" y="4"/>
                      <a:pt x="64" y="6"/>
                      <a:pt x="64" y="10"/>
                    </a:cubicBezTo>
                    <a:cubicBezTo>
                      <a:pt x="64" y="52"/>
                      <a:pt x="64" y="52"/>
                      <a:pt x="64" y="52"/>
                    </a:cubicBezTo>
                    <a:cubicBezTo>
                      <a:pt x="68" y="52"/>
                      <a:pt x="68" y="52"/>
                      <a:pt x="68" y="52"/>
                    </a:cubicBezTo>
                    <a:cubicBezTo>
                      <a:pt x="68" y="46"/>
                      <a:pt x="68" y="46"/>
                      <a:pt x="68" y="46"/>
                    </a:cubicBezTo>
                    <a:cubicBezTo>
                      <a:pt x="68" y="42"/>
                      <a:pt x="71" y="40"/>
                      <a:pt x="74" y="40"/>
                    </a:cubicBezTo>
                    <a:cubicBezTo>
                      <a:pt x="77" y="40"/>
                      <a:pt x="80" y="42"/>
                      <a:pt x="80" y="46"/>
                    </a:cubicBezTo>
                    <a:cubicBezTo>
                      <a:pt x="80" y="56"/>
                      <a:pt x="80" y="56"/>
                      <a:pt x="80" y="56"/>
                    </a:cubicBezTo>
                    <a:cubicBezTo>
                      <a:pt x="84" y="56"/>
                      <a:pt x="84" y="56"/>
                      <a:pt x="84" y="56"/>
                    </a:cubicBezTo>
                    <a:cubicBezTo>
                      <a:pt x="84" y="54"/>
                      <a:pt x="84" y="54"/>
                      <a:pt x="84" y="54"/>
                    </a:cubicBezTo>
                    <a:cubicBezTo>
                      <a:pt x="84" y="50"/>
                      <a:pt x="87" y="48"/>
                      <a:pt x="90" y="48"/>
                    </a:cubicBezTo>
                    <a:cubicBezTo>
                      <a:pt x="93" y="48"/>
                      <a:pt x="96" y="50"/>
                      <a:pt x="96" y="54"/>
                    </a:cubicBezTo>
                    <a:lnTo>
                      <a:pt x="96"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9" name="Group 68"/>
            <p:cNvGrpSpPr/>
            <p:nvPr/>
          </p:nvGrpSpPr>
          <p:grpSpPr>
            <a:xfrm>
              <a:off x="1319274" y="6295418"/>
              <a:ext cx="309563" cy="322263"/>
              <a:chOff x="2495550" y="2527300"/>
              <a:chExt cx="309563" cy="322263"/>
            </a:xfrm>
            <a:grpFill/>
          </p:grpSpPr>
          <p:sp>
            <p:nvSpPr>
              <p:cNvPr id="219" name="Freeform 30"/>
              <p:cNvSpPr>
                <a:spLocks/>
              </p:cNvSpPr>
              <p:nvPr/>
            </p:nvSpPr>
            <p:spPr bwMode="auto">
              <a:xfrm>
                <a:off x="2495550" y="2527300"/>
                <a:ext cx="134938" cy="134938"/>
              </a:xfrm>
              <a:custGeom>
                <a:avLst/>
                <a:gdLst>
                  <a:gd name="T0" fmla="*/ 29 w 52"/>
                  <a:gd name="T1" fmla="*/ 38 h 52"/>
                  <a:gd name="T2" fmla="*/ 26 w 52"/>
                  <a:gd name="T3" fmla="*/ 35 h 52"/>
                  <a:gd name="T4" fmla="*/ 17 w 52"/>
                  <a:gd name="T5" fmla="*/ 44 h 52"/>
                  <a:gd name="T6" fmla="*/ 17 w 52"/>
                  <a:gd name="T7" fmla="*/ 38 h 52"/>
                  <a:gd name="T8" fmla="*/ 39 w 52"/>
                  <a:gd name="T9" fmla="*/ 16 h 52"/>
                  <a:gd name="T10" fmla="*/ 44 w 52"/>
                  <a:gd name="T11" fmla="*/ 17 h 52"/>
                  <a:gd name="T12" fmla="*/ 36 w 52"/>
                  <a:gd name="T13" fmla="*/ 25 h 52"/>
                  <a:gd name="T14" fmla="*/ 39 w 52"/>
                  <a:gd name="T15" fmla="*/ 28 h 52"/>
                  <a:gd name="T16" fmla="*/ 48 w 52"/>
                  <a:gd name="T17" fmla="*/ 18 h 52"/>
                  <a:gd name="T18" fmla="*/ 47 w 52"/>
                  <a:gd name="T19" fmla="*/ 18 h 52"/>
                  <a:gd name="T20" fmla="*/ 47 w 52"/>
                  <a:gd name="T21" fmla="*/ 18 h 52"/>
                  <a:gd name="T22" fmla="*/ 49 w 52"/>
                  <a:gd name="T23" fmla="*/ 17 h 52"/>
                  <a:gd name="T24" fmla="*/ 52 w 52"/>
                  <a:gd name="T25" fmla="*/ 14 h 52"/>
                  <a:gd name="T26" fmla="*/ 38 w 52"/>
                  <a:gd name="T27" fmla="*/ 0 h 52"/>
                  <a:gd name="T28" fmla="*/ 36 w 52"/>
                  <a:gd name="T29" fmla="*/ 3 h 52"/>
                  <a:gd name="T30" fmla="*/ 46 w 52"/>
                  <a:gd name="T31" fmla="*/ 13 h 52"/>
                  <a:gd name="T32" fmla="*/ 39 w 52"/>
                  <a:gd name="T33" fmla="*/ 12 h 52"/>
                  <a:gd name="T34" fmla="*/ 13 w 52"/>
                  <a:gd name="T35" fmla="*/ 38 h 52"/>
                  <a:gd name="T36" fmla="*/ 14 w 52"/>
                  <a:gd name="T37" fmla="*/ 46 h 52"/>
                  <a:gd name="T38" fmla="*/ 3 w 52"/>
                  <a:gd name="T39" fmla="*/ 35 h 52"/>
                  <a:gd name="T40" fmla="*/ 0 w 52"/>
                  <a:gd name="T41" fmla="*/ 38 h 52"/>
                  <a:gd name="T42" fmla="*/ 12 w 52"/>
                  <a:gd name="T43" fmla="*/ 49 h 52"/>
                  <a:gd name="T44" fmla="*/ 15 w 52"/>
                  <a:gd name="T45" fmla="*/ 52 h 52"/>
                  <a:gd name="T46" fmla="*/ 19 w 52"/>
                  <a:gd name="T47" fmla="*/ 48 h 52"/>
                  <a:gd name="T48" fmla="*/ 19 w 52"/>
                  <a:gd name="T49" fmla="*/ 48 h 52"/>
                  <a:gd name="T50" fmla="*/ 19 w 52"/>
                  <a:gd name="T51" fmla="*/ 48 h 52"/>
                  <a:gd name="T52" fmla="*/ 29 w 52"/>
                  <a:gd name="T53" fmla="*/ 3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 h="52">
                    <a:moveTo>
                      <a:pt x="29" y="38"/>
                    </a:moveTo>
                    <a:cubicBezTo>
                      <a:pt x="26" y="35"/>
                      <a:pt x="26" y="35"/>
                      <a:pt x="26" y="35"/>
                    </a:cubicBezTo>
                    <a:cubicBezTo>
                      <a:pt x="17" y="44"/>
                      <a:pt x="17" y="44"/>
                      <a:pt x="17" y="44"/>
                    </a:cubicBezTo>
                    <a:cubicBezTo>
                      <a:pt x="17" y="42"/>
                      <a:pt x="17" y="40"/>
                      <a:pt x="17" y="38"/>
                    </a:cubicBezTo>
                    <a:cubicBezTo>
                      <a:pt x="17" y="26"/>
                      <a:pt x="26" y="16"/>
                      <a:pt x="39" y="16"/>
                    </a:cubicBezTo>
                    <a:cubicBezTo>
                      <a:pt x="41" y="16"/>
                      <a:pt x="42" y="16"/>
                      <a:pt x="44" y="17"/>
                    </a:cubicBezTo>
                    <a:cubicBezTo>
                      <a:pt x="36" y="25"/>
                      <a:pt x="36" y="25"/>
                      <a:pt x="36" y="25"/>
                    </a:cubicBezTo>
                    <a:cubicBezTo>
                      <a:pt x="39" y="28"/>
                      <a:pt x="39" y="28"/>
                      <a:pt x="39" y="28"/>
                    </a:cubicBezTo>
                    <a:cubicBezTo>
                      <a:pt x="48" y="18"/>
                      <a:pt x="48" y="18"/>
                      <a:pt x="48" y="18"/>
                    </a:cubicBezTo>
                    <a:cubicBezTo>
                      <a:pt x="48" y="18"/>
                      <a:pt x="47" y="18"/>
                      <a:pt x="47" y="18"/>
                    </a:cubicBezTo>
                    <a:cubicBezTo>
                      <a:pt x="47" y="18"/>
                      <a:pt x="47" y="18"/>
                      <a:pt x="47" y="18"/>
                    </a:cubicBezTo>
                    <a:cubicBezTo>
                      <a:pt x="49" y="17"/>
                      <a:pt x="49" y="17"/>
                      <a:pt x="49" y="17"/>
                    </a:cubicBezTo>
                    <a:cubicBezTo>
                      <a:pt x="52" y="14"/>
                      <a:pt x="52" y="14"/>
                      <a:pt x="52" y="14"/>
                    </a:cubicBezTo>
                    <a:cubicBezTo>
                      <a:pt x="38" y="0"/>
                      <a:pt x="38" y="0"/>
                      <a:pt x="38" y="0"/>
                    </a:cubicBezTo>
                    <a:cubicBezTo>
                      <a:pt x="36" y="3"/>
                      <a:pt x="36" y="3"/>
                      <a:pt x="36" y="3"/>
                    </a:cubicBezTo>
                    <a:cubicBezTo>
                      <a:pt x="46" y="13"/>
                      <a:pt x="46" y="13"/>
                      <a:pt x="46" y="13"/>
                    </a:cubicBezTo>
                    <a:cubicBezTo>
                      <a:pt x="44" y="12"/>
                      <a:pt x="41" y="12"/>
                      <a:pt x="39" y="12"/>
                    </a:cubicBezTo>
                    <a:cubicBezTo>
                      <a:pt x="24" y="12"/>
                      <a:pt x="13" y="24"/>
                      <a:pt x="13" y="38"/>
                    </a:cubicBezTo>
                    <a:cubicBezTo>
                      <a:pt x="13" y="41"/>
                      <a:pt x="13" y="43"/>
                      <a:pt x="14" y="46"/>
                    </a:cubicBezTo>
                    <a:cubicBezTo>
                      <a:pt x="3" y="35"/>
                      <a:pt x="3" y="35"/>
                      <a:pt x="3" y="35"/>
                    </a:cubicBezTo>
                    <a:cubicBezTo>
                      <a:pt x="0" y="38"/>
                      <a:pt x="0" y="38"/>
                      <a:pt x="0" y="38"/>
                    </a:cubicBezTo>
                    <a:cubicBezTo>
                      <a:pt x="12" y="49"/>
                      <a:pt x="12" y="49"/>
                      <a:pt x="12" y="49"/>
                    </a:cubicBezTo>
                    <a:cubicBezTo>
                      <a:pt x="15" y="52"/>
                      <a:pt x="15" y="52"/>
                      <a:pt x="15" y="52"/>
                    </a:cubicBezTo>
                    <a:cubicBezTo>
                      <a:pt x="19" y="48"/>
                      <a:pt x="19" y="48"/>
                      <a:pt x="19" y="48"/>
                    </a:cubicBezTo>
                    <a:cubicBezTo>
                      <a:pt x="19" y="48"/>
                      <a:pt x="19" y="48"/>
                      <a:pt x="19" y="48"/>
                    </a:cubicBezTo>
                    <a:cubicBezTo>
                      <a:pt x="19" y="48"/>
                      <a:pt x="19" y="48"/>
                      <a:pt x="19" y="48"/>
                    </a:cubicBezTo>
                    <a:lnTo>
                      <a:pt x="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0" name="Freeform 31"/>
              <p:cNvSpPr>
                <a:spLocks noEditPoints="1"/>
              </p:cNvSpPr>
              <p:nvPr/>
            </p:nvSpPr>
            <p:spPr bwMode="auto">
              <a:xfrm>
                <a:off x="2551113" y="2557463"/>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7 w 98"/>
                  <a:gd name="T13" fmla="*/ 0 h 112"/>
                  <a:gd name="T14" fmla="*/ 48 w 98"/>
                  <a:gd name="T15" fmla="*/ 7 h 112"/>
                  <a:gd name="T16" fmla="*/ 41 w 98"/>
                  <a:gd name="T17" fmla="*/ 4 h 112"/>
                  <a:gd name="T18" fmla="*/ 30 w 98"/>
                  <a:gd name="T19" fmla="*/ 14 h 112"/>
                  <a:gd name="T20" fmla="*/ 30 w 98"/>
                  <a:gd name="T21" fmla="*/ 50 h 112"/>
                  <a:gd name="T22" fmla="*/ 8 w 98"/>
                  <a:gd name="T23" fmla="*/ 42 h 112"/>
                  <a:gd name="T24" fmla="*/ 31 w 98"/>
                  <a:gd name="T25" fmla="*/ 90 h 112"/>
                  <a:gd name="T26" fmla="*/ 65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5 w 98"/>
                  <a:gd name="T39" fmla="*/ 108 h 112"/>
                  <a:gd name="T40" fmla="*/ 34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6 h 112"/>
                  <a:gd name="T54" fmla="*/ 50 w 98"/>
                  <a:gd name="T55" fmla="*/ 56 h 112"/>
                  <a:gd name="T56" fmla="*/ 50 w 98"/>
                  <a:gd name="T57" fmla="*/ 10 h 112"/>
                  <a:gd name="T58" fmla="*/ 56 w 98"/>
                  <a:gd name="T59" fmla="*/ 4 h 112"/>
                  <a:gd name="T60" fmla="*/ 62 w 98"/>
                  <a:gd name="T61" fmla="*/ 10 h 112"/>
                  <a:gd name="T62" fmla="*/ 62 w 98"/>
                  <a:gd name="T63" fmla="*/ 52 h 112"/>
                  <a:gd name="T64" fmla="*/ 66 w 98"/>
                  <a:gd name="T65" fmla="*/ 52 h 112"/>
                  <a:gd name="T66" fmla="*/ 66 w 98"/>
                  <a:gd name="T67" fmla="*/ 46 h 112"/>
                  <a:gd name="T68" fmla="*/ 72 w 98"/>
                  <a:gd name="T69" fmla="*/ 40 h 112"/>
                  <a:gd name="T70" fmla="*/ 78 w 98"/>
                  <a:gd name="T71" fmla="*/ 46 h 112"/>
                  <a:gd name="T72" fmla="*/ 78 w 98"/>
                  <a:gd name="T73" fmla="*/ 56 h 112"/>
                  <a:gd name="T74" fmla="*/ 82 w 98"/>
                  <a:gd name="T75" fmla="*/ 56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1"/>
                      <a:pt x="78" y="36"/>
                      <a:pt x="72" y="36"/>
                    </a:cubicBezTo>
                    <a:cubicBezTo>
                      <a:pt x="70" y="36"/>
                      <a:pt x="70" y="37"/>
                      <a:pt x="66" y="38"/>
                    </a:cubicBezTo>
                    <a:cubicBezTo>
                      <a:pt x="66" y="10"/>
                      <a:pt x="66" y="10"/>
                      <a:pt x="66" y="10"/>
                    </a:cubicBezTo>
                    <a:cubicBezTo>
                      <a:pt x="66" y="5"/>
                      <a:pt x="62" y="0"/>
                      <a:pt x="57" y="0"/>
                    </a:cubicBezTo>
                    <a:cubicBezTo>
                      <a:pt x="53" y="0"/>
                      <a:pt x="49" y="3"/>
                      <a:pt x="48" y="7"/>
                    </a:cubicBezTo>
                    <a:cubicBezTo>
                      <a:pt x="46" y="5"/>
                      <a:pt x="43" y="4"/>
                      <a:pt x="41" y="4"/>
                    </a:cubicBezTo>
                    <a:cubicBezTo>
                      <a:pt x="35" y="4"/>
                      <a:pt x="30" y="9"/>
                      <a:pt x="30" y="14"/>
                    </a:cubicBezTo>
                    <a:cubicBezTo>
                      <a:pt x="30" y="50"/>
                      <a:pt x="30" y="50"/>
                      <a:pt x="30" y="50"/>
                    </a:cubicBezTo>
                    <a:cubicBezTo>
                      <a:pt x="22" y="42"/>
                      <a:pt x="14" y="37"/>
                      <a:pt x="8" y="42"/>
                    </a:cubicBezTo>
                    <a:cubicBezTo>
                      <a:pt x="0" y="50"/>
                      <a:pt x="18" y="66"/>
                      <a:pt x="31" y="90"/>
                    </a:cubicBezTo>
                    <a:cubicBezTo>
                      <a:pt x="40" y="106"/>
                      <a:pt x="52" y="112"/>
                      <a:pt x="65"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50" y="108"/>
                      <a:pt x="41" y="100"/>
                      <a:pt x="34" y="88"/>
                    </a:cubicBezTo>
                    <a:cubicBezTo>
                      <a:pt x="19" y="62"/>
                      <a:pt x="7" y="50"/>
                      <a:pt x="11" y="45"/>
                    </a:cubicBezTo>
                    <a:cubicBezTo>
                      <a:pt x="16" y="41"/>
                      <a:pt x="26" y="50"/>
                      <a:pt x="34" y="59"/>
                    </a:cubicBezTo>
                    <a:cubicBezTo>
                      <a:pt x="34" y="14"/>
                      <a:pt x="34" y="14"/>
                      <a:pt x="34" y="14"/>
                    </a:cubicBezTo>
                    <a:cubicBezTo>
                      <a:pt x="34" y="11"/>
                      <a:pt x="37" y="8"/>
                      <a:pt x="40" y="8"/>
                    </a:cubicBezTo>
                    <a:cubicBezTo>
                      <a:pt x="43" y="8"/>
                      <a:pt x="46" y="11"/>
                      <a:pt x="46" y="14"/>
                    </a:cubicBezTo>
                    <a:cubicBezTo>
                      <a:pt x="46" y="56"/>
                      <a:pt x="46" y="56"/>
                      <a:pt x="46" y="56"/>
                    </a:cubicBezTo>
                    <a:cubicBezTo>
                      <a:pt x="50" y="56"/>
                      <a:pt x="50" y="56"/>
                      <a:pt x="50" y="56"/>
                    </a:cubicBezTo>
                    <a:cubicBezTo>
                      <a:pt x="50" y="10"/>
                      <a:pt x="50" y="10"/>
                      <a:pt x="50" y="10"/>
                    </a:cubicBezTo>
                    <a:cubicBezTo>
                      <a:pt x="50" y="7"/>
                      <a:pt x="53" y="4"/>
                      <a:pt x="56" y="4"/>
                    </a:cubicBezTo>
                    <a:cubicBezTo>
                      <a:pt x="59" y="4"/>
                      <a:pt x="62" y="7"/>
                      <a:pt x="62" y="10"/>
                    </a:cubicBezTo>
                    <a:cubicBezTo>
                      <a:pt x="62" y="52"/>
                      <a:pt x="62" y="52"/>
                      <a:pt x="62" y="52"/>
                    </a:cubicBezTo>
                    <a:cubicBezTo>
                      <a:pt x="66" y="52"/>
                      <a:pt x="66" y="52"/>
                      <a:pt x="66" y="52"/>
                    </a:cubicBezTo>
                    <a:cubicBezTo>
                      <a:pt x="66" y="46"/>
                      <a:pt x="66" y="46"/>
                      <a:pt x="66" y="46"/>
                    </a:cubicBezTo>
                    <a:cubicBezTo>
                      <a:pt x="66" y="43"/>
                      <a:pt x="69" y="40"/>
                      <a:pt x="72" y="40"/>
                    </a:cubicBezTo>
                    <a:cubicBezTo>
                      <a:pt x="75" y="40"/>
                      <a:pt x="78" y="43"/>
                      <a:pt x="78" y="46"/>
                    </a:cubicBezTo>
                    <a:cubicBezTo>
                      <a:pt x="78" y="56"/>
                      <a:pt x="78" y="56"/>
                      <a:pt x="78" y="56"/>
                    </a:cubicBezTo>
                    <a:cubicBezTo>
                      <a:pt x="82" y="56"/>
                      <a:pt x="82" y="56"/>
                      <a:pt x="82" y="56"/>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70" name="Freeform 32"/>
            <p:cNvSpPr>
              <a:spLocks noEditPoints="1"/>
            </p:cNvSpPr>
            <p:nvPr/>
          </p:nvSpPr>
          <p:spPr bwMode="auto">
            <a:xfrm>
              <a:off x="1649861" y="3039669"/>
              <a:ext cx="269875" cy="303213"/>
            </a:xfrm>
            <a:custGeom>
              <a:avLst/>
              <a:gdLst>
                <a:gd name="T0" fmla="*/ 36 w 104"/>
                <a:gd name="T1" fmla="*/ 20 h 116"/>
                <a:gd name="T2" fmla="*/ 8 w 104"/>
                <a:gd name="T3" fmla="*/ 20 h 116"/>
                <a:gd name="T4" fmla="*/ 21 w 104"/>
                <a:gd name="T5" fmla="*/ 33 h 116"/>
                <a:gd name="T6" fmla="*/ 18 w 104"/>
                <a:gd name="T7" fmla="*/ 36 h 116"/>
                <a:gd name="T8" fmla="*/ 0 w 104"/>
                <a:gd name="T9" fmla="*/ 18 h 116"/>
                <a:gd name="T10" fmla="*/ 18 w 104"/>
                <a:gd name="T11" fmla="*/ 0 h 116"/>
                <a:gd name="T12" fmla="*/ 21 w 104"/>
                <a:gd name="T13" fmla="*/ 3 h 116"/>
                <a:gd name="T14" fmla="*/ 8 w 104"/>
                <a:gd name="T15" fmla="*/ 16 h 116"/>
                <a:gd name="T16" fmla="*/ 36 w 104"/>
                <a:gd name="T17" fmla="*/ 16 h 116"/>
                <a:gd name="T18" fmla="*/ 46 w 104"/>
                <a:gd name="T19" fmla="*/ 8 h 116"/>
                <a:gd name="T20" fmla="*/ 56 w 104"/>
                <a:gd name="T21" fmla="*/ 18 h 116"/>
                <a:gd name="T22" fmla="*/ 56 w 104"/>
                <a:gd name="T23" fmla="*/ 38 h 116"/>
                <a:gd name="T24" fmla="*/ 62 w 104"/>
                <a:gd name="T25" fmla="*/ 36 h 116"/>
                <a:gd name="T26" fmla="*/ 71 w 104"/>
                <a:gd name="T27" fmla="*/ 43 h 116"/>
                <a:gd name="T28" fmla="*/ 78 w 104"/>
                <a:gd name="T29" fmla="*/ 40 h 116"/>
                <a:gd name="T30" fmla="*/ 88 w 104"/>
                <a:gd name="T31" fmla="*/ 50 h 116"/>
                <a:gd name="T32" fmla="*/ 88 w 104"/>
                <a:gd name="T33" fmla="*/ 50 h 116"/>
                <a:gd name="T34" fmla="*/ 94 w 104"/>
                <a:gd name="T35" fmla="*/ 48 h 116"/>
                <a:gd name="T36" fmla="*/ 104 w 104"/>
                <a:gd name="T37" fmla="*/ 58 h 116"/>
                <a:gd name="T38" fmla="*/ 104 w 104"/>
                <a:gd name="T39" fmla="*/ 82 h 116"/>
                <a:gd name="T40" fmla="*/ 70 w 104"/>
                <a:gd name="T41" fmla="*/ 116 h 116"/>
                <a:gd name="T42" fmla="*/ 35 w 104"/>
                <a:gd name="T43" fmla="*/ 94 h 116"/>
                <a:gd name="T44" fmla="*/ 14 w 104"/>
                <a:gd name="T45" fmla="*/ 46 h 116"/>
                <a:gd name="T46" fmla="*/ 36 w 104"/>
                <a:gd name="T47" fmla="*/ 53 h 116"/>
                <a:gd name="T48" fmla="*/ 36 w 104"/>
                <a:gd name="T49" fmla="*/ 53 h 116"/>
                <a:gd name="T50" fmla="*/ 36 w 104"/>
                <a:gd name="T51" fmla="*/ 20 h 116"/>
                <a:gd name="T52" fmla="*/ 70 w 104"/>
                <a:gd name="T53" fmla="*/ 112 h 116"/>
                <a:gd name="T54" fmla="*/ 100 w 104"/>
                <a:gd name="T55" fmla="*/ 82 h 116"/>
                <a:gd name="T56" fmla="*/ 100 w 104"/>
                <a:gd name="T57" fmla="*/ 82 h 116"/>
                <a:gd name="T58" fmla="*/ 100 w 104"/>
                <a:gd name="T59" fmla="*/ 67 h 116"/>
                <a:gd name="T60" fmla="*/ 100 w 104"/>
                <a:gd name="T61" fmla="*/ 58 h 116"/>
                <a:gd name="T62" fmla="*/ 94 w 104"/>
                <a:gd name="T63" fmla="*/ 52 h 116"/>
                <a:gd name="T64" fmla="*/ 88 w 104"/>
                <a:gd name="T65" fmla="*/ 58 h 116"/>
                <a:gd name="T66" fmla="*/ 88 w 104"/>
                <a:gd name="T67" fmla="*/ 60 h 116"/>
                <a:gd name="T68" fmla="*/ 84 w 104"/>
                <a:gd name="T69" fmla="*/ 60 h 116"/>
                <a:gd name="T70" fmla="*/ 84 w 104"/>
                <a:gd name="T71" fmla="*/ 50 h 116"/>
                <a:gd name="T72" fmla="*/ 78 w 104"/>
                <a:gd name="T73" fmla="*/ 44 h 116"/>
                <a:gd name="T74" fmla="*/ 72 w 104"/>
                <a:gd name="T75" fmla="*/ 50 h 116"/>
                <a:gd name="T76" fmla="*/ 72 w 104"/>
                <a:gd name="T77" fmla="*/ 56 h 116"/>
                <a:gd name="T78" fmla="*/ 68 w 104"/>
                <a:gd name="T79" fmla="*/ 56 h 116"/>
                <a:gd name="T80" fmla="*/ 68 w 104"/>
                <a:gd name="T81" fmla="*/ 46 h 116"/>
                <a:gd name="T82" fmla="*/ 62 w 104"/>
                <a:gd name="T83" fmla="*/ 40 h 116"/>
                <a:gd name="T84" fmla="*/ 56 w 104"/>
                <a:gd name="T85" fmla="*/ 46 h 116"/>
                <a:gd name="T86" fmla="*/ 56 w 104"/>
                <a:gd name="T87" fmla="*/ 60 h 116"/>
                <a:gd name="T88" fmla="*/ 52 w 104"/>
                <a:gd name="T89" fmla="*/ 60 h 116"/>
                <a:gd name="T90" fmla="*/ 52 w 104"/>
                <a:gd name="T91" fmla="*/ 18 h 116"/>
                <a:gd name="T92" fmla="*/ 46 w 104"/>
                <a:gd name="T93" fmla="*/ 12 h 116"/>
                <a:gd name="T94" fmla="*/ 40 w 104"/>
                <a:gd name="T95" fmla="*/ 18 h 116"/>
                <a:gd name="T96" fmla="*/ 40 w 104"/>
                <a:gd name="T97" fmla="*/ 63 h 116"/>
                <a:gd name="T98" fmla="*/ 17 w 104"/>
                <a:gd name="T99" fmla="*/ 49 h 116"/>
                <a:gd name="T100" fmla="*/ 39 w 104"/>
                <a:gd name="T101" fmla="*/ 92 h 116"/>
                <a:gd name="T102" fmla="*/ 70 w 104"/>
                <a:gd name="T10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4" h="116">
                  <a:moveTo>
                    <a:pt x="36" y="20"/>
                  </a:moveTo>
                  <a:cubicBezTo>
                    <a:pt x="8" y="20"/>
                    <a:pt x="8" y="20"/>
                    <a:pt x="8" y="20"/>
                  </a:cubicBezTo>
                  <a:cubicBezTo>
                    <a:pt x="21" y="33"/>
                    <a:pt x="21" y="33"/>
                    <a:pt x="21" y="33"/>
                  </a:cubicBezTo>
                  <a:cubicBezTo>
                    <a:pt x="18" y="36"/>
                    <a:pt x="18" y="36"/>
                    <a:pt x="18" y="36"/>
                  </a:cubicBezTo>
                  <a:cubicBezTo>
                    <a:pt x="0" y="18"/>
                    <a:pt x="0" y="18"/>
                    <a:pt x="0" y="18"/>
                  </a:cubicBezTo>
                  <a:cubicBezTo>
                    <a:pt x="18" y="0"/>
                    <a:pt x="18" y="0"/>
                    <a:pt x="18" y="0"/>
                  </a:cubicBezTo>
                  <a:cubicBezTo>
                    <a:pt x="21" y="3"/>
                    <a:pt x="21" y="3"/>
                    <a:pt x="21" y="3"/>
                  </a:cubicBezTo>
                  <a:cubicBezTo>
                    <a:pt x="8" y="16"/>
                    <a:pt x="8" y="16"/>
                    <a:pt x="8" y="16"/>
                  </a:cubicBezTo>
                  <a:cubicBezTo>
                    <a:pt x="36" y="16"/>
                    <a:pt x="36" y="16"/>
                    <a:pt x="36" y="16"/>
                  </a:cubicBezTo>
                  <a:cubicBezTo>
                    <a:pt x="37" y="11"/>
                    <a:pt x="41" y="8"/>
                    <a:pt x="46" y="8"/>
                  </a:cubicBezTo>
                  <a:cubicBezTo>
                    <a:pt x="52" y="8"/>
                    <a:pt x="56" y="12"/>
                    <a:pt x="56" y="18"/>
                  </a:cubicBezTo>
                  <a:cubicBezTo>
                    <a:pt x="56" y="38"/>
                    <a:pt x="56" y="38"/>
                    <a:pt x="56" y="38"/>
                  </a:cubicBezTo>
                  <a:cubicBezTo>
                    <a:pt x="58" y="37"/>
                    <a:pt x="60" y="36"/>
                    <a:pt x="62" y="36"/>
                  </a:cubicBezTo>
                  <a:cubicBezTo>
                    <a:pt x="66" y="36"/>
                    <a:pt x="70" y="39"/>
                    <a:pt x="71" y="43"/>
                  </a:cubicBezTo>
                  <a:cubicBezTo>
                    <a:pt x="73" y="41"/>
                    <a:pt x="76" y="40"/>
                    <a:pt x="78" y="40"/>
                  </a:cubicBezTo>
                  <a:cubicBezTo>
                    <a:pt x="84" y="40"/>
                    <a:pt x="88" y="44"/>
                    <a:pt x="88" y="50"/>
                  </a:cubicBezTo>
                  <a:cubicBezTo>
                    <a:pt x="88" y="50"/>
                    <a:pt x="88" y="50"/>
                    <a:pt x="88" y="50"/>
                  </a:cubicBezTo>
                  <a:cubicBezTo>
                    <a:pt x="90" y="49"/>
                    <a:pt x="92" y="48"/>
                    <a:pt x="94" y="48"/>
                  </a:cubicBezTo>
                  <a:cubicBezTo>
                    <a:pt x="100" y="48"/>
                    <a:pt x="104" y="53"/>
                    <a:pt x="104" y="58"/>
                  </a:cubicBezTo>
                  <a:cubicBezTo>
                    <a:pt x="104" y="82"/>
                    <a:pt x="104" y="82"/>
                    <a:pt x="104" y="82"/>
                  </a:cubicBezTo>
                  <a:cubicBezTo>
                    <a:pt x="104" y="101"/>
                    <a:pt x="89" y="116"/>
                    <a:pt x="70" y="116"/>
                  </a:cubicBezTo>
                  <a:cubicBezTo>
                    <a:pt x="58" y="116"/>
                    <a:pt x="45" y="110"/>
                    <a:pt x="35" y="94"/>
                  </a:cubicBezTo>
                  <a:cubicBezTo>
                    <a:pt x="22" y="70"/>
                    <a:pt x="6" y="54"/>
                    <a:pt x="14" y="46"/>
                  </a:cubicBezTo>
                  <a:cubicBezTo>
                    <a:pt x="19" y="41"/>
                    <a:pt x="28" y="46"/>
                    <a:pt x="36" y="53"/>
                  </a:cubicBezTo>
                  <a:cubicBezTo>
                    <a:pt x="36" y="53"/>
                    <a:pt x="36" y="53"/>
                    <a:pt x="36" y="53"/>
                  </a:cubicBezTo>
                  <a:cubicBezTo>
                    <a:pt x="36" y="20"/>
                    <a:pt x="36" y="20"/>
                    <a:pt x="36" y="20"/>
                  </a:cubicBezTo>
                  <a:close/>
                  <a:moveTo>
                    <a:pt x="70" y="112"/>
                  </a:moveTo>
                  <a:cubicBezTo>
                    <a:pt x="87" y="112"/>
                    <a:pt x="100" y="98"/>
                    <a:pt x="100" y="82"/>
                  </a:cubicBezTo>
                  <a:cubicBezTo>
                    <a:pt x="100" y="82"/>
                    <a:pt x="100" y="91"/>
                    <a:pt x="100" y="82"/>
                  </a:cubicBezTo>
                  <a:cubicBezTo>
                    <a:pt x="100" y="67"/>
                    <a:pt x="100" y="67"/>
                    <a:pt x="100" y="67"/>
                  </a:cubicBezTo>
                  <a:cubicBezTo>
                    <a:pt x="100" y="58"/>
                    <a:pt x="100" y="58"/>
                    <a:pt x="100" y="58"/>
                  </a:cubicBezTo>
                  <a:cubicBezTo>
                    <a:pt x="100" y="55"/>
                    <a:pt x="97" y="52"/>
                    <a:pt x="94" y="52"/>
                  </a:cubicBezTo>
                  <a:cubicBezTo>
                    <a:pt x="91" y="52"/>
                    <a:pt x="88" y="55"/>
                    <a:pt x="88" y="58"/>
                  </a:cubicBezTo>
                  <a:cubicBezTo>
                    <a:pt x="88" y="60"/>
                    <a:pt x="88" y="60"/>
                    <a:pt x="88" y="60"/>
                  </a:cubicBezTo>
                  <a:cubicBezTo>
                    <a:pt x="84" y="60"/>
                    <a:pt x="84" y="60"/>
                    <a:pt x="84" y="60"/>
                  </a:cubicBezTo>
                  <a:cubicBezTo>
                    <a:pt x="84" y="50"/>
                    <a:pt x="84" y="50"/>
                    <a:pt x="84" y="50"/>
                  </a:cubicBezTo>
                  <a:cubicBezTo>
                    <a:pt x="84" y="47"/>
                    <a:pt x="81" y="44"/>
                    <a:pt x="78" y="44"/>
                  </a:cubicBezTo>
                  <a:cubicBezTo>
                    <a:pt x="75" y="44"/>
                    <a:pt x="72" y="47"/>
                    <a:pt x="72" y="50"/>
                  </a:cubicBezTo>
                  <a:cubicBezTo>
                    <a:pt x="72" y="56"/>
                    <a:pt x="72" y="56"/>
                    <a:pt x="72" y="56"/>
                  </a:cubicBezTo>
                  <a:cubicBezTo>
                    <a:pt x="68" y="56"/>
                    <a:pt x="68" y="56"/>
                    <a:pt x="68" y="56"/>
                  </a:cubicBezTo>
                  <a:cubicBezTo>
                    <a:pt x="68" y="46"/>
                    <a:pt x="68" y="46"/>
                    <a:pt x="68" y="46"/>
                  </a:cubicBezTo>
                  <a:cubicBezTo>
                    <a:pt x="68" y="43"/>
                    <a:pt x="65" y="40"/>
                    <a:pt x="62" y="40"/>
                  </a:cubicBezTo>
                  <a:cubicBezTo>
                    <a:pt x="59" y="40"/>
                    <a:pt x="56" y="43"/>
                    <a:pt x="56" y="46"/>
                  </a:cubicBezTo>
                  <a:cubicBezTo>
                    <a:pt x="56" y="60"/>
                    <a:pt x="56" y="60"/>
                    <a:pt x="56" y="60"/>
                  </a:cubicBezTo>
                  <a:cubicBezTo>
                    <a:pt x="52" y="60"/>
                    <a:pt x="52" y="60"/>
                    <a:pt x="52" y="60"/>
                  </a:cubicBezTo>
                  <a:cubicBezTo>
                    <a:pt x="52" y="18"/>
                    <a:pt x="52" y="18"/>
                    <a:pt x="52" y="18"/>
                  </a:cubicBezTo>
                  <a:cubicBezTo>
                    <a:pt x="52" y="15"/>
                    <a:pt x="49" y="12"/>
                    <a:pt x="46" y="12"/>
                  </a:cubicBezTo>
                  <a:cubicBezTo>
                    <a:pt x="43" y="12"/>
                    <a:pt x="40" y="15"/>
                    <a:pt x="40" y="18"/>
                  </a:cubicBezTo>
                  <a:cubicBezTo>
                    <a:pt x="40" y="63"/>
                    <a:pt x="40" y="63"/>
                    <a:pt x="40" y="63"/>
                  </a:cubicBezTo>
                  <a:cubicBezTo>
                    <a:pt x="32" y="54"/>
                    <a:pt x="21" y="45"/>
                    <a:pt x="17" y="49"/>
                  </a:cubicBezTo>
                  <a:cubicBezTo>
                    <a:pt x="12" y="54"/>
                    <a:pt x="23" y="66"/>
                    <a:pt x="39" y="92"/>
                  </a:cubicBezTo>
                  <a:cubicBezTo>
                    <a:pt x="46" y="104"/>
                    <a:pt x="55" y="112"/>
                    <a:pt x="70"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1" name="Freeform 33"/>
            <p:cNvSpPr>
              <a:spLocks noEditPoints="1"/>
            </p:cNvSpPr>
            <p:nvPr/>
          </p:nvSpPr>
          <p:spPr bwMode="auto">
            <a:xfrm>
              <a:off x="3737053" y="2107975"/>
              <a:ext cx="255588" cy="303213"/>
            </a:xfrm>
            <a:custGeom>
              <a:avLst/>
              <a:gdLst>
                <a:gd name="T0" fmla="*/ 88 w 98"/>
                <a:gd name="T1" fmla="*/ 48 h 116"/>
                <a:gd name="T2" fmla="*/ 82 w 98"/>
                <a:gd name="T3" fmla="*/ 50 h 116"/>
                <a:gd name="T4" fmla="*/ 82 w 98"/>
                <a:gd name="T5" fmla="*/ 50 h 116"/>
                <a:gd name="T6" fmla="*/ 72 w 98"/>
                <a:gd name="T7" fmla="*/ 40 h 116"/>
                <a:gd name="T8" fmla="*/ 66 w 98"/>
                <a:gd name="T9" fmla="*/ 43 h 116"/>
                <a:gd name="T10" fmla="*/ 56 w 98"/>
                <a:gd name="T11" fmla="*/ 36 h 116"/>
                <a:gd name="T12" fmla="*/ 50 w 98"/>
                <a:gd name="T13" fmla="*/ 38 h 116"/>
                <a:gd name="T14" fmla="*/ 50 w 98"/>
                <a:gd name="T15" fmla="*/ 20 h 116"/>
                <a:gd name="T16" fmla="*/ 79 w 98"/>
                <a:gd name="T17" fmla="*/ 20 h 116"/>
                <a:gd name="T18" fmla="*/ 66 w 98"/>
                <a:gd name="T19" fmla="*/ 33 h 116"/>
                <a:gd name="T20" fmla="*/ 69 w 98"/>
                <a:gd name="T21" fmla="*/ 36 h 116"/>
                <a:gd name="T22" fmla="*/ 87 w 98"/>
                <a:gd name="T23" fmla="*/ 18 h 116"/>
                <a:gd name="T24" fmla="*/ 69 w 98"/>
                <a:gd name="T25" fmla="*/ 0 h 116"/>
                <a:gd name="T26" fmla="*/ 66 w 98"/>
                <a:gd name="T27" fmla="*/ 3 h 116"/>
                <a:gd name="T28" fmla="*/ 79 w 98"/>
                <a:gd name="T29" fmla="*/ 16 h 116"/>
                <a:gd name="T30" fmla="*/ 50 w 98"/>
                <a:gd name="T31" fmla="*/ 16 h 116"/>
                <a:gd name="T32" fmla="*/ 40 w 98"/>
                <a:gd name="T33" fmla="*/ 8 h 116"/>
                <a:gd name="T34" fmla="*/ 30 w 98"/>
                <a:gd name="T35" fmla="*/ 18 h 116"/>
                <a:gd name="T36" fmla="*/ 30 w 98"/>
                <a:gd name="T37" fmla="*/ 53 h 116"/>
                <a:gd name="T38" fmla="*/ 8 w 98"/>
                <a:gd name="T39" fmla="*/ 46 h 116"/>
                <a:gd name="T40" fmla="*/ 30 w 98"/>
                <a:gd name="T41" fmla="*/ 94 h 116"/>
                <a:gd name="T42" fmla="*/ 64 w 98"/>
                <a:gd name="T43" fmla="*/ 116 h 116"/>
                <a:gd name="T44" fmla="*/ 98 w 98"/>
                <a:gd name="T45" fmla="*/ 82 h 116"/>
                <a:gd name="T46" fmla="*/ 98 w 98"/>
                <a:gd name="T47" fmla="*/ 58 h 116"/>
                <a:gd name="T48" fmla="*/ 88 w 98"/>
                <a:gd name="T49" fmla="*/ 48 h 116"/>
                <a:gd name="T50" fmla="*/ 94 w 98"/>
                <a:gd name="T51" fmla="*/ 67 h 116"/>
                <a:gd name="T52" fmla="*/ 94 w 98"/>
                <a:gd name="T53" fmla="*/ 82 h 116"/>
                <a:gd name="T54" fmla="*/ 94 w 98"/>
                <a:gd name="T55" fmla="*/ 86 h 116"/>
                <a:gd name="T56" fmla="*/ 94 w 98"/>
                <a:gd name="T57" fmla="*/ 82 h 116"/>
                <a:gd name="T58" fmla="*/ 64 w 98"/>
                <a:gd name="T59" fmla="*/ 112 h 116"/>
                <a:gd name="T60" fmla="*/ 33 w 98"/>
                <a:gd name="T61" fmla="*/ 92 h 116"/>
                <a:gd name="T62" fmla="*/ 11 w 98"/>
                <a:gd name="T63" fmla="*/ 49 h 116"/>
                <a:gd name="T64" fmla="*/ 34 w 98"/>
                <a:gd name="T65" fmla="*/ 63 h 116"/>
                <a:gd name="T66" fmla="*/ 34 w 98"/>
                <a:gd name="T67" fmla="*/ 18 h 116"/>
                <a:gd name="T68" fmla="*/ 40 w 98"/>
                <a:gd name="T69" fmla="*/ 12 h 116"/>
                <a:gd name="T70" fmla="*/ 46 w 98"/>
                <a:gd name="T71" fmla="*/ 18 h 116"/>
                <a:gd name="T72" fmla="*/ 46 w 98"/>
                <a:gd name="T73" fmla="*/ 60 h 116"/>
                <a:gd name="T74" fmla="*/ 50 w 98"/>
                <a:gd name="T75" fmla="*/ 60 h 116"/>
                <a:gd name="T76" fmla="*/ 50 w 98"/>
                <a:gd name="T77" fmla="*/ 46 h 116"/>
                <a:gd name="T78" fmla="*/ 56 w 98"/>
                <a:gd name="T79" fmla="*/ 40 h 116"/>
                <a:gd name="T80" fmla="*/ 62 w 98"/>
                <a:gd name="T81" fmla="*/ 46 h 116"/>
                <a:gd name="T82" fmla="*/ 62 w 98"/>
                <a:gd name="T83" fmla="*/ 56 h 116"/>
                <a:gd name="T84" fmla="*/ 66 w 98"/>
                <a:gd name="T85" fmla="*/ 56 h 116"/>
                <a:gd name="T86" fmla="*/ 66 w 98"/>
                <a:gd name="T87" fmla="*/ 50 h 116"/>
                <a:gd name="T88" fmla="*/ 72 w 98"/>
                <a:gd name="T89" fmla="*/ 44 h 116"/>
                <a:gd name="T90" fmla="*/ 78 w 98"/>
                <a:gd name="T91" fmla="*/ 50 h 116"/>
                <a:gd name="T92" fmla="*/ 78 w 98"/>
                <a:gd name="T93" fmla="*/ 60 h 116"/>
                <a:gd name="T94" fmla="*/ 82 w 98"/>
                <a:gd name="T95" fmla="*/ 60 h 116"/>
                <a:gd name="T96" fmla="*/ 82 w 98"/>
                <a:gd name="T97" fmla="*/ 58 h 116"/>
                <a:gd name="T98" fmla="*/ 88 w 98"/>
                <a:gd name="T99" fmla="*/ 52 h 116"/>
                <a:gd name="T100" fmla="*/ 94 w 98"/>
                <a:gd name="T101" fmla="*/ 58 h 116"/>
                <a:gd name="T102" fmla="*/ 94 w 98"/>
                <a:gd name="T103" fmla="*/ 6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16">
                  <a:moveTo>
                    <a:pt x="88" y="48"/>
                  </a:moveTo>
                  <a:cubicBezTo>
                    <a:pt x="86" y="48"/>
                    <a:pt x="86" y="49"/>
                    <a:pt x="82" y="50"/>
                  </a:cubicBezTo>
                  <a:cubicBezTo>
                    <a:pt x="82" y="50"/>
                    <a:pt x="82" y="50"/>
                    <a:pt x="82" y="50"/>
                  </a:cubicBezTo>
                  <a:cubicBezTo>
                    <a:pt x="82" y="44"/>
                    <a:pt x="78" y="40"/>
                    <a:pt x="72" y="40"/>
                  </a:cubicBezTo>
                  <a:cubicBezTo>
                    <a:pt x="70" y="40"/>
                    <a:pt x="68" y="41"/>
                    <a:pt x="66" y="43"/>
                  </a:cubicBezTo>
                  <a:cubicBezTo>
                    <a:pt x="64" y="39"/>
                    <a:pt x="61" y="36"/>
                    <a:pt x="56" y="36"/>
                  </a:cubicBezTo>
                  <a:cubicBezTo>
                    <a:pt x="54" y="36"/>
                    <a:pt x="54" y="37"/>
                    <a:pt x="50" y="38"/>
                  </a:cubicBezTo>
                  <a:cubicBezTo>
                    <a:pt x="50" y="20"/>
                    <a:pt x="50" y="20"/>
                    <a:pt x="50" y="20"/>
                  </a:cubicBezTo>
                  <a:cubicBezTo>
                    <a:pt x="79" y="20"/>
                    <a:pt x="79" y="20"/>
                    <a:pt x="79" y="20"/>
                  </a:cubicBezTo>
                  <a:cubicBezTo>
                    <a:pt x="66" y="33"/>
                    <a:pt x="66" y="33"/>
                    <a:pt x="66" y="33"/>
                  </a:cubicBezTo>
                  <a:cubicBezTo>
                    <a:pt x="69" y="36"/>
                    <a:pt x="69" y="36"/>
                    <a:pt x="69" y="36"/>
                  </a:cubicBezTo>
                  <a:cubicBezTo>
                    <a:pt x="87" y="18"/>
                    <a:pt x="87" y="18"/>
                    <a:pt x="87" y="18"/>
                  </a:cubicBezTo>
                  <a:cubicBezTo>
                    <a:pt x="69" y="0"/>
                    <a:pt x="69" y="0"/>
                    <a:pt x="69" y="0"/>
                  </a:cubicBezTo>
                  <a:cubicBezTo>
                    <a:pt x="66" y="3"/>
                    <a:pt x="66" y="3"/>
                    <a:pt x="66" y="3"/>
                  </a:cubicBezTo>
                  <a:cubicBezTo>
                    <a:pt x="79" y="16"/>
                    <a:pt x="79" y="16"/>
                    <a:pt x="79" y="16"/>
                  </a:cubicBezTo>
                  <a:cubicBezTo>
                    <a:pt x="50" y="16"/>
                    <a:pt x="50" y="16"/>
                    <a:pt x="50" y="16"/>
                  </a:cubicBezTo>
                  <a:cubicBezTo>
                    <a:pt x="49" y="12"/>
                    <a:pt x="45" y="8"/>
                    <a:pt x="40" y="8"/>
                  </a:cubicBezTo>
                  <a:cubicBezTo>
                    <a:pt x="35" y="8"/>
                    <a:pt x="30" y="12"/>
                    <a:pt x="30" y="18"/>
                  </a:cubicBezTo>
                  <a:cubicBezTo>
                    <a:pt x="30" y="53"/>
                    <a:pt x="30" y="53"/>
                    <a:pt x="30" y="53"/>
                  </a:cubicBezTo>
                  <a:cubicBezTo>
                    <a:pt x="22" y="46"/>
                    <a:pt x="14" y="41"/>
                    <a:pt x="8" y="46"/>
                  </a:cubicBezTo>
                  <a:cubicBezTo>
                    <a:pt x="0" y="54"/>
                    <a:pt x="17" y="70"/>
                    <a:pt x="30" y="94"/>
                  </a:cubicBezTo>
                  <a:cubicBezTo>
                    <a:pt x="39" y="110"/>
                    <a:pt x="52" y="116"/>
                    <a:pt x="64" y="116"/>
                  </a:cubicBezTo>
                  <a:cubicBezTo>
                    <a:pt x="83" y="116"/>
                    <a:pt x="98" y="101"/>
                    <a:pt x="98" y="82"/>
                  </a:cubicBezTo>
                  <a:cubicBezTo>
                    <a:pt x="98" y="58"/>
                    <a:pt x="98" y="58"/>
                    <a:pt x="98" y="58"/>
                  </a:cubicBezTo>
                  <a:cubicBezTo>
                    <a:pt x="98" y="53"/>
                    <a:pt x="94" y="48"/>
                    <a:pt x="88" y="48"/>
                  </a:cubicBezTo>
                  <a:close/>
                  <a:moveTo>
                    <a:pt x="94" y="67"/>
                  </a:moveTo>
                  <a:cubicBezTo>
                    <a:pt x="94" y="82"/>
                    <a:pt x="94" y="82"/>
                    <a:pt x="94" y="82"/>
                  </a:cubicBezTo>
                  <a:cubicBezTo>
                    <a:pt x="94" y="82"/>
                    <a:pt x="94" y="86"/>
                    <a:pt x="94" y="86"/>
                  </a:cubicBezTo>
                  <a:cubicBezTo>
                    <a:pt x="94" y="86"/>
                    <a:pt x="94" y="82"/>
                    <a:pt x="94" y="82"/>
                  </a:cubicBezTo>
                  <a:cubicBezTo>
                    <a:pt x="94" y="98"/>
                    <a:pt x="81" y="112"/>
                    <a:pt x="64" y="112"/>
                  </a:cubicBezTo>
                  <a:cubicBezTo>
                    <a:pt x="49" y="112"/>
                    <a:pt x="41" y="104"/>
                    <a:pt x="33" y="92"/>
                  </a:cubicBezTo>
                  <a:cubicBezTo>
                    <a:pt x="18" y="66"/>
                    <a:pt x="6" y="54"/>
                    <a:pt x="11" y="49"/>
                  </a:cubicBezTo>
                  <a:cubicBezTo>
                    <a:pt x="15" y="45"/>
                    <a:pt x="26" y="54"/>
                    <a:pt x="34" y="63"/>
                  </a:cubicBezTo>
                  <a:cubicBezTo>
                    <a:pt x="34" y="18"/>
                    <a:pt x="34" y="18"/>
                    <a:pt x="34" y="18"/>
                  </a:cubicBezTo>
                  <a:cubicBezTo>
                    <a:pt x="34" y="15"/>
                    <a:pt x="37" y="12"/>
                    <a:pt x="40" y="12"/>
                  </a:cubicBezTo>
                  <a:cubicBezTo>
                    <a:pt x="43" y="12"/>
                    <a:pt x="46" y="15"/>
                    <a:pt x="46" y="18"/>
                  </a:cubicBezTo>
                  <a:cubicBezTo>
                    <a:pt x="46" y="60"/>
                    <a:pt x="46" y="60"/>
                    <a:pt x="46" y="60"/>
                  </a:cubicBezTo>
                  <a:cubicBezTo>
                    <a:pt x="50" y="60"/>
                    <a:pt x="50" y="60"/>
                    <a:pt x="50" y="60"/>
                  </a:cubicBezTo>
                  <a:cubicBezTo>
                    <a:pt x="50" y="46"/>
                    <a:pt x="50" y="46"/>
                    <a:pt x="50" y="46"/>
                  </a:cubicBezTo>
                  <a:cubicBezTo>
                    <a:pt x="50" y="43"/>
                    <a:pt x="53" y="40"/>
                    <a:pt x="56" y="40"/>
                  </a:cubicBezTo>
                  <a:cubicBezTo>
                    <a:pt x="59" y="40"/>
                    <a:pt x="62" y="43"/>
                    <a:pt x="62" y="46"/>
                  </a:cubicBezTo>
                  <a:cubicBezTo>
                    <a:pt x="62" y="56"/>
                    <a:pt x="62" y="56"/>
                    <a:pt x="62" y="56"/>
                  </a:cubicBezTo>
                  <a:cubicBezTo>
                    <a:pt x="66" y="56"/>
                    <a:pt x="66" y="56"/>
                    <a:pt x="66" y="56"/>
                  </a:cubicBezTo>
                  <a:cubicBezTo>
                    <a:pt x="66" y="50"/>
                    <a:pt x="66" y="50"/>
                    <a:pt x="66" y="50"/>
                  </a:cubicBezTo>
                  <a:cubicBezTo>
                    <a:pt x="66" y="47"/>
                    <a:pt x="69" y="44"/>
                    <a:pt x="72" y="44"/>
                  </a:cubicBezTo>
                  <a:cubicBezTo>
                    <a:pt x="75" y="44"/>
                    <a:pt x="78" y="47"/>
                    <a:pt x="78" y="50"/>
                  </a:cubicBezTo>
                  <a:cubicBezTo>
                    <a:pt x="78" y="60"/>
                    <a:pt x="78" y="60"/>
                    <a:pt x="78" y="60"/>
                  </a:cubicBezTo>
                  <a:cubicBezTo>
                    <a:pt x="82" y="60"/>
                    <a:pt x="82" y="60"/>
                    <a:pt x="82" y="60"/>
                  </a:cubicBezTo>
                  <a:cubicBezTo>
                    <a:pt x="82" y="58"/>
                    <a:pt x="82" y="58"/>
                    <a:pt x="82" y="58"/>
                  </a:cubicBezTo>
                  <a:cubicBezTo>
                    <a:pt x="82" y="55"/>
                    <a:pt x="85" y="52"/>
                    <a:pt x="88" y="52"/>
                  </a:cubicBezTo>
                  <a:cubicBezTo>
                    <a:pt x="91" y="52"/>
                    <a:pt x="94" y="55"/>
                    <a:pt x="94" y="58"/>
                  </a:cubicBezTo>
                  <a:lnTo>
                    <a:pt x="94" y="6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2" name="Freeform 34"/>
            <p:cNvSpPr>
              <a:spLocks noEditPoints="1"/>
            </p:cNvSpPr>
            <p:nvPr/>
          </p:nvSpPr>
          <p:spPr bwMode="auto">
            <a:xfrm>
              <a:off x="7419976" y="4191695"/>
              <a:ext cx="254000" cy="280988"/>
            </a:xfrm>
            <a:custGeom>
              <a:avLst/>
              <a:gdLst>
                <a:gd name="T0" fmla="*/ 66 w 98"/>
                <a:gd name="T1" fmla="*/ 104 h 108"/>
                <a:gd name="T2" fmla="*/ 94 w 98"/>
                <a:gd name="T3" fmla="*/ 74 h 108"/>
                <a:gd name="T4" fmla="*/ 94 w 98"/>
                <a:gd name="T5" fmla="*/ 74 h 108"/>
                <a:gd name="T6" fmla="*/ 94 w 98"/>
                <a:gd name="T7" fmla="*/ 59 h 108"/>
                <a:gd name="T8" fmla="*/ 94 w 98"/>
                <a:gd name="T9" fmla="*/ 50 h 108"/>
                <a:gd name="T10" fmla="*/ 88 w 98"/>
                <a:gd name="T11" fmla="*/ 44 h 108"/>
                <a:gd name="T12" fmla="*/ 82 w 98"/>
                <a:gd name="T13" fmla="*/ 50 h 108"/>
                <a:gd name="T14" fmla="*/ 82 w 98"/>
                <a:gd name="T15" fmla="*/ 52 h 108"/>
                <a:gd name="T16" fmla="*/ 78 w 98"/>
                <a:gd name="T17" fmla="*/ 52 h 108"/>
                <a:gd name="T18" fmla="*/ 78 w 98"/>
                <a:gd name="T19" fmla="*/ 42 h 108"/>
                <a:gd name="T20" fmla="*/ 72 w 98"/>
                <a:gd name="T21" fmla="*/ 36 h 108"/>
                <a:gd name="T22" fmla="*/ 66 w 98"/>
                <a:gd name="T23" fmla="*/ 42 h 108"/>
                <a:gd name="T24" fmla="*/ 66 w 98"/>
                <a:gd name="T25" fmla="*/ 48 h 108"/>
                <a:gd name="T26" fmla="*/ 62 w 98"/>
                <a:gd name="T27" fmla="*/ 48 h 108"/>
                <a:gd name="T28" fmla="*/ 62 w 98"/>
                <a:gd name="T29" fmla="*/ 38 h 108"/>
                <a:gd name="T30" fmla="*/ 56 w 98"/>
                <a:gd name="T31" fmla="*/ 32 h 108"/>
                <a:gd name="T32" fmla="*/ 50 w 98"/>
                <a:gd name="T33" fmla="*/ 38 h 108"/>
                <a:gd name="T34" fmla="*/ 50 w 98"/>
                <a:gd name="T35" fmla="*/ 52 h 108"/>
                <a:gd name="T36" fmla="*/ 46 w 98"/>
                <a:gd name="T37" fmla="*/ 52 h 108"/>
                <a:gd name="T38" fmla="*/ 46 w 98"/>
                <a:gd name="T39" fmla="*/ 10 h 108"/>
                <a:gd name="T40" fmla="*/ 40 w 98"/>
                <a:gd name="T41" fmla="*/ 4 h 108"/>
                <a:gd name="T42" fmla="*/ 34 w 98"/>
                <a:gd name="T43" fmla="*/ 10 h 108"/>
                <a:gd name="T44" fmla="*/ 34 w 98"/>
                <a:gd name="T45" fmla="*/ 55 h 108"/>
                <a:gd name="T46" fmla="*/ 11 w 98"/>
                <a:gd name="T47" fmla="*/ 41 h 108"/>
                <a:gd name="T48" fmla="*/ 33 w 98"/>
                <a:gd name="T49" fmla="*/ 84 h 108"/>
                <a:gd name="T50" fmla="*/ 62 w 98"/>
                <a:gd name="T51" fmla="*/ 104 h 108"/>
                <a:gd name="T52" fmla="*/ 62 w 98"/>
                <a:gd name="T53" fmla="*/ 68 h 108"/>
                <a:gd name="T54" fmla="*/ 49 w 98"/>
                <a:gd name="T55" fmla="*/ 81 h 108"/>
                <a:gd name="T56" fmla="*/ 46 w 98"/>
                <a:gd name="T57" fmla="*/ 78 h 108"/>
                <a:gd name="T58" fmla="*/ 64 w 98"/>
                <a:gd name="T59" fmla="*/ 60 h 108"/>
                <a:gd name="T60" fmla="*/ 82 w 98"/>
                <a:gd name="T61" fmla="*/ 78 h 108"/>
                <a:gd name="T62" fmla="*/ 79 w 98"/>
                <a:gd name="T63" fmla="*/ 81 h 108"/>
                <a:gd name="T64" fmla="*/ 66 w 98"/>
                <a:gd name="T65" fmla="*/ 68 h 108"/>
                <a:gd name="T66" fmla="*/ 66 w 98"/>
                <a:gd name="T67" fmla="*/ 104 h 108"/>
                <a:gd name="T68" fmla="*/ 98 w 98"/>
                <a:gd name="T69" fmla="*/ 74 h 108"/>
                <a:gd name="T70" fmla="*/ 64 w 98"/>
                <a:gd name="T71" fmla="*/ 108 h 108"/>
                <a:gd name="T72" fmla="*/ 30 w 98"/>
                <a:gd name="T73" fmla="*/ 86 h 108"/>
                <a:gd name="T74" fmla="*/ 8 w 98"/>
                <a:gd name="T75" fmla="*/ 38 h 108"/>
                <a:gd name="T76" fmla="*/ 30 w 98"/>
                <a:gd name="T77" fmla="*/ 45 h 108"/>
                <a:gd name="T78" fmla="*/ 30 w 98"/>
                <a:gd name="T79" fmla="*/ 45 h 108"/>
                <a:gd name="T80" fmla="*/ 30 w 98"/>
                <a:gd name="T81" fmla="*/ 10 h 108"/>
                <a:gd name="T82" fmla="*/ 40 w 98"/>
                <a:gd name="T83" fmla="*/ 0 h 108"/>
                <a:gd name="T84" fmla="*/ 50 w 98"/>
                <a:gd name="T85" fmla="*/ 10 h 108"/>
                <a:gd name="T86" fmla="*/ 50 w 98"/>
                <a:gd name="T87" fmla="*/ 30 h 108"/>
                <a:gd name="T88" fmla="*/ 56 w 98"/>
                <a:gd name="T89" fmla="*/ 28 h 108"/>
                <a:gd name="T90" fmla="*/ 66 w 98"/>
                <a:gd name="T91" fmla="*/ 35 h 108"/>
                <a:gd name="T92" fmla="*/ 72 w 98"/>
                <a:gd name="T93" fmla="*/ 32 h 108"/>
                <a:gd name="T94" fmla="*/ 82 w 98"/>
                <a:gd name="T95" fmla="*/ 42 h 108"/>
                <a:gd name="T96" fmla="*/ 82 w 98"/>
                <a:gd name="T97" fmla="*/ 42 h 108"/>
                <a:gd name="T98" fmla="*/ 88 w 98"/>
                <a:gd name="T99" fmla="*/ 40 h 108"/>
                <a:gd name="T100" fmla="*/ 98 w 98"/>
                <a:gd name="T101" fmla="*/ 50 h 108"/>
                <a:gd name="T102" fmla="*/ 98 w 98"/>
                <a:gd name="T103" fmla="*/ 7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08">
                  <a:moveTo>
                    <a:pt x="66" y="104"/>
                  </a:moveTo>
                  <a:cubicBezTo>
                    <a:pt x="82" y="103"/>
                    <a:pt x="94" y="89"/>
                    <a:pt x="94" y="74"/>
                  </a:cubicBezTo>
                  <a:cubicBezTo>
                    <a:pt x="94" y="74"/>
                    <a:pt x="94" y="83"/>
                    <a:pt x="94" y="74"/>
                  </a:cubicBezTo>
                  <a:cubicBezTo>
                    <a:pt x="94" y="59"/>
                    <a:pt x="94" y="59"/>
                    <a:pt x="94" y="59"/>
                  </a:cubicBezTo>
                  <a:cubicBezTo>
                    <a:pt x="94" y="50"/>
                    <a:pt x="94" y="50"/>
                    <a:pt x="94" y="50"/>
                  </a:cubicBezTo>
                  <a:cubicBezTo>
                    <a:pt x="94" y="47"/>
                    <a:pt x="92" y="44"/>
                    <a:pt x="88" y="44"/>
                  </a:cubicBezTo>
                  <a:cubicBezTo>
                    <a:pt x="85" y="44"/>
                    <a:pt x="82" y="47"/>
                    <a:pt x="82" y="50"/>
                  </a:cubicBezTo>
                  <a:cubicBezTo>
                    <a:pt x="82" y="52"/>
                    <a:pt x="82" y="52"/>
                    <a:pt x="82" y="52"/>
                  </a:cubicBezTo>
                  <a:cubicBezTo>
                    <a:pt x="78" y="52"/>
                    <a:pt x="78" y="52"/>
                    <a:pt x="78" y="52"/>
                  </a:cubicBezTo>
                  <a:cubicBezTo>
                    <a:pt x="78" y="42"/>
                    <a:pt x="78" y="42"/>
                    <a:pt x="78" y="42"/>
                  </a:cubicBezTo>
                  <a:cubicBezTo>
                    <a:pt x="78" y="39"/>
                    <a:pt x="76" y="36"/>
                    <a:pt x="72" y="36"/>
                  </a:cubicBezTo>
                  <a:cubicBezTo>
                    <a:pt x="69" y="36"/>
                    <a:pt x="66" y="39"/>
                    <a:pt x="66" y="42"/>
                  </a:cubicBezTo>
                  <a:cubicBezTo>
                    <a:pt x="66" y="48"/>
                    <a:pt x="66" y="48"/>
                    <a:pt x="66" y="48"/>
                  </a:cubicBezTo>
                  <a:cubicBezTo>
                    <a:pt x="62" y="48"/>
                    <a:pt x="62" y="48"/>
                    <a:pt x="62" y="48"/>
                  </a:cubicBezTo>
                  <a:cubicBezTo>
                    <a:pt x="62" y="38"/>
                    <a:pt x="62" y="38"/>
                    <a:pt x="62" y="38"/>
                  </a:cubicBezTo>
                  <a:cubicBezTo>
                    <a:pt x="62" y="35"/>
                    <a:pt x="60" y="32"/>
                    <a:pt x="56" y="32"/>
                  </a:cubicBezTo>
                  <a:cubicBezTo>
                    <a:pt x="53" y="32"/>
                    <a:pt x="50" y="35"/>
                    <a:pt x="50" y="38"/>
                  </a:cubicBezTo>
                  <a:cubicBezTo>
                    <a:pt x="50" y="52"/>
                    <a:pt x="50" y="52"/>
                    <a:pt x="50" y="52"/>
                  </a:cubicBezTo>
                  <a:cubicBezTo>
                    <a:pt x="46" y="52"/>
                    <a:pt x="46" y="52"/>
                    <a:pt x="46" y="52"/>
                  </a:cubicBezTo>
                  <a:cubicBezTo>
                    <a:pt x="46" y="10"/>
                    <a:pt x="46" y="10"/>
                    <a:pt x="46" y="10"/>
                  </a:cubicBezTo>
                  <a:cubicBezTo>
                    <a:pt x="46" y="7"/>
                    <a:pt x="44" y="4"/>
                    <a:pt x="40" y="4"/>
                  </a:cubicBezTo>
                  <a:cubicBezTo>
                    <a:pt x="37" y="4"/>
                    <a:pt x="34" y="7"/>
                    <a:pt x="34" y="10"/>
                  </a:cubicBezTo>
                  <a:cubicBezTo>
                    <a:pt x="34" y="55"/>
                    <a:pt x="34" y="55"/>
                    <a:pt x="34" y="55"/>
                  </a:cubicBezTo>
                  <a:cubicBezTo>
                    <a:pt x="26" y="46"/>
                    <a:pt x="15" y="37"/>
                    <a:pt x="11" y="41"/>
                  </a:cubicBezTo>
                  <a:cubicBezTo>
                    <a:pt x="6" y="46"/>
                    <a:pt x="18" y="58"/>
                    <a:pt x="33" y="84"/>
                  </a:cubicBezTo>
                  <a:cubicBezTo>
                    <a:pt x="40" y="95"/>
                    <a:pt x="48" y="103"/>
                    <a:pt x="62" y="104"/>
                  </a:cubicBezTo>
                  <a:cubicBezTo>
                    <a:pt x="62" y="68"/>
                    <a:pt x="62" y="68"/>
                    <a:pt x="62" y="68"/>
                  </a:cubicBezTo>
                  <a:cubicBezTo>
                    <a:pt x="49" y="81"/>
                    <a:pt x="49" y="81"/>
                    <a:pt x="49" y="81"/>
                  </a:cubicBezTo>
                  <a:cubicBezTo>
                    <a:pt x="46" y="78"/>
                    <a:pt x="46" y="78"/>
                    <a:pt x="46" y="78"/>
                  </a:cubicBezTo>
                  <a:cubicBezTo>
                    <a:pt x="64" y="60"/>
                    <a:pt x="64" y="60"/>
                    <a:pt x="64" y="60"/>
                  </a:cubicBezTo>
                  <a:cubicBezTo>
                    <a:pt x="82" y="78"/>
                    <a:pt x="82" y="78"/>
                    <a:pt x="82" y="78"/>
                  </a:cubicBezTo>
                  <a:cubicBezTo>
                    <a:pt x="79" y="81"/>
                    <a:pt x="79" y="81"/>
                    <a:pt x="79" y="81"/>
                  </a:cubicBezTo>
                  <a:cubicBezTo>
                    <a:pt x="66" y="68"/>
                    <a:pt x="66" y="68"/>
                    <a:pt x="66" y="68"/>
                  </a:cubicBezTo>
                  <a:cubicBezTo>
                    <a:pt x="66" y="104"/>
                    <a:pt x="66" y="104"/>
                    <a:pt x="66" y="104"/>
                  </a:cubicBezTo>
                  <a:close/>
                  <a:moveTo>
                    <a:pt x="98" y="74"/>
                  </a:moveTo>
                  <a:cubicBezTo>
                    <a:pt x="98" y="93"/>
                    <a:pt x="83" y="108"/>
                    <a:pt x="64" y="108"/>
                  </a:cubicBezTo>
                  <a:cubicBezTo>
                    <a:pt x="52" y="108"/>
                    <a:pt x="39" y="102"/>
                    <a:pt x="30" y="86"/>
                  </a:cubicBezTo>
                  <a:cubicBezTo>
                    <a:pt x="17" y="62"/>
                    <a:pt x="0" y="46"/>
                    <a:pt x="8" y="38"/>
                  </a:cubicBezTo>
                  <a:cubicBezTo>
                    <a:pt x="14" y="33"/>
                    <a:pt x="22" y="38"/>
                    <a:pt x="30" y="45"/>
                  </a:cubicBezTo>
                  <a:cubicBezTo>
                    <a:pt x="30" y="45"/>
                    <a:pt x="30" y="45"/>
                    <a:pt x="30" y="45"/>
                  </a:cubicBezTo>
                  <a:cubicBezTo>
                    <a:pt x="30" y="10"/>
                    <a:pt x="30" y="10"/>
                    <a:pt x="30" y="10"/>
                  </a:cubicBezTo>
                  <a:cubicBezTo>
                    <a:pt x="30" y="4"/>
                    <a:pt x="35" y="0"/>
                    <a:pt x="40" y="0"/>
                  </a:cubicBezTo>
                  <a:cubicBezTo>
                    <a:pt x="46" y="0"/>
                    <a:pt x="50" y="4"/>
                    <a:pt x="50" y="10"/>
                  </a:cubicBezTo>
                  <a:cubicBezTo>
                    <a:pt x="50" y="30"/>
                    <a:pt x="50" y="30"/>
                    <a:pt x="50" y="30"/>
                  </a:cubicBezTo>
                  <a:cubicBezTo>
                    <a:pt x="52" y="29"/>
                    <a:pt x="54" y="28"/>
                    <a:pt x="56" y="28"/>
                  </a:cubicBezTo>
                  <a:cubicBezTo>
                    <a:pt x="61" y="28"/>
                    <a:pt x="64" y="31"/>
                    <a:pt x="66" y="35"/>
                  </a:cubicBezTo>
                  <a:cubicBezTo>
                    <a:pt x="67" y="33"/>
                    <a:pt x="70" y="32"/>
                    <a:pt x="72" y="32"/>
                  </a:cubicBezTo>
                  <a:cubicBezTo>
                    <a:pt x="78" y="32"/>
                    <a:pt x="82" y="36"/>
                    <a:pt x="82" y="42"/>
                  </a:cubicBezTo>
                  <a:cubicBezTo>
                    <a:pt x="82" y="42"/>
                    <a:pt x="82" y="42"/>
                    <a:pt x="82" y="42"/>
                  </a:cubicBezTo>
                  <a:cubicBezTo>
                    <a:pt x="84" y="41"/>
                    <a:pt x="86" y="40"/>
                    <a:pt x="88" y="40"/>
                  </a:cubicBezTo>
                  <a:cubicBezTo>
                    <a:pt x="94" y="40"/>
                    <a:pt x="98" y="45"/>
                    <a:pt x="98" y="50"/>
                  </a:cubicBezTo>
                  <a:cubicBezTo>
                    <a:pt x="98" y="74"/>
                    <a:pt x="98" y="74"/>
                    <a:pt x="98" y="7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3" name="Freeform 35"/>
            <p:cNvSpPr>
              <a:spLocks noEditPoints="1"/>
            </p:cNvSpPr>
            <p:nvPr/>
          </p:nvSpPr>
          <p:spPr bwMode="auto">
            <a:xfrm>
              <a:off x="3619622" y="592634"/>
              <a:ext cx="254000" cy="280988"/>
            </a:xfrm>
            <a:custGeom>
              <a:avLst/>
              <a:gdLst>
                <a:gd name="T0" fmla="*/ 88 w 98"/>
                <a:gd name="T1" fmla="*/ 40 h 108"/>
                <a:gd name="T2" fmla="*/ 82 w 98"/>
                <a:gd name="T3" fmla="*/ 42 h 108"/>
                <a:gd name="T4" fmla="*/ 82 w 98"/>
                <a:gd name="T5" fmla="*/ 42 h 108"/>
                <a:gd name="T6" fmla="*/ 72 w 98"/>
                <a:gd name="T7" fmla="*/ 32 h 108"/>
                <a:gd name="T8" fmla="*/ 65 w 98"/>
                <a:gd name="T9" fmla="*/ 35 h 108"/>
                <a:gd name="T10" fmla="*/ 56 w 98"/>
                <a:gd name="T11" fmla="*/ 28 h 108"/>
                <a:gd name="T12" fmla="*/ 50 w 98"/>
                <a:gd name="T13" fmla="*/ 30 h 108"/>
                <a:gd name="T14" fmla="*/ 50 w 98"/>
                <a:gd name="T15" fmla="*/ 10 h 108"/>
                <a:gd name="T16" fmla="*/ 40 w 98"/>
                <a:gd name="T17" fmla="*/ 0 h 108"/>
                <a:gd name="T18" fmla="*/ 30 w 98"/>
                <a:gd name="T19" fmla="*/ 10 h 108"/>
                <a:gd name="T20" fmla="*/ 30 w 98"/>
                <a:gd name="T21" fmla="*/ 45 h 108"/>
                <a:gd name="T22" fmla="*/ 8 w 98"/>
                <a:gd name="T23" fmla="*/ 38 h 108"/>
                <a:gd name="T24" fmla="*/ 29 w 98"/>
                <a:gd name="T25" fmla="*/ 86 h 108"/>
                <a:gd name="T26" fmla="*/ 64 w 98"/>
                <a:gd name="T27" fmla="*/ 108 h 108"/>
                <a:gd name="T28" fmla="*/ 98 w 98"/>
                <a:gd name="T29" fmla="*/ 74 h 108"/>
                <a:gd name="T30" fmla="*/ 98 w 98"/>
                <a:gd name="T31" fmla="*/ 50 h 108"/>
                <a:gd name="T32" fmla="*/ 88 w 98"/>
                <a:gd name="T33" fmla="*/ 40 h 108"/>
                <a:gd name="T34" fmla="*/ 94 w 98"/>
                <a:gd name="T35" fmla="*/ 59 h 108"/>
                <a:gd name="T36" fmla="*/ 94 w 98"/>
                <a:gd name="T37" fmla="*/ 74 h 108"/>
                <a:gd name="T38" fmla="*/ 64 w 98"/>
                <a:gd name="T39" fmla="*/ 104 h 108"/>
                <a:gd name="T40" fmla="*/ 33 w 98"/>
                <a:gd name="T41" fmla="*/ 84 h 108"/>
                <a:gd name="T42" fmla="*/ 11 w 98"/>
                <a:gd name="T43" fmla="*/ 41 h 108"/>
                <a:gd name="T44" fmla="*/ 34 w 98"/>
                <a:gd name="T45" fmla="*/ 55 h 108"/>
                <a:gd name="T46" fmla="*/ 34 w 98"/>
                <a:gd name="T47" fmla="*/ 10 h 108"/>
                <a:gd name="T48" fmla="*/ 40 w 98"/>
                <a:gd name="T49" fmla="*/ 4 h 108"/>
                <a:gd name="T50" fmla="*/ 46 w 98"/>
                <a:gd name="T51" fmla="*/ 10 h 108"/>
                <a:gd name="T52" fmla="*/ 46 w 98"/>
                <a:gd name="T53" fmla="*/ 52 h 108"/>
                <a:gd name="T54" fmla="*/ 50 w 98"/>
                <a:gd name="T55" fmla="*/ 52 h 108"/>
                <a:gd name="T56" fmla="*/ 50 w 98"/>
                <a:gd name="T57" fmla="*/ 38 h 108"/>
                <a:gd name="T58" fmla="*/ 56 w 98"/>
                <a:gd name="T59" fmla="*/ 32 h 108"/>
                <a:gd name="T60" fmla="*/ 62 w 98"/>
                <a:gd name="T61" fmla="*/ 38 h 108"/>
                <a:gd name="T62" fmla="*/ 62 w 98"/>
                <a:gd name="T63" fmla="*/ 48 h 108"/>
                <a:gd name="T64" fmla="*/ 62 w 98"/>
                <a:gd name="T65" fmla="*/ 84 h 108"/>
                <a:gd name="T66" fmla="*/ 49 w 98"/>
                <a:gd name="T67" fmla="*/ 71 h 108"/>
                <a:gd name="T68" fmla="*/ 46 w 98"/>
                <a:gd name="T69" fmla="*/ 74 h 108"/>
                <a:gd name="T70" fmla="*/ 64 w 98"/>
                <a:gd name="T71" fmla="*/ 92 h 108"/>
                <a:gd name="T72" fmla="*/ 82 w 98"/>
                <a:gd name="T73" fmla="*/ 74 h 108"/>
                <a:gd name="T74" fmla="*/ 79 w 98"/>
                <a:gd name="T75" fmla="*/ 71 h 108"/>
                <a:gd name="T76" fmla="*/ 66 w 98"/>
                <a:gd name="T77" fmla="*/ 84 h 108"/>
                <a:gd name="T78" fmla="*/ 66 w 98"/>
                <a:gd name="T79" fmla="*/ 48 h 108"/>
                <a:gd name="T80" fmla="*/ 66 w 98"/>
                <a:gd name="T81" fmla="*/ 42 h 108"/>
                <a:gd name="T82" fmla="*/ 72 w 98"/>
                <a:gd name="T83" fmla="*/ 36 h 108"/>
                <a:gd name="T84" fmla="*/ 78 w 98"/>
                <a:gd name="T85" fmla="*/ 42 h 108"/>
                <a:gd name="T86" fmla="*/ 78 w 98"/>
                <a:gd name="T87" fmla="*/ 52 h 108"/>
                <a:gd name="T88" fmla="*/ 82 w 98"/>
                <a:gd name="T89" fmla="*/ 52 h 108"/>
                <a:gd name="T90" fmla="*/ 82 w 98"/>
                <a:gd name="T91" fmla="*/ 50 h 108"/>
                <a:gd name="T92" fmla="*/ 88 w 98"/>
                <a:gd name="T93" fmla="*/ 44 h 108"/>
                <a:gd name="T94" fmla="*/ 94 w 98"/>
                <a:gd name="T95" fmla="*/ 50 h 108"/>
                <a:gd name="T96" fmla="*/ 94 w 98"/>
                <a:gd name="T97" fmla="*/ 59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08">
                  <a:moveTo>
                    <a:pt x="88" y="40"/>
                  </a:moveTo>
                  <a:cubicBezTo>
                    <a:pt x="86" y="40"/>
                    <a:pt x="82" y="41"/>
                    <a:pt x="82" y="42"/>
                  </a:cubicBezTo>
                  <a:cubicBezTo>
                    <a:pt x="82" y="42"/>
                    <a:pt x="82" y="42"/>
                    <a:pt x="82" y="42"/>
                  </a:cubicBezTo>
                  <a:cubicBezTo>
                    <a:pt x="82" y="36"/>
                    <a:pt x="78" y="32"/>
                    <a:pt x="72" y="32"/>
                  </a:cubicBezTo>
                  <a:cubicBezTo>
                    <a:pt x="70" y="32"/>
                    <a:pt x="67" y="33"/>
                    <a:pt x="65" y="35"/>
                  </a:cubicBezTo>
                  <a:cubicBezTo>
                    <a:pt x="64" y="31"/>
                    <a:pt x="60" y="28"/>
                    <a:pt x="56" y="28"/>
                  </a:cubicBezTo>
                  <a:cubicBezTo>
                    <a:pt x="54" y="28"/>
                    <a:pt x="50" y="29"/>
                    <a:pt x="50" y="30"/>
                  </a:cubicBezTo>
                  <a:cubicBezTo>
                    <a:pt x="50" y="10"/>
                    <a:pt x="50" y="10"/>
                    <a:pt x="50" y="10"/>
                  </a:cubicBezTo>
                  <a:cubicBezTo>
                    <a:pt x="50" y="4"/>
                    <a:pt x="46" y="0"/>
                    <a:pt x="40" y="0"/>
                  </a:cubicBezTo>
                  <a:cubicBezTo>
                    <a:pt x="34" y="0"/>
                    <a:pt x="30" y="4"/>
                    <a:pt x="30" y="10"/>
                  </a:cubicBezTo>
                  <a:cubicBezTo>
                    <a:pt x="30" y="45"/>
                    <a:pt x="30" y="45"/>
                    <a:pt x="30" y="45"/>
                  </a:cubicBezTo>
                  <a:cubicBezTo>
                    <a:pt x="22" y="38"/>
                    <a:pt x="13" y="33"/>
                    <a:pt x="8" y="38"/>
                  </a:cubicBezTo>
                  <a:cubicBezTo>
                    <a:pt x="0" y="46"/>
                    <a:pt x="16" y="62"/>
                    <a:pt x="29" y="86"/>
                  </a:cubicBezTo>
                  <a:cubicBezTo>
                    <a:pt x="39" y="102"/>
                    <a:pt x="52" y="108"/>
                    <a:pt x="64" y="108"/>
                  </a:cubicBezTo>
                  <a:cubicBezTo>
                    <a:pt x="83" y="108"/>
                    <a:pt x="98" y="93"/>
                    <a:pt x="98" y="74"/>
                  </a:cubicBezTo>
                  <a:cubicBezTo>
                    <a:pt x="98" y="50"/>
                    <a:pt x="98" y="50"/>
                    <a:pt x="98" y="50"/>
                  </a:cubicBezTo>
                  <a:cubicBezTo>
                    <a:pt x="98" y="45"/>
                    <a:pt x="94" y="40"/>
                    <a:pt x="88" y="40"/>
                  </a:cubicBezTo>
                  <a:close/>
                  <a:moveTo>
                    <a:pt x="94" y="59"/>
                  </a:moveTo>
                  <a:cubicBezTo>
                    <a:pt x="94" y="74"/>
                    <a:pt x="94" y="74"/>
                    <a:pt x="94" y="74"/>
                  </a:cubicBezTo>
                  <a:cubicBezTo>
                    <a:pt x="94" y="90"/>
                    <a:pt x="81" y="104"/>
                    <a:pt x="64" y="104"/>
                  </a:cubicBezTo>
                  <a:cubicBezTo>
                    <a:pt x="49" y="104"/>
                    <a:pt x="40" y="96"/>
                    <a:pt x="33" y="84"/>
                  </a:cubicBezTo>
                  <a:cubicBezTo>
                    <a:pt x="17" y="58"/>
                    <a:pt x="6" y="46"/>
                    <a:pt x="11" y="41"/>
                  </a:cubicBezTo>
                  <a:cubicBezTo>
                    <a:pt x="15" y="37"/>
                    <a:pt x="26" y="46"/>
                    <a:pt x="34" y="55"/>
                  </a:cubicBezTo>
                  <a:cubicBezTo>
                    <a:pt x="34" y="10"/>
                    <a:pt x="34" y="10"/>
                    <a:pt x="34" y="10"/>
                  </a:cubicBezTo>
                  <a:cubicBezTo>
                    <a:pt x="34" y="7"/>
                    <a:pt x="37" y="4"/>
                    <a:pt x="40" y="4"/>
                  </a:cubicBezTo>
                  <a:cubicBezTo>
                    <a:pt x="43" y="4"/>
                    <a:pt x="46" y="7"/>
                    <a:pt x="46" y="10"/>
                  </a:cubicBezTo>
                  <a:cubicBezTo>
                    <a:pt x="46" y="52"/>
                    <a:pt x="46" y="52"/>
                    <a:pt x="46" y="52"/>
                  </a:cubicBezTo>
                  <a:cubicBezTo>
                    <a:pt x="50" y="52"/>
                    <a:pt x="50" y="52"/>
                    <a:pt x="50" y="52"/>
                  </a:cubicBezTo>
                  <a:cubicBezTo>
                    <a:pt x="50" y="38"/>
                    <a:pt x="50" y="38"/>
                    <a:pt x="50" y="38"/>
                  </a:cubicBezTo>
                  <a:cubicBezTo>
                    <a:pt x="50" y="35"/>
                    <a:pt x="53" y="32"/>
                    <a:pt x="56" y="32"/>
                  </a:cubicBezTo>
                  <a:cubicBezTo>
                    <a:pt x="59" y="32"/>
                    <a:pt x="62" y="35"/>
                    <a:pt x="62" y="38"/>
                  </a:cubicBezTo>
                  <a:cubicBezTo>
                    <a:pt x="62" y="48"/>
                    <a:pt x="62" y="48"/>
                    <a:pt x="62" y="48"/>
                  </a:cubicBezTo>
                  <a:cubicBezTo>
                    <a:pt x="62" y="84"/>
                    <a:pt x="62" y="84"/>
                    <a:pt x="62" y="84"/>
                  </a:cubicBezTo>
                  <a:cubicBezTo>
                    <a:pt x="49" y="71"/>
                    <a:pt x="49" y="71"/>
                    <a:pt x="49" y="71"/>
                  </a:cubicBezTo>
                  <a:cubicBezTo>
                    <a:pt x="46" y="74"/>
                    <a:pt x="46" y="74"/>
                    <a:pt x="46" y="74"/>
                  </a:cubicBezTo>
                  <a:cubicBezTo>
                    <a:pt x="64" y="92"/>
                    <a:pt x="64" y="92"/>
                    <a:pt x="64" y="92"/>
                  </a:cubicBezTo>
                  <a:cubicBezTo>
                    <a:pt x="82" y="74"/>
                    <a:pt x="82" y="74"/>
                    <a:pt x="82" y="74"/>
                  </a:cubicBezTo>
                  <a:cubicBezTo>
                    <a:pt x="79" y="71"/>
                    <a:pt x="79" y="71"/>
                    <a:pt x="79" y="71"/>
                  </a:cubicBezTo>
                  <a:cubicBezTo>
                    <a:pt x="66" y="84"/>
                    <a:pt x="66" y="84"/>
                    <a:pt x="66" y="84"/>
                  </a:cubicBezTo>
                  <a:cubicBezTo>
                    <a:pt x="66" y="48"/>
                    <a:pt x="66" y="48"/>
                    <a:pt x="66" y="48"/>
                  </a:cubicBezTo>
                  <a:cubicBezTo>
                    <a:pt x="66" y="42"/>
                    <a:pt x="66" y="42"/>
                    <a:pt x="66" y="42"/>
                  </a:cubicBezTo>
                  <a:cubicBezTo>
                    <a:pt x="66" y="39"/>
                    <a:pt x="69" y="36"/>
                    <a:pt x="72" y="36"/>
                  </a:cubicBezTo>
                  <a:cubicBezTo>
                    <a:pt x="75" y="36"/>
                    <a:pt x="78" y="39"/>
                    <a:pt x="78" y="42"/>
                  </a:cubicBezTo>
                  <a:cubicBezTo>
                    <a:pt x="78" y="52"/>
                    <a:pt x="78" y="52"/>
                    <a:pt x="78" y="52"/>
                  </a:cubicBezTo>
                  <a:cubicBezTo>
                    <a:pt x="82" y="52"/>
                    <a:pt x="82" y="52"/>
                    <a:pt x="82" y="52"/>
                  </a:cubicBezTo>
                  <a:cubicBezTo>
                    <a:pt x="82" y="50"/>
                    <a:pt x="82" y="50"/>
                    <a:pt x="82" y="50"/>
                  </a:cubicBezTo>
                  <a:cubicBezTo>
                    <a:pt x="82" y="47"/>
                    <a:pt x="85" y="44"/>
                    <a:pt x="88" y="44"/>
                  </a:cubicBezTo>
                  <a:cubicBezTo>
                    <a:pt x="91" y="44"/>
                    <a:pt x="94" y="47"/>
                    <a:pt x="94" y="50"/>
                  </a:cubicBezTo>
                  <a:lnTo>
                    <a:pt x="94" y="5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4" name="Freeform 36"/>
            <p:cNvSpPr>
              <a:spLocks noEditPoints="1"/>
            </p:cNvSpPr>
            <p:nvPr/>
          </p:nvSpPr>
          <p:spPr bwMode="auto">
            <a:xfrm>
              <a:off x="9288155" y="3676336"/>
              <a:ext cx="255588" cy="280988"/>
            </a:xfrm>
            <a:custGeom>
              <a:avLst/>
              <a:gdLst>
                <a:gd name="T0" fmla="*/ 64 w 98"/>
                <a:gd name="T1" fmla="*/ 104 h 108"/>
                <a:gd name="T2" fmla="*/ 94 w 98"/>
                <a:gd name="T3" fmla="*/ 74 h 108"/>
                <a:gd name="T4" fmla="*/ 94 w 98"/>
                <a:gd name="T5" fmla="*/ 74 h 108"/>
                <a:gd name="T6" fmla="*/ 94 w 98"/>
                <a:gd name="T7" fmla="*/ 59 h 108"/>
                <a:gd name="T8" fmla="*/ 94 w 98"/>
                <a:gd name="T9" fmla="*/ 50 h 108"/>
                <a:gd name="T10" fmla="*/ 88 w 98"/>
                <a:gd name="T11" fmla="*/ 44 h 108"/>
                <a:gd name="T12" fmla="*/ 82 w 98"/>
                <a:gd name="T13" fmla="*/ 50 h 108"/>
                <a:gd name="T14" fmla="*/ 82 w 98"/>
                <a:gd name="T15" fmla="*/ 52 h 108"/>
                <a:gd name="T16" fmla="*/ 78 w 98"/>
                <a:gd name="T17" fmla="*/ 52 h 108"/>
                <a:gd name="T18" fmla="*/ 78 w 98"/>
                <a:gd name="T19" fmla="*/ 42 h 108"/>
                <a:gd name="T20" fmla="*/ 72 w 98"/>
                <a:gd name="T21" fmla="*/ 36 h 108"/>
                <a:gd name="T22" fmla="*/ 66 w 98"/>
                <a:gd name="T23" fmla="*/ 42 h 108"/>
                <a:gd name="T24" fmla="*/ 66 w 98"/>
                <a:gd name="T25" fmla="*/ 48 h 108"/>
                <a:gd name="T26" fmla="*/ 62 w 98"/>
                <a:gd name="T27" fmla="*/ 48 h 108"/>
                <a:gd name="T28" fmla="*/ 62 w 98"/>
                <a:gd name="T29" fmla="*/ 38 h 108"/>
                <a:gd name="T30" fmla="*/ 56 w 98"/>
                <a:gd name="T31" fmla="*/ 32 h 108"/>
                <a:gd name="T32" fmla="*/ 50 w 98"/>
                <a:gd name="T33" fmla="*/ 38 h 108"/>
                <a:gd name="T34" fmla="*/ 50 w 98"/>
                <a:gd name="T35" fmla="*/ 52 h 108"/>
                <a:gd name="T36" fmla="*/ 46 w 98"/>
                <a:gd name="T37" fmla="*/ 52 h 108"/>
                <a:gd name="T38" fmla="*/ 46 w 98"/>
                <a:gd name="T39" fmla="*/ 10 h 108"/>
                <a:gd name="T40" fmla="*/ 40 w 98"/>
                <a:gd name="T41" fmla="*/ 4 h 108"/>
                <a:gd name="T42" fmla="*/ 34 w 98"/>
                <a:gd name="T43" fmla="*/ 10 h 108"/>
                <a:gd name="T44" fmla="*/ 34 w 98"/>
                <a:gd name="T45" fmla="*/ 55 h 108"/>
                <a:gd name="T46" fmla="*/ 11 w 98"/>
                <a:gd name="T47" fmla="*/ 41 h 108"/>
                <a:gd name="T48" fmla="*/ 33 w 98"/>
                <a:gd name="T49" fmla="*/ 84 h 108"/>
                <a:gd name="T50" fmla="*/ 64 w 98"/>
                <a:gd name="T51" fmla="*/ 104 h 108"/>
                <a:gd name="T52" fmla="*/ 64 w 98"/>
                <a:gd name="T53" fmla="*/ 104 h 108"/>
                <a:gd name="T54" fmla="*/ 98 w 98"/>
                <a:gd name="T55" fmla="*/ 74 h 108"/>
                <a:gd name="T56" fmla="*/ 64 w 98"/>
                <a:gd name="T57" fmla="*/ 108 h 108"/>
                <a:gd name="T58" fmla="*/ 30 w 98"/>
                <a:gd name="T59" fmla="*/ 86 h 108"/>
                <a:gd name="T60" fmla="*/ 8 w 98"/>
                <a:gd name="T61" fmla="*/ 38 h 108"/>
                <a:gd name="T62" fmla="*/ 30 w 98"/>
                <a:gd name="T63" fmla="*/ 45 h 108"/>
                <a:gd name="T64" fmla="*/ 30 w 98"/>
                <a:gd name="T65" fmla="*/ 45 h 108"/>
                <a:gd name="T66" fmla="*/ 30 w 98"/>
                <a:gd name="T67" fmla="*/ 10 h 108"/>
                <a:gd name="T68" fmla="*/ 40 w 98"/>
                <a:gd name="T69" fmla="*/ 0 h 108"/>
                <a:gd name="T70" fmla="*/ 50 w 98"/>
                <a:gd name="T71" fmla="*/ 10 h 108"/>
                <a:gd name="T72" fmla="*/ 50 w 98"/>
                <a:gd name="T73" fmla="*/ 30 h 108"/>
                <a:gd name="T74" fmla="*/ 56 w 98"/>
                <a:gd name="T75" fmla="*/ 28 h 108"/>
                <a:gd name="T76" fmla="*/ 66 w 98"/>
                <a:gd name="T77" fmla="*/ 35 h 108"/>
                <a:gd name="T78" fmla="*/ 72 w 98"/>
                <a:gd name="T79" fmla="*/ 32 h 108"/>
                <a:gd name="T80" fmla="*/ 82 w 98"/>
                <a:gd name="T81" fmla="*/ 42 h 108"/>
                <a:gd name="T82" fmla="*/ 82 w 98"/>
                <a:gd name="T83" fmla="*/ 42 h 108"/>
                <a:gd name="T84" fmla="*/ 88 w 98"/>
                <a:gd name="T85" fmla="*/ 40 h 108"/>
                <a:gd name="T86" fmla="*/ 98 w 98"/>
                <a:gd name="T87" fmla="*/ 50 h 108"/>
                <a:gd name="T88" fmla="*/ 98 w 98"/>
                <a:gd name="T89" fmla="*/ 7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8" h="108">
                  <a:moveTo>
                    <a:pt x="64" y="104"/>
                  </a:moveTo>
                  <a:cubicBezTo>
                    <a:pt x="81" y="104"/>
                    <a:pt x="94" y="90"/>
                    <a:pt x="94" y="74"/>
                  </a:cubicBezTo>
                  <a:cubicBezTo>
                    <a:pt x="94" y="74"/>
                    <a:pt x="94" y="83"/>
                    <a:pt x="94" y="74"/>
                  </a:cubicBezTo>
                  <a:cubicBezTo>
                    <a:pt x="94" y="59"/>
                    <a:pt x="94" y="59"/>
                    <a:pt x="94" y="59"/>
                  </a:cubicBezTo>
                  <a:cubicBezTo>
                    <a:pt x="94" y="50"/>
                    <a:pt x="94" y="50"/>
                    <a:pt x="94" y="50"/>
                  </a:cubicBezTo>
                  <a:cubicBezTo>
                    <a:pt x="94" y="47"/>
                    <a:pt x="92" y="44"/>
                    <a:pt x="88" y="44"/>
                  </a:cubicBezTo>
                  <a:cubicBezTo>
                    <a:pt x="85" y="44"/>
                    <a:pt x="82" y="47"/>
                    <a:pt x="82" y="50"/>
                  </a:cubicBezTo>
                  <a:cubicBezTo>
                    <a:pt x="82" y="52"/>
                    <a:pt x="82" y="52"/>
                    <a:pt x="82" y="52"/>
                  </a:cubicBezTo>
                  <a:cubicBezTo>
                    <a:pt x="78" y="52"/>
                    <a:pt x="78" y="52"/>
                    <a:pt x="78" y="52"/>
                  </a:cubicBezTo>
                  <a:cubicBezTo>
                    <a:pt x="78" y="42"/>
                    <a:pt x="78" y="42"/>
                    <a:pt x="78" y="42"/>
                  </a:cubicBezTo>
                  <a:cubicBezTo>
                    <a:pt x="78" y="39"/>
                    <a:pt x="76" y="36"/>
                    <a:pt x="72" y="36"/>
                  </a:cubicBezTo>
                  <a:cubicBezTo>
                    <a:pt x="69" y="36"/>
                    <a:pt x="66" y="39"/>
                    <a:pt x="66" y="42"/>
                  </a:cubicBezTo>
                  <a:cubicBezTo>
                    <a:pt x="66" y="48"/>
                    <a:pt x="66" y="48"/>
                    <a:pt x="66" y="48"/>
                  </a:cubicBezTo>
                  <a:cubicBezTo>
                    <a:pt x="62" y="48"/>
                    <a:pt x="62" y="48"/>
                    <a:pt x="62" y="48"/>
                  </a:cubicBezTo>
                  <a:cubicBezTo>
                    <a:pt x="62" y="38"/>
                    <a:pt x="62" y="38"/>
                    <a:pt x="62" y="38"/>
                  </a:cubicBezTo>
                  <a:cubicBezTo>
                    <a:pt x="62" y="35"/>
                    <a:pt x="60" y="32"/>
                    <a:pt x="56" y="32"/>
                  </a:cubicBezTo>
                  <a:cubicBezTo>
                    <a:pt x="53" y="32"/>
                    <a:pt x="50" y="35"/>
                    <a:pt x="50" y="38"/>
                  </a:cubicBezTo>
                  <a:cubicBezTo>
                    <a:pt x="50" y="52"/>
                    <a:pt x="50" y="52"/>
                    <a:pt x="50" y="52"/>
                  </a:cubicBezTo>
                  <a:cubicBezTo>
                    <a:pt x="46" y="52"/>
                    <a:pt x="46" y="52"/>
                    <a:pt x="46" y="52"/>
                  </a:cubicBezTo>
                  <a:cubicBezTo>
                    <a:pt x="46" y="10"/>
                    <a:pt x="46" y="10"/>
                    <a:pt x="46" y="10"/>
                  </a:cubicBezTo>
                  <a:cubicBezTo>
                    <a:pt x="46" y="7"/>
                    <a:pt x="44" y="4"/>
                    <a:pt x="40" y="4"/>
                  </a:cubicBezTo>
                  <a:cubicBezTo>
                    <a:pt x="37" y="4"/>
                    <a:pt x="34" y="7"/>
                    <a:pt x="34" y="10"/>
                  </a:cubicBezTo>
                  <a:cubicBezTo>
                    <a:pt x="34" y="55"/>
                    <a:pt x="34" y="55"/>
                    <a:pt x="34" y="55"/>
                  </a:cubicBezTo>
                  <a:cubicBezTo>
                    <a:pt x="26" y="46"/>
                    <a:pt x="15" y="37"/>
                    <a:pt x="11" y="41"/>
                  </a:cubicBezTo>
                  <a:cubicBezTo>
                    <a:pt x="6" y="46"/>
                    <a:pt x="18" y="58"/>
                    <a:pt x="33" y="84"/>
                  </a:cubicBezTo>
                  <a:cubicBezTo>
                    <a:pt x="40" y="96"/>
                    <a:pt x="49" y="104"/>
                    <a:pt x="64" y="104"/>
                  </a:cubicBezTo>
                  <a:cubicBezTo>
                    <a:pt x="64" y="104"/>
                    <a:pt x="64" y="104"/>
                    <a:pt x="64" y="104"/>
                  </a:cubicBezTo>
                  <a:close/>
                  <a:moveTo>
                    <a:pt x="98" y="74"/>
                  </a:moveTo>
                  <a:cubicBezTo>
                    <a:pt x="98" y="93"/>
                    <a:pt x="83" y="108"/>
                    <a:pt x="64" y="108"/>
                  </a:cubicBezTo>
                  <a:cubicBezTo>
                    <a:pt x="52" y="108"/>
                    <a:pt x="39" y="102"/>
                    <a:pt x="30" y="86"/>
                  </a:cubicBezTo>
                  <a:cubicBezTo>
                    <a:pt x="17" y="62"/>
                    <a:pt x="0" y="46"/>
                    <a:pt x="8" y="38"/>
                  </a:cubicBezTo>
                  <a:cubicBezTo>
                    <a:pt x="14" y="33"/>
                    <a:pt x="22" y="38"/>
                    <a:pt x="30" y="45"/>
                  </a:cubicBezTo>
                  <a:cubicBezTo>
                    <a:pt x="30" y="45"/>
                    <a:pt x="30" y="45"/>
                    <a:pt x="30" y="45"/>
                  </a:cubicBezTo>
                  <a:cubicBezTo>
                    <a:pt x="30" y="10"/>
                    <a:pt x="30" y="10"/>
                    <a:pt x="30" y="10"/>
                  </a:cubicBezTo>
                  <a:cubicBezTo>
                    <a:pt x="30" y="4"/>
                    <a:pt x="35" y="0"/>
                    <a:pt x="40" y="0"/>
                  </a:cubicBezTo>
                  <a:cubicBezTo>
                    <a:pt x="46" y="0"/>
                    <a:pt x="50" y="4"/>
                    <a:pt x="50" y="10"/>
                  </a:cubicBezTo>
                  <a:cubicBezTo>
                    <a:pt x="50" y="30"/>
                    <a:pt x="50" y="30"/>
                    <a:pt x="50" y="30"/>
                  </a:cubicBezTo>
                  <a:cubicBezTo>
                    <a:pt x="52" y="29"/>
                    <a:pt x="54" y="28"/>
                    <a:pt x="56" y="28"/>
                  </a:cubicBezTo>
                  <a:cubicBezTo>
                    <a:pt x="61" y="28"/>
                    <a:pt x="64" y="31"/>
                    <a:pt x="66" y="35"/>
                  </a:cubicBezTo>
                  <a:cubicBezTo>
                    <a:pt x="67" y="33"/>
                    <a:pt x="70" y="32"/>
                    <a:pt x="72" y="32"/>
                  </a:cubicBezTo>
                  <a:cubicBezTo>
                    <a:pt x="78" y="32"/>
                    <a:pt x="82" y="36"/>
                    <a:pt x="82" y="42"/>
                  </a:cubicBezTo>
                  <a:cubicBezTo>
                    <a:pt x="82" y="42"/>
                    <a:pt x="82" y="42"/>
                    <a:pt x="82" y="42"/>
                  </a:cubicBezTo>
                  <a:cubicBezTo>
                    <a:pt x="84" y="41"/>
                    <a:pt x="86" y="40"/>
                    <a:pt x="88" y="40"/>
                  </a:cubicBezTo>
                  <a:cubicBezTo>
                    <a:pt x="94" y="40"/>
                    <a:pt x="98" y="45"/>
                    <a:pt x="98" y="50"/>
                  </a:cubicBezTo>
                  <a:cubicBezTo>
                    <a:pt x="98" y="74"/>
                    <a:pt x="98" y="74"/>
                    <a:pt x="98" y="7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5" name="Freeform 37"/>
            <p:cNvSpPr>
              <a:spLocks noEditPoints="1"/>
            </p:cNvSpPr>
            <p:nvPr/>
          </p:nvSpPr>
          <p:spPr bwMode="auto">
            <a:xfrm>
              <a:off x="320572" y="184483"/>
              <a:ext cx="254000" cy="322263"/>
            </a:xfrm>
            <a:custGeom>
              <a:avLst/>
              <a:gdLst>
                <a:gd name="T0" fmla="*/ 66 w 98"/>
                <a:gd name="T1" fmla="*/ 26 h 124"/>
                <a:gd name="T2" fmla="*/ 14 w 98"/>
                <a:gd name="T3" fmla="*/ 26 h 124"/>
                <a:gd name="T4" fmla="*/ 26 w 98"/>
                <a:gd name="T5" fmla="*/ 43 h 124"/>
                <a:gd name="T6" fmla="*/ 40 w 98"/>
                <a:gd name="T7" fmla="*/ 4 h 124"/>
                <a:gd name="T8" fmla="*/ 57 w 98"/>
                <a:gd name="T9" fmla="*/ 40 h 124"/>
                <a:gd name="T10" fmla="*/ 61 w 98"/>
                <a:gd name="T11" fmla="*/ 41 h 124"/>
                <a:gd name="T12" fmla="*/ 58 w 98"/>
                <a:gd name="T13" fmla="*/ 26 h 124"/>
                <a:gd name="T14" fmla="*/ 22 w 98"/>
                <a:gd name="T15" fmla="*/ 26 h 124"/>
                <a:gd name="T16" fmla="*/ 26 w 98"/>
                <a:gd name="T17" fmla="*/ 26 h 124"/>
                <a:gd name="T18" fmla="*/ 54 w 98"/>
                <a:gd name="T19" fmla="*/ 26 h 124"/>
                <a:gd name="T20" fmla="*/ 54 w 98"/>
                <a:gd name="T21" fmla="*/ 37 h 124"/>
                <a:gd name="T22" fmla="*/ 94 w 98"/>
                <a:gd name="T23" fmla="*/ 90 h 124"/>
                <a:gd name="T24" fmla="*/ 94 w 98"/>
                <a:gd name="T25" fmla="*/ 75 h 124"/>
                <a:gd name="T26" fmla="*/ 88 w 98"/>
                <a:gd name="T27" fmla="*/ 60 h 124"/>
                <a:gd name="T28" fmla="*/ 82 w 98"/>
                <a:gd name="T29" fmla="*/ 68 h 124"/>
                <a:gd name="T30" fmla="*/ 78 w 98"/>
                <a:gd name="T31" fmla="*/ 58 h 124"/>
                <a:gd name="T32" fmla="*/ 66 w 98"/>
                <a:gd name="T33" fmla="*/ 58 h 124"/>
                <a:gd name="T34" fmla="*/ 62 w 98"/>
                <a:gd name="T35" fmla="*/ 64 h 124"/>
                <a:gd name="T36" fmla="*/ 56 w 98"/>
                <a:gd name="T37" fmla="*/ 48 h 124"/>
                <a:gd name="T38" fmla="*/ 50 w 98"/>
                <a:gd name="T39" fmla="*/ 68 h 124"/>
                <a:gd name="T40" fmla="*/ 46 w 98"/>
                <a:gd name="T41" fmla="*/ 26 h 124"/>
                <a:gd name="T42" fmla="*/ 34 w 98"/>
                <a:gd name="T43" fmla="*/ 26 h 124"/>
                <a:gd name="T44" fmla="*/ 11 w 98"/>
                <a:gd name="T45" fmla="*/ 57 h 124"/>
                <a:gd name="T46" fmla="*/ 64 w 98"/>
                <a:gd name="T47" fmla="*/ 120 h 124"/>
                <a:gd name="T48" fmla="*/ 64 w 98"/>
                <a:gd name="T49" fmla="*/ 124 h 124"/>
                <a:gd name="T50" fmla="*/ 8 w 98"/>
                <a:gd name="T51" fmla="*/ 54 h 124"/>
                <a:gd name="T52" fmla="*/ 30 w 98"/>
                <a:gd name="T53" fmla="*/ 61 h 124"/>
                <a:gd name="T54" fmla="*/ 40 w 98"/>
                <a:gd name="T55" fmla="*/ 16 h 124"/>
                <a:gd name="T56" fmla="*/ 50 w 98"/>
                <a:gd name="T57" fmla="*/ 46 h 124"/>
                <a:gd name="T58" fmla="*/ 66 w 98"/>
                <a:gd name="T59" fmla="*/ 51 h 124"/>
                <a:gd name="T60" fmla="*/ 82 w 98"/>
                <a:gd name="T61" fmla="*/ 58 h 124"/>
                <a:gd name="T62" fmla="*/ 88 w 98"/>
                <a:gd name="T63" fmla="*/ 56 h 124"/>
                <a:gd name="T64" fmla="*/ 98 w 98"/>
                <a:gd name="T65" fmla="*/ 9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8" h="124">
                  <a:moveTo>
                    <a:pt x="61" y="41"/>
                  </a:moveTo>
                  <a:cubicBezTo>
                    <a:pt x="64" y="37"/>
                    <a:pt x="66" y="32"/>
                    <a:pt x="66" y="26"/>
                  </a:cubicBezTo>
                  <a:cubicBezTo>
                    <a:pt x="66" y="12"/>
                    <a:pt x="55" y="0"/>
                    <a:pt x="40" y="0"/>
                  </a:cubicBezTo>
                  <a:cubicBezTo>
                    <a:pt x="26" y="0"/>
                    <a:pt x="14" y="12"/>
                    <a:pt x="14" y="26"/>
                  </a:cubicBezTo>
                  <a:cubicBezTo>
                    <a:pt x="14" y="35"/>
                    <a:pt x="19" y="43"/>
                    <a:pt x="26" y="48"/>
                  </a:cubicBezTo>
                  <a:cubicBezTo>
                    <a:pt x="26" y="43"/>
                    <a:pt x="26" y="43"/>
                    <a:pt x="26" y="43"/>
                  </a:cubicBezTo>
                  <a:cubicBezTo>
                    <a:pt x="21" y="39"/>
                    <a:pt x="18" y="33"/>
                    <a:pt x="18" y="26"/>
                  </a:cubicBezTo>
                  <a:cubicBezTo>
                    <a:pt x="18" y="14"/>
                    <a:pt x="28" y="4"/>
                    <a:pt x="40" y="4"/>
                  </a:cubicBezTo>
                  <a:cubicBezTo>
                    <a:pt x="52" y="4"/>
                    <a:pt x="62" y="14"/>
                    <a:pt x="62" y="26"/>
                  </a:cubicBezTo>
                  <a:cubicBezTo>
                    <a:pt x="62" y="31"/>
                    <a:pt x="60" y="36"/>
                    <a:pt x="57" y="40"/>
                  </a:cubicBezTo>
                  <a:cubicBezTo>
                    <a:pt x="59" y="40"/>
                    <a:pt x="60" y="40"/>
                    <a:pt x="61" y="41"/>
                  </a:cubicBezTo>
                  <a:cubicBezTo>
                    <a:pt x="61" y="41"/>
                    <a:pt x="61" y="41"/>
                    <a:pt x="61" y="41"/>
                  </a:cubicBezTo>
                  <a:close/>
                  <a:moveTo>
                    <a:pt x="54" y="37"/>
                  </a:moveTo>
                  <a:cubicBezTo>
                    <a:pt x="57" y="34"/>
                    <a:pt x="58" y="30"/>
                    <a:pt x="58" y="26"/>
                  </a:cubicBezTo>
                  <a:cubicBezTo>
                    <a:pt x="58" y="16"/>
                    <a:pt x="50" y="8"/>
                    <a:pt x="40" y="8"/>
                  </a:cubicBezTo>
                  <a:cubicBezTo>
                    <a:pt x="30" y="8"/>
                    <a:pt x="22" y="16"/>
                    <a:pt x="22" y="26"/>
                  </a:cubicBezTo>
                  <a:cubicBezTo>
                    <a:pt x="22" y="30"/>
                    <a:pt x="24" y="34"/>
                    <a:pt x="26" y="37"/>
                  </a:cubicBezTo>
                  <a:cubicBezTo>
                    <a:pt x="26" y="26"/>
                    <a:pt x="26" y="26"/>
                    <a:pt x="26" y="26"/>
                  </a:cubicBezTo>
                  <a:cubicBezTo>
                    <a:pt x="26" y="18"/>
                    <a:pt x="33" y="12"/>
                    <a:pt x="40" y="12"/>
                  </a:cubicBezTo>
                  <a:cubicBezTo>
                    <a:pt x="48" y="12"/>
                    <a:pt x="54" y="18"/>
                    <a:pt x="54" y="26"/>
                  </a:cubicBezTo>
                  <a:cubicBezTo>
                    <a:pt x="54" y="37"/>
                    <a:pt x="54" y="37"/>
                    <a:pt x="54" y="37"/>
                  </a:cubicBezTo>
                  <a:cubicBezTo>
                    <a:pt x="54" y="37"/>
                    <a:pt x="54" y="37"/>
                    <a:pt x="54" y="37"/>
                  </a:cubicBezTo>
                  <a:close/>
                  <a:moveTo>
                    <a:pt x="64" y="120"/>
                  </a:moveTo>
                  <a:cubicBezTo>
                    <a:pt x="81" y="120"/>
                    <a:pt x="94" y="106"/>
                    <a:pt x="94" y="90"/>
                  </a:cubicBezTo>
                  <a:cubicBezTo>
                    <a:pt x="94" y="90"/>
                    <a:pt x="94" y="99"/>
                    <a:pt x="94" y="90"/>
                  </a:cubicBezTo>
                  <a:cubicBezTo>
                    <a:pt x="94" y="75"/>
                    <a:pt x="94" y="75"/>
                    <a:pt x="94" y="75"/>
                  </a:cubicBezTo>
                  <a:cubicBezTo>
                    <a:pt x="94" y="66"/>
                    <a:pt x="94" y="66"/>
                    <a:pt x="94" y="66"/>
                  </a:cubicBezTo>
                  <a:cubicBezTo>
                    <a:pt x="94" y="63"/>
                    <a:pt x="92" y="60"/>
                    <a:pt x="88" y="60"/>
                  </a:cubicBezTo>
                  <a:cubicBezTo>
                    <a:pt x="85" y="60"/>
                    <a:pt x="82" y="63"/>
                    <a:pt x="82" y="66"/>
                  </a:cubicBezTo>
                  <a:cubicBezTo>
                    <a:pt x="82" y="68"/>
                    <a:pt x="82" y="68"/>
                    <a:pt x="82" y="68"/>
                  </a:cubicBezTo>
                  <a:cubicBezTo>
                    <a:pt x="78" y="68"/>
                    <a:pt x="78" y="68"/>
                    <a:pt x="78" y="68"/>
                  </a:cubicBezTo>
                  <a:cubicBezTo>
                    <a:pt x="78" y="58"/>
                    <a:pt x="78" y="58"/>
                    <a:pt x="78" y="58"/>
                  </a:cubicBezTo>
                  <a:cubicBezTo>
                    <a:pt x="78" y="55"/>
                    <a:pt x="76" y="52"/>
                    <a:pt x="72" y="52"/>
                  </a:cubicBezTo>
                  <a:cubicBezTo>
                    <a:pt x="69" y="52"/>
                    <a:pt x="66" y="55"/>
                    <a:pt x="66" y="58"/>
                  </a:cubicBezTo>
                  <a:cubicBezTo>
                    <a:pt x="66" y="64"/>
                    <a:pt x="66" y="64"/>
                    <a:pt x="66" y="64"/>
                  </a:cubicBezTo>
                  <a:cubicBezTo>
                    <a:pt x="62" y="64"/>
                    <a:pt x="62" y="64"/>
                    <a:pt x="62" y="64"/>
                  </a:cubicBezTo>
                  <a:cubicBezTo>
                    <a:pt x="62" y="54"/>
                    <a:pt x="62" y="54"/>
                    <a:pt x="62" y="54"/>
                  </a:cubicBezTo>
                  <a:cubicBezTo>
                    <a:pt x="62" y="51"/>
                    <a:pt x="60" y="48"/>
                    <a:pt x="56" y="48"/>
                  </a:cubicBezTo>
                  <a:cubicBezTo>
                    <a:pt x="53" y="48"/>
                    <a:pt x="50" y="51"/>
                    <a:pt x="50" y="54"/>
                  </a:cubicBezTo>
                  <a:cubicBezTo>
                    <a:pt x="50" y="68"/>
                    <a:pt x="50" y="68"/>
                    <a:pt x="50" y="68"/>
                  </a:cubicBezTo>
                  <a:cubicBezTo>
                    <a:pt x="46" y="68"/>
                    <a:pt x="46" y="68"/>
                    <a:pt x="46" y="68"/>
                  </a:cubicBezTo>
                  <a:cubicBezTo>
                    <a:pt x="46" y="26"/>
                    <a:pt x="46" y="26"/>
                    <a:pt x="46" y="26"/>
                  </a:cubicBezTo>
                  <a:cubicBezTo>
                    <a:pt x="46" y="23"/>
                    <a:pt x="44" y="20"/>
                    <a:pt x="40" y="20"/>
                  </a:cubicBezTo>
                  <a:cubicBezTo>
                    <a:pt x="37" y="20"/>
                    <a:pt x="34" y="23"/>
                    <a:pt x="34" y="26"/>
                  </a:cubicBezTo>
                  <a:cubicBezTo>
                    <a:pt x="34" y="71"/>
                    <a:pt x="34" y="71"/>
                    <a:pt x="34" y="71"/>
                  </a:cubicBezTo>
                  <a:cubicBezTo>
                    <a:pt x="26" y="62"/>
                    <a:pt x="15" y="53"/>
                    <a:pt x="11" y="57"/>
                  </a:cubicBezTo>
                  <a:cubicBezTo>
                    <a:pt x="6" y="62"/>
                    <a:pt x="18" y="74"/>
                    <a:pt x="33" y="100"/>
                  </a:cubicBezTo>
                  <a:cubicBezTo>
                    <a:pt x="40" y="112"/>
                    <a:pt x="49" y="120"/>
                    <a:pt x="64" y="120"/>
                  </a:cubicBezTo>
                  <a:close/>
                  <a:moveTo>
                    <a:pt x="98" y="90"/>
                  </a:moveTo>
                  <a:cubicBezTo>
                    <a:pt x="98" y="109"/>
                    <a:pt x="83" y="124"/>
                    <a:pt x="64" y="124"/>
                  </a:cubicBezTo>
                  <a:cubicBezTo>
                    <a:pt x="52" y="124"/>
                    <a:pt x="39" y="118"/>
                    <a:pt x="30" y="102"/>
                  </a:cubicBezTo>
                  <a:cubicBezTo>
                    <a:pt x="17" y="78"/>
                    <a:pt x="0" y="62"/>
                    <a:pt x="8" y="54"/>
                  </a:cubicBezTo>
                  <a:cubicBezTo>
                    <a:pt x="14" y="49"/>
                    <a:pt x="22" y="54"/>
                    <a:pt x="30" y="61"/>
                  </a:cubicBezTo>
                  <a:cubicBezTo>
                    <a:pt x="30" y="61"/>
                    <a:pt x="30" y="61"/>
                    <a:pt x="30" y="61"/>
                  </a:cubicBezTo>
                  <a:cubicBezTo>
                    <a:pt x="30" y="26"/>
                    <a:pt x="30" y="26"/>
                    <a:pt x="30" y="26"/>
                  </a:cubicBezTo>
                  <a:cubicBezTo>
                    <a:pt x="30" y="20"/>
                    <a:pt x="35" y="16"/>
                    <a:pt x="40" y="16"/>
                  </a:cubicBezTo>
                  <a:cubicBezTo>
                    <a:pt x="46" y="16"/>
                    <a:pt x="50" y="20"/>
                    <a:pt x="50" y="26"/>
                  </a:cubicBezTo>
                  <a:cubicBezTo>
                    <a:pt x="50" y="46"/>
                    <a:pt x="50" y="46"/>
                    <a:pt x="50" y="46"/>
                  </a:cubicBezTo>
                  <a:cubicBezTo>
                    <a:pt x="52" y="45"/>
                    <a:pt x="54" y="44"/>
                    <a:pt x="56" y="44"/>
                  </a:cubicBezTo>
                  <a:cubicBezTo>
                    <a:pt x="61" y="44"/>
                    <a:pt x="64" y="47"/>
                    <a:pt x="66" y="51"/>
                  </a:cubicBezTo>
                  <a:cubicBezTo>
                    <a:pt x="67" y="49"/>
                    <a:pt x="70" y="48"/>
                    <a:pt x="72" y="48"/>
                  </a:cubicBezTo>
                  <a:cubicBezTo>
                    <a:pt x="78" y="48"/>
                    <a:pt x="82" y="52"/>
                    <a:pt x="82" y="58"/>
                  </a:cubicBezTo>
                  <a:cubicBezTo>
                    <a:pt x="82" y="58"/>
                    <a:pt x="82" y="58"/>
                    <a:pt x="82" y="58"/>
                  </a:cubicBezTo>
                  <a:cubicBezTo>
                    <a:pt x="84" y="57"/>
                    <a:pt x="86" y="56"/>
                    <a:pt x="88" y="56"/>
                  </a:cubicBezTo>
                  <a:cubicBezTo>
                    <a:pt x="94" y="56"/>
                    <a:pt x="98" y="61"/>
                    <a:pt x="98" y="66"/>
                  </a:cubicBezTo>
                  <a:cubicBezTo>
                    <a:pt x="98" y="90"/>
                    <a:pt x="98" y="90"/>
                    <a:pt x="98" y="9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6" name="Freeform 38"/>
            <p:cNvSpPr>
              <a:spLocks noEditPoints="1"/>
            </p:cNvSpPr>
            <p:nvPr/>
          </p:nvSpPr>
          <p:spPr bwMode="auto">
            <a:xfrm>
              <a:off x="8269432" y="4112575"/>
              <a:ext cx="254000" cy="303213"/>
            </a:xfrm>
            <a:custGeom>
              <a:avLst/>
              <a:gdLst>
                <a:gd name="T0" fmla="*/ 54 w 98"/>
                <a:gd name="T1" fmla="*/ 29 h 116"/>
                <a:gd name="T2" fmla="*/ 58 w 98"/>
                <a:gd name="T3" fmla="*/ 18 h 116"/>
                <a:gd name="T4" fmla="*/ 40 w 98"/>
                <a:gd name="T5" fmla="*/ 0 h 116"/>
                <a:gd name="T6" fmla="*/ 22 w 98"/>
                <a:gd name="T7" fmla="*/ 18 h 116"/>
                <a:gd name="T8" fmla="*/ 26 w 98"/>
                <a:gd name="T9" fmla="*/ 29 h 116"/>
                <a:gd name="T10" fmla="*/ 26 w 98"/>
                <a:gd name="T11" fmla="*/ 18 h 116"/>
                <a:gd name="T12" fmla="*/ 40 w 98"/>
                <a:gd name="T13" fmla="*/ 4 h 116"/>
                <a:gd name="T14" fmla="*/ 54 w 98"/>
                <a:gd name="T15" fmla="*/ 18 h 116"/>
                <a:gd name="T16" fmla="*/ 54 w 98"/>
                <a:gd name="T17" fmla="*/ 29 h 116"/>
                <a:gd name="T18" fmla="*/ 54 w 98"/>
                <a:gd name="T19" fmla="*/ 29 h 116"/>
                <a:gd name="T20" fmla="*/ 64 w 98"/>
                <a:gd name="T21" fmla="*/ 112 h 116"/>
                <a:gd name="T22" fmla="*/ 94 w 98"/>
                <a:gd name="T23" fmla="*/ 82 h 116"/>
                <a:gd name="T24" fmla="*/ 94 w 98"/>
                <a:gd name="T25" fmla="*/ 82 h 116"/>
                <a:gd name="T26" fmla="*/ 94 w 98"/>
                <a:gd name="T27" fmla="*/ 67 h 116"/>
                <a:gd name="T28" fmla="*/ 94 w 98"/>
                <a:gd name="T29" fmla="*/ 58 h 116"/>
                <a:gd name="T30" fmla="*/ 88 w 98"/>
                <a:gd name="T31" fmla="*/ 52 h 116"/>
                <a:gd name="T32" fmla="*/ 82 w 98"/>
                <a:gd name="T33" fmla="*/ 58 h 116"/>
                <a:gd name="T34" fmla="*/ 82 w 98"/>
                <a:gd name="T35" fmla="*/ 60 h 116"/>
                <a:gd name="T36" fmla="*/ 78 w 98"/>
                <a:gd name="T37" fmla="*/ 60 h 116"/>
                <a:gd name="T38" fmla="*/ 78 w 98"/>
                <a:gd name="T39" fmla="*/ 50 h 116"/>
                <a:gd name="T40" fmla="*/ 72 w 98"/>
                <a:gd name="T41" fmla="*/ 44 h 116"/>
                <a:gd name="T42" fmla="*/ 66 w 98"/>
                <a:gd name="T43" fmla="*/ 50 h 116"/>
                <a:gd name="T44" fmla="*/ 66 w 98"/>
                <a:gd name="T45" fmla="*/ 56 h 116"/>
                <a:gd name="T46" fmla="*/ 62 w 98"/>
                <a:gd name="T47" fmla="*/ 56 h 116"/>
                <a:gd name="T48" fmla="*/ 62 w 98"/>
                <a:gd name="T49" fmla="*/ 46 h 116"/>
                <a:gd name="T50" fmla="*/ 56 w 98"/>
                <a:gd name="T51" fmla="*/ 40 h 116"/>
                <a:gd name="T52" fmla="*/ 50 w 98"/>
                <a:gd name="T53" fmla="*/ 46 h 116"/>
                <a:gd name="T54" fmla="*/ 50 w 98"/>
                <a:gd name="T55" fmla="*/ 60 h 116"/>
                <a:gd name="T56" fmla="*/ 46 w 98"/>
                <a:gd name="T57" fmla="*/ 60 h 116"/>
                <a:gd name="T58" fmla="*/ 46 w 98"/>
                <a:gd name="T59" fmla="*/ 18 h 116"/>
                <a:gd name="T60" fmla="*/ 40 w 98"/>
                <a:gd name="T61" fmla="*/ 12 h 116"/>
                <a:gd name="T62" fmla="*/ 34 w 98"/>
                <a:gd name="T63" fmla="*/ 18 h 116"/>
                <a:gd name="T64" fmla="*/ 34 w 98"/>
                <a:gd name="T65" fmla="*/ 63 h 116"/>
                <a:gd name="T66" fmla="*/ 11 w 98"/>
                <a:gd name="T67" fmla="*/ 49 h 116"/>
                <a:gd name="T68" fmla="*/ 33 w 98"/>
                <a:gd name="T69" fmla="*/ 92 h 116"/>
                <a:gd name="T70" fmla="*/ 64 w 98"/>
                <a:gd name="T71" fmla="*/ 112 h 116"/>
                <a:gd name="T72" fmla="*/ 98 w 98"/>
                <a:gd name="T73" fmla="*/ 82 h 116"/>
                <a:gd name="T74" fmla="*/ 64 w 98"/>
                <a:gd name="T75" fmla="*/ 116 h 116"/>
                <a:gd name="T76" fmla="*/ 30 w 98"/>
                <a:gd name="T77" fmla="*/ 94 h 116"/>
                <a:gd name="T78" fmla="*/ 8 w 98"/>
                <a:gd name="T79" fmla="*/ 46 h 116"/>
                <a:gd name="T80" fmla="*/ 30 w 98"/>
                <a:gd name="T81" fmla="*/ 53 h 116"/>
                <a:gd name="T82" fmla="*/ 30 w 98"/>
                <a:gd name="T83" fmla="*/ 53 h 116"/>
                <a:gd name="T84" fmla="*/ 30 w 98"/>
                <a:gd name="T85" fmla="*/ 18 h 116"/>
                <a:gd name="T86" fmla="*/ 40 w 98"/>
                <a:gd name="T87" fmla="*/ 8 h 116"/>
                <a:gd name="T88" fmla="*/ 50 w 98"/>
                <a:gd name="T89" fmla="*/ 18 h 116"/>
                <a:gd name="T90" fmla="*/ 50 w 98"/>
                <a:gd name="T91" fmla="*/ 38 h 116"/>
                <a:gd name="T92" fmla="*/ 56 w 98"/>
                <a:gd name="T93" fmla="*/ 36 h 116"/>
                <a:gd name="T94" fmla="*/ 66 w 98"/>
                <a:gd name="T95" fmla="*/ 43 h 116"/>
                <a:gd name="T96" fmla="*/ 72 w 98"/>
                <a:gd name="T97" fmla="*/ 40 h 116"/>
                <a:gd name="T98" fmla="*/ 82 w 98"/>
                <a:gd name="T99" fmla="*/ 50 h 116"/>
                <a:gd name="T100" fmla="*/ 82 w 98"/>
                <a:gd name="T101" fmla="*/ 50 h 116"/>
                <a:gd name="T102" fmla="*/ 88 w 98"/>
                <a:gd name="T103" fmla="*/ 48 h 116"/>
                <a:gd name="T104" fmla="*/ 98 w 98"/>
                <a:gd name="T105" fmla="*/ 58 h 116"/>
                <a:gd name="T106" fmla="*/ 98 w 98"/>
                <a:gd name="T107" fmla="*/ 8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 h="116">
                  <a:moveTo>
                    <a:pt x="54" y="29"/>
                  </a:moveTo>
                  <a:cubicBezTo>
                    <a:pt x="57" y="26"/>
                    <a:pt x="58" y="22"/>
                    <a:pt x="58" y="18"/>
                  </a:cubicBezTo>
                  <a:cubicBezTo>
                    <a:pt x="58" y="8"/>
                    <a:pt x="50" y="0"/>
                    <a:pt x="40" y="0"/>
                  </a:cubicBezTo>
                  <a:cubicBezTo>
                    <a:pt x="30" y="0"/>
                    <a:pt x="22" y="8"/>
                    <a:pt x="22" y="18"/>
                  </a:cubicBezTo>
                  <a:cubicBezTo>
                    <a:pt x="22" y="22"/>
                    <a:pt x="24" y="26"/>
                    <a:pt x="26" y="29"/>
                  </a:cubicBezTo>
                  <a:cubicBezTo>
                    <a:pt x="26" y="18"/>
                    <a:pt x="26" y="18"/>
                    <a:pt x="26" y="18"/>
                  </a:cubicBezTo>
                  <a:cubicBezTo>
                    <a:pt x="26" y="10"/>
                    <a:pt x="33" y="4"/>
                    <a:pt x="40" y="4"/>
                  </a:cubicBezTo>
                  <a:cubicBezTo>
                    <a:pt x="48" y="4"/>
                    <a:pt x="54" y="10"/>
                    <a:pt x="54" y="18"/>
                  </a:cubicBezTo>
                  <a:cubicBezTo>
                    <a:pt x="54" y="29"/>
                    <a:pt x="54" y="29"/>
                    <a:pt x="54" y="29"/>
                  </a:cubicBezTo>
                  <a:cubicBezTo>
                    <a:pt x="54" y="29"/>
                    <a:pt x="54" y="29"/>
                    <a:pt x="54" y="29"/>
                  </a:cubicBezTo>
                  <a:close/>
                  <a:moveTo>
                    <a:pt x="64" y="112"/>
                  </a:moveTo>
                  <a:cubicBezTo>
                    <a:pt x="81" y="112"/>
                    <a:pt x="94" y="98"/>
                    <a:pt x="94" y="82"/>
                  </a:cubicBezTo>
                  <a:cubicBezTo>
                    <a:pt x="94" y="82"/>
                    <a:pt x="94" y="91"/>
                    <a:pt x="94" y="82"/>
                  </a:cubicBezTo>
                  <a:cubicBezTo>
                    <a:pt x="94" y="67"/>
                    <a:pt x="94" y="67"/>
                    <a:pt x="94" y="67"/>
                  </a:cubicBezTo>
                  <a:cubicBezTo>
                    <a:pt x="94" y="58"/>
                    <a:pt x="94" y="58"/>
                    <a:pt x="94" y="58"/>
                  </a:cubicBezTo>
                  <a:cubicBezTo>
                    <a:pt x="94" y="55"/>
                    <a:pt x="92" y="52"/>
                    <a:pt x="88" y="52"/>
                  </a:cubicBezTo>
                  <a:cubicBezTo>
                    <a:pt x="85" y="52"/>
                    <a:pt x="82" y="55"/>
                    <a:pt x="82" y="58"/>
                  </a:cubicBezTo>
                  <a:cubicBezTo>
                    <a:pt x="82" y="60"/>
                    <a:pt x="82" y="60"/>
                    <a:pt x="82" y="60"/>
                  </a:cubicBezTo>
                  <a:cubicBezTo>
                    <a:pt x="78" y="60"/>
                    <a:pt x="78" y="60"/>
                    <a:pt x="78" y="60"/>
                  </a:cubicBezTo>
                  <a:cubicBezTo>
                    <a:pt x="78" y="50"/>
                    <a:pt x="78" y="50"/>
                    <a:pt x="78" y="50"/>
                  </a:cubicBezTo>
                  <a:cubicBezTo>
                    <a:pt x="78" y="47"/>
                    <a:pt x="76" y="44"/>
                    <a:pt x="72" y="44"/>
                  </a:cubicBezTo>
                  <a:cubicBezTo>
                    <a:pt x="69" y="44"/>
                    <a:pt x="66" y="47"/>
                    <a:pt x="66" y="50"/>
                  </a:cubicBezTo>
                  <a:cubicBezTo>
                    <a:pt x="66" y="56"/>
                    <a:pt x="66" y="56"/>
                    <a:pt x="66" y="56"/>
                  </a:cubicBezTo>
                  <a:cubicBezTo>
                    <a:pt x="62" y="56"/>
                    <a:pt x="62" y="56"/>
                    <a:pt x="62" y="56"/>
                  </a:cubicBezTo>
                  <a:cubicBezTo>
                    <a:pt x="62" y="46"/>
                    <a:pt x="62" y="46"/>
                    <a:pt x="62" y="46"/>
                  </a:cubicBezTo>
                  <a:cubicBezTo>
                    <a:pt x="62" y="43"/>
                    <a:pt x="60" y="40"/>
                    <a:pt x="56" y="40"/>
                  </a:cubicBezTo>
                  <a:cubicBezTo>
                    <a:pt x="53" y="40"/>
                    <a:pt x="50" y="43"/>
                    <a:pt x="50" y="46"/>
                  </a:cubicBezTo>
                  <a:cubicBezTo>
                    <a:pt x="50" y="60"/>
                    <a:pt x="50" y="60"/>
                    <a:pt x="50" y="60"/>
                  </a:cubicBezTo>
                  <a:cubicBezTo>
                    <a:pt x="46" y="60"/>
                    <a:pt x="46" y="60"/>
                    <a:pt x="46" y="60"/>
                  </a:cubicBezTo>
                  <a:cubicBezTo>
                    <a:pt x="46" y="18"/>
                    <a:pt x="46" y="18"/>
                    <a:pt x="46" y="18"/>
                  </a:cubicBezTo>
                  <a:cubicBezTo>
                    <a:pt x="46" y="15"/>
                    <a:pt x="44" y="12"/>
                    <a:pt x="40" y="12"/>
                  </a:cubicBezTo>
                  <a:cubicBezTo>
                    <a:pt x="37" y="12"/>
                    <a:pt x="34" y="15"/>
                    <a:pt x="34" y="18"/>
                  </a:cubicBezTo>
                  <a:cubicBezTo>
                    <a:pt x="34" y="63"/>
                    <a:pt x="34" y="63"/>
                    <a:pt x="34" y="63"/>
                  </a:cubicBezTo>
                  <a:cubicBezTo>
                    <a:pt x="26" y="54"/>
                    <a:pt x="15" y="45"/>
                    <a:pt x="11" y="49"/>
                  </a:cubicBezTo>
                  <a:cubicBezTo>
                    <a:pt x="6" y="54"/>
                    <a:pt x="18" y="66"/>
                    <a:pt x="33" y="92"/>
                  </a:cubicBezTo>
                  <a:cubicBezTo>
                    <a:pt x="40" y="104"/>
                    <a:pt x="49" y="112"/>
                    <a:pt x="64" y="112"/>
                  </a:cubicBezTo>
                  <a:close/>
                  <a:moveTo>
                    <a:pt x="98" y="82"/>
                  </a:moveTo>
                  <a:cubicBezTo>
                    <a:pt x="98" y="101"/>
                    <a:pt x="83" y="116"/>
                    <a:pt x="64" y="116"/>
                  </a:cubicBezTo>
                  <a:cubicBezTo>
                    <a:pt x="52" y="116"/>
                    <a:pt x="39" y="110"/>
                    <a:pt x="30" y="94"/>
                  </a:cubicBezTo>
                  <a:cubicBezTo>
                    <a:pt x="17" y="70"/>
                    <a:pt x="0" y="54"/>
                    <a:pt x="8" y="46"/>
                  </a:cubicBezTo>
                  <a:cubicBezTo>
                    <a:pt x="14" y="41"/>
                    <a:pt x="22" y="46"/>
                    <a:pt x="30" y="53"/>
                  </a:cubicBezTo>
                  <a:cubicBezTo>
                    <a:pt x="30" y="53"/>
                    <a:pt x="30" y="53"/>
                    <a:pt x="30" y="53"/>
                  </a:cubicBezTo>
                  <a:cubicBezTo>
                    <a:pt x="30" y="18"/>
                    <a:pt x="30" y="18"/>
                    <a:pt x="30" y="18"/>
                  </a:cubicBezTo>
                  <a:cubicBezTo>
                    <a:pt x="30" y="12"/>
                    <a:pt x="35" y="8"/>
                    <a:pt x="40" y="8"/>
                  </a:cubicBezTo>
                  <a:cubicBezTo>
                    <a:pt x="46" y="8"/>
                    <a:pt x="50" y="12"/>
                    <a:pt x="50" y="18"/>
                  </a:cubicBezTo>
                  <a:cubicBezTo>
                    <a:pt x="50" y="38"/>
                    <a:pt x="50" y="38"/>
                    <a:pt x="50" y="38"/>
                  </a:cubicBezTo>
                  <a:cubicBezTo>
                    <a:pt x="52" y="37"/>
                    <a:pt x="54" y="36"/>
                    <a:pt x="56" y="36"/>
                  </a:cubicBezTo>
                  <a:cubicBezTo>
                    <a:pt x="61" y="36"/>
                    <a:pt x="64" y="39"/>
                    <a:pt x="66" y="43"/>
                  </a:cubicBezTo>
                  <a:cubicBezTo>
                    <a:pt x="67" y="41"/>
                    <a:pt x="70" y="40"/>
                    <a:pt x="72" y="40"/>
                  </a:cubicBezTo>
                  <a:cubicBezTo>
                    <a:pt x="78" y="40"/>
                    <a:pt x="82" y="44"/>
                    <a:pt x="82" y="50"/>
                  </a:cubicBezTo>
                  <a:cubicBezTo>
                    <a:pt x="82" y="50"/>
                    <a:pt x="82" y="50"/>
                    <a:pt x="82" y="50"/>
                  </a:cubicBezTo>
                  <a:cubicBezTo>
                    <a:pt x="84" y="49"/>
                    <a:pt x="86" y="48"/>
                    <a:pt x="88" y="48"/>
                  </a:cubicBezTo>
                  <a:cubicBezTo>
                    <a:pt x="94" y="48"/>
                    <a:pt x="98" y="53"/>
                    <a:pt x="98" y="58"/>
                  </a:cubicBezTo>
                  <a:cubicBezTo>
                    <a:pt x="98" y="82"/>
                    <a:pt x="98" y="82"/>
                    <a:pt x="98" y="8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77" name="Group 76"/>
            <p:cNvGrpSpPr/>
            <p:nvPr/>
          </p:nvGrpSpPr>
          <p:grpSpPr>
            <a:xfrm>
              <a:off x="5865835" y="6228619"/>
              <a:ext cx="423070" cy="514475"/>
              <a:chOff x="7593013" y="2532063"/>
              <a:chExt cx="257175" cy="312738"/>
            </a:xfrm>
            <a:grpFill/>
          </p:grpSpPr>
          <p:sp>
            <p:nvSpPr>
              <p:cNvPr id="217" name="Freeform 39"/>
              <p:cNvSpPr>
                <a:spLocks noEditPoints="1"/>
              </p:cNvSpPr>
              <p:nvPr/>
            </p:nvSpPr>
            <p:spPr bwMode="auto">
              <a:xfrm>
                <a:off x="7753350" y="2532063"/>
                <a:ext cx="93663" cy="93663"/>
              </a:xfrm>
              <a:custGeom>
                <a:avLst/>
                <a:gdLst>
                  <a:gd name="T0" fmla="*/ 18 w 36"/>
                  <a:gd name="T1" fmla="*/ 36 h 36"/>
                  <a:gd name="T2" fmla="*/ 36 w 36"/>
                  <a:gd name="T3" fmla="*/ 18 h 36"/>
                  <a:gd name="T4" fmla="*/ 18 w 36"/>
                  <a:gd name="T5" fmla="*/ 0 h 36"/>
                  <a:gd name="T6" fmla="*/ 0 w 36"/>
                  <a:gd name="T7" fmla="*/ 18 h 36"/>
                  <a:gd name="T8" fmla="*/ 18 w 36"/>
                  <a:gd name="T9" fmla="*/ 36 h 36"/>
                  <a:gd name="T10" fmla="*/ 17 w 36"/>
                  <a:gd name="T11" fmla="*/ 4 h 36"/>
                  <a:gd name="T12" fmla="*/ 17 w 36"/>
                  <a:gd name="T13" fmla="*/ 18 h 36"/>
                  <a:gd name="T14" fmla="*/ 19 w 36"/>
                  <a:gd name="T15" fmla="*/ 18 h 36"/>
                  <a:gd name="T16" fmla="*/ 29 w 36"/>
                  <a:gd name="T17" fmla="*/ 18 h 36"/>
                  <a:gd name="T18" fmla="*/ 29 w 36"/>
                  <a:gd name="T19" fmla="*/ 14 h 36"/>
                  <a:gd name="T20" fmla="*/ 21 w 36"/>
                  <a:gd name="T21" fmla="*/ 14 h 36"/>
                  <a:gd name="T22" fmla="*/ 21 w 36"/>
                  <a:gd name="T23" fmla="*/ 4 h 36"/>
                  <a:gd name="T24" fmla="*/ 33 w 36"/>
                  <a:gd name="T25" fmla="*/ 18 h 36"/>
                  <a:gd name="T26" fmla="*/ 18 w 36"/>
                  <a:gd name="T27" fmla="*/ 32 h 36"/>
                  <a:gd name="T28" fmla="*/ 5 w 36"/>
                  <a:gd name="T29" fmla="*/ 18 h 36"/>
                  <a:gd name="T30" fmla="*/ 17 w 36"/>
                  <a:gd name="T31"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 h="36">
                    <a:moveTo>
                      <a:pt x="18" y="36"/>
                    </a:moveTo>
                    <a:cubicBezTo>
                      <a:pt x="28" y="36"/>
                      <a:pt x="36" y="28"/>
                      <a:pt x="36" y="18"/>
                    </a:cubicBezTo>
                    <a:cubicBezTo>
                      <a:pt x="36" y="8"/>
                      <a:pt x="28" y="0"/>
                      <a:pt x="18" y="0"/>
                    </a:cubicBezTo>
                    <a:cubicBezTo>
                      <a:pt x="8" y="0"/>
                      <a:pt x="0" y="8"/>
                      <a:pt x="0" y="18"/>
                    </a:cubicBezTo>
                    <a:cubicBezTo>
                      <a:pt x="0" y="28"/>
                      <a:pt x="8" y="36"/>
                      <a:pt x="18" y="36"/>
                    </a:cubicBezTo>
                    <a:close/>
                    <a:moveTo>
                      <a:pt x="17" y="4"/>
                    </a:moveTo>
                    <a:cubicBezTo>
                      <a:pt x="17" y="18"/>
                      <a:pt x="17" y="18"/>
                      <a:pt x="17" y="18"/>
                    </a:cubicBezTo>
                    <a:cubicBezTo>
                      <a:pt x="19" y="18"/>
                      <a:pt x="19" y="18"/>
                      <a:pt x="19" y="18"/>
                    </a:cubicBezTo>
                    <a:cubicBezTo>
                      <a:pt x="29" y="18"/>
                      <a:pt x="29" y="18"/>
                      <a:pt x="29" y="18"/>
                    </a:cubicBezTo>
                    <a:cubicBezTo>
                      <a:pt x="29" y="14"/>
                      <a:pt x="29" y="14"/>
                      <a:pt x="29" y="14"/>
                    </a:cubicBezTo>
                    <a:cubicBezTo>
                      <a:pt x="21" y="14"/>
                      <a:pt x="21" y="14"/>
                      <a:pt x="21" y="14"/>
                    </a:cubicBezTo>
                    <a:cubicBezTo>
                      <a:pt x="21" y="4"/>
                      <a:pt x="21" y="4"/>
                      <a:pt x="21" y="4"/>
                    </a:cubicBezTo>
                    <a:cubicBezTo>
                      <a:pt x="25" y="5"/>
                      <a:pt x="33" y="11"/>
                      <a:pt x="33" y="18"/>
                    </a:cubicBezTo>
                    <a:cubicBezTo>
                      <a:pt x="33" y="26"/>
                      <a:pt x="26" y="32"/>
                      <a:pt x="18" y="32"/>
                    </a:cubicBezTo>
                    <a:cubicBezTo>
                      <a:pt x="11" y="32"/>
                      <a:pt x="5" y="26"/>
                      <a:pt x="5" y="18"/>
                    </a:cubicBezTo>
                    <a:cubicBezTo>
                      <a:pt x="5" y="11"/>
                      <a:pt x="9" y="5"/>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8" name="Freeform 40"/>
              <p:cNvSpPr>
                <a:spLocks noEditPoints="1"/>
              </p:cNvSpPr>
              <p:nvPr/>
            </p:nvSpPr>
            <p:spPr bwMode="auto">
              <a:xfrm>
                <a:off x="7593013" y="2563813"/>
                <a:ext cx="257175" cy="280988"/>
              </a:xfrm>
              <a:custGeom>
                <a:avLst/>
                <a:gdLst>
                  <a:gd name="T0" fmla="*/ 89 w 99"/>
                  <a:gd name="T1" fmla="*/ 40 h 108"/>
                  <a:gd name="T2" fmla="*/ 82 w 99"/>
                  <a:gd name="T3" fmla="*/ 42 h 108"/>
                  <a:gd name="T4" fmla="*/ 72 w 99"/>
                  <a:gd name="T5" fmla="*/ 32 h 108"/>
                  <a:gd name="T6" fmla="*/ 66 w 99"/>
                  <a:gd name="T7" fmla="*/ 35 h 108"/>
                  <a:gd name="T8" fmla="*/ 57 w 99"/>
                  <a:gd name="T9" fmla="*/ 28 h 108"/>
                  <a:gd name="T10" fmla="*/ 51 w 99"/>
                  <a:gd name="T11" fmla="*/ 30 h 108"/>
                  <a:gd name="T12" fmla="*/ 51 w 99"/>
                  <a:gd name="T13" fmla="*/ 10 h 108"/>
                  <a:gd name="T14" fmla="*/ 41 w 99"/>
                  <a:gd name="T15" fmla="*/ 0 h 108"/>
                  <a:gd name="T16" fmla="*/ 31 w 99"/>
                  <a:gd name="T17" fmla="*/ 10 h 108"/>
                  <a:gd name="T18" fmla="*/ 31 w 99"/>
                  <a:gd name="T19" fmla="*/ 45 h 108"/>
                  <a:gd name="T20" fmla="*/ 8 w 99"/>
                  <a:gd name="T21" fmla="*/ 38 h 108"/>
                  <a:gd name="T22" fmla="*/ 30 w 99"/>
                  <a:gd name="T23" fmla="*/ 86 h 108"/>
                  <a:gd name="T24" fmla="*/ 65 w 99"/>
                  <a:gd name="T25" fmla="*/ 108 h 108"/>
                  <a:gd name="T26" fmla="*/ 99 w 99"/>
                  <a:gd name="T27" fmla="*/ 74 h 108"/>
                  <a:gd name="T28" fmla="*/ 99 w 99"/>
                  <a:gd name="T29" fmla="*/ 50 h 108"/>
                  <a:gd name="T30" fmla="*/ 89 w 99"/>
                  <a:gd name="T31" fmla="*/ 40 h 108"/>
                  <a:gd name="T32" fmla="*/ 95 w 99"/>
                  <a:gd name="T33" fmla="*/ 59 h 108"/>
                  <a:gd name="T34" fmla="*/ 95 w 99"/>
                  <a:gd name="T35" fmla="*/ 74 h 108"/>
                  <a:gd name="T36" fmla="*/ 95 w 99"/>
                  <a:gd name="T37" fmla="*/ 78 h 108"/>
                  <a:gd name="T38" fmla="*/ 95 w 99"/>
                  <a:gd name="T39" fmla="*/ 74 h 108"/>
                  <a:gd name="T40" fmla="*/ 65 w 99"/>
                  <a:gd name="T41" fmla="*/ 104 h 108"/>
                  <a:gd name="T42" fmla="*/ 33 w 99"/>
                  <a:gd name="T43" fmla="*/ 84 h 108"/>
                  <a:gd name="T44" fmla="*/ 11 w 99"/>
                  <a:gd name="T45" fmla="*/ 41 h 108"/>
                  <a:gd name="T46" fmla="*/ 35 w 99"/>
                  <a:gd name="T47" fmla="*/ 55 h 108"/>
                  <a:gd name="T48" fmla="*/ 35 w 99"/>
                  <a:gd name="T49" fmla="*/ 10 h 108"/>
                  <a:gd name="T50" fmla="*/ 41 w 99"/>
                  <a:gd name="T51" fmla="*/ 4 h 108"/>
                  <a:gd name="T52" fmla="*/ 47 w 99"/>
                  <a:gd name="T53" fmla="*/ 10 h 108"/>
                  <a:gd name="T54" fmla="*/ 47 w 99"/>
                  <a:gd name="T55" fmla="*/ 50 h 108"/>
                  <a:gd name="T56" fmla="*/ 51 w 99"/>
                  <a:gd name="T57" fmla="*/ 50 h 108"/>
                  <a:gd name="T58" fmla="*/ 51 w 99"/>
                  <a:gd name="T59" fmla="*/ 38 h 108"/>
                  <a:gd name="T60" fmla="*/ 57 w 99"/>
                  <a:gd name="T61" fmla="*/ 32 h 108"/>
                  <a:gd name="T62" fmla="*/ 63 w 99"/>
                  <a:gd name="T63" fmla="*/ 38 h 108"/>
                  <a:gd name="T64" fmla="*/ 63 w 99"/>
                  <a:gd name="T65" fmla="*/ 46 h 108"/>
                  <a:gd name="T66" fmla="*/ 67 w 99"/>
                  <a:gd name="T67" fmla="*/ 46 h 108"/>
                  <a:gd name="T68" fmla="*/ 67 w 99"/>
                  <a:gd name="T69" fmla="*/ 42 h 108"/>
                  <a:gd name="T70" fmla="*/ 73 w 99"/>
                  <a:gd name="T71" fmla="*/ 36 h 108"/>
                  <a:gd name="T72" fmla="*/ 79 w 99"/>
                  <a:gd name="T73" fmla="*/ 42 h 108"/>
                  <a:gd name="T74" fmla="*/ 79 w 99"/>
                  <a:gd name="T75" fmla="*/ 50 h 108"/>
                  <a:gd name="T76" fmla="*/ 83 w 99"/>
                  <a:gd name="T77" fmla="*/ 50 h 108"/>
                  <a:gd name="T78" fmla="*/ 83 w 99"/>
                  <a:gd name="T79" fmla="*/ 50 h 108"/>
                  <a:gd name="T80" fmla="*/ 89 w 99"/>
                  <a:gd name="T81" fmla="*/ 44 h 108"/>
                  <a:gd name="T82" fmla="*/ 95 w 99"/>
                  <a:gd name="T83" fmla="*/ 50 h 108"/>
                  <a:gd name="T84" fmla="*/ 95 w 99"/>
                  <a:gd name="T85" fmla="*/ 59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108">
                    <a:moveTo>
                      <a:pt x="89" y="40"/>
                    </a:moveTo>
                    <a:cubicBezTo>
                      <a:pt x="86" y="40"/>
                      <a:pt x="84" y="41"/>
                      <a:pt x="82" y="42"/>
                    </a:cubicBezTo>
                    <a:cubicBezTo>
                      <a:pt x="82" y="36"/>
                      <a:pt x="78" y="32"/>
                      <a:pt x="72" y="32"/>
                    </a:cubicBezTo>
                    <a:cubicBezTo>
                      <a:pt x="70" y="32"/>
                      <a:pt x="67" y="33"/>
                      <a:pt x="66" y="35"/>
                    </a:cubicBezTo>
                    <a:cubicBezTo>
                      <a:pt x="64" y="31"/>
                      <a:pt x="61" y="28"/>
                      <a:pt x="57" y="28"/>
                    </a:cubicBezTo>
                    <a:cubicBezTo>
                      <a:pt x="54" y="28"/>
                      <a:pt x="51" y="29"/>
                      <a:pt x="51" y="30"/>
                    </a:cubicBezTo>
                    <a:cubicBezTo>
                      <a:pt x="51" y="10"/>
                      <a:pt x="51" y="10"/>
                      <a:pt x="51" y="10"/>
                    </a:cubicBezTo>
                    <a:cubicBezTo>
                      <a:pt x="51" y="4"/>
                      <a:pt x="47" y="0"/>
                      <a:pt x="41" y="0"/>
                    </a:cubicBezTo>
                    <a:cubicBezTo>
                      <a:pt x="35" y="0"/>
                      <a:pt x="31" y="4"/>
                      <a:pt x="31" y="10"/>
                    </a:cubicBezTo>
                    <a:cubicBezTo>
                      <a:pt x="31" y="45"/>
                      <a:pt x="31" y="45"/>
                      <a:pt x="31" y="45"/>
                    </a:cubicBezTo>
                    <a:cubicBezTo>
                      <a:pt x="23" y="38"/>
                      <a:pt x="14" y="33"/>
                      <a:pt x="8" y="38"/>
                    </a:cubicBezTo>
                    <a:cubicBezTo>
                      <a:pt x="0" y="46"/>
                      <a:pt x="17" y="62"/>
                      <a:pt x="30" y="86"/>
                    </a:cubicBezTo>
                    <a:cubicBezTo>
                      <a:pt x="39" y="102"/>
                      <a:pt x="52" y="108"/>
                      <a:pt x="65" y="108"/>
                    </a:cubicBezTo>
                    <a:cubicBezTo>
                      <a:pt x="83" y="108"/>
                      <a:pt x="99" y="93"/>
                      <a:pt x="99" y="74"/>
                    </a:cubicBezTo>
                    <a:cubicBezTo>
                      <a:pt x="99" y="50"/>
                      <a:pt x="99" y="50"/>
                      <a:pt x="99" y="50"/>
                    </a:cubicBezTo>
                    <a:cubicBezTo>
                      <a:pt x="99" y="45"/>
                      <a:pt x="94" y="40"/>
                      <a:pt x="89" y="40"/>
                    </a:cubicBezTo>
                    <a:close/>
                    <a:moveTo>
                      <a:pt x="95" y="59"/>
                    </a:moveTo>
                    <a:cubicBezTo>
                      <a:pt x="95" y="74"/>
                      <a:pt x="95" y="74"/>
                      <a:pt x="95" y="74"/>
                    </a:cubicBezTo>
                    <a:cubicBezTo>
                      <a:pt x="95" y="74"/>
                      <a:pt x="95" y="78"/>
                      <a:pt x="95" y="78"/>
                    </a:cubicBezTo>
                    <a:cubicBezTo>
                      <a:pt x="95" y="78"/>
                      <a:pt x="95" y="74"/>
                      <a:pt x="95" y="74"/>
                    </a:cubicBezTo>
                    <a:cubicBezTo>
                      <a:pt x="95" y="90"/>
                      <a:pt x="81" y="104"/>
                      <a:pt x="65" y="104"/>
                    </a:cubicBezTo>
                    <a:cubicBezTo>
                      <a:pt x="50" y="104"/>
                      <a:pt x="40" y="96"/>
                      <a:pt x="33" y="84"/>
                    </a:cubicBezTo>
                    <a:cubicBezTo>
                      <a:pt x="18" y="58"/>
                      <a:pt x="7" y="46"/>
                      <a:pt x="11" y="41"/>
                    </a:cubicBezTo>
                    <a:cubicBezTo>
                      <a:pt x="16" y="37"/>
                      <a:pt x="27" y="46"/>
                      <a:pt x="35" y="55"/>
                    </a:cubicBezTo>
                    <a:cubicBezTo>
                      <a:pt x="35" y="10"/>
                      <a:pt x="35" y="10"/>
                      <a:pt x="35" y="10"/>
                    </a:cubicBezTo>
                    <a:cubicBezTo>
                      <a:pt x="35" y="7"/>
                      <a:pt x="38" y="4"/>
                      <a:pt x="41" y="4"/>
                    </a:cubicBezTo>
                    <a:cubicBezTo>
                      <a:pt x="44" y="4"/>
                      <a:pt x="47" y="7"/>
                      <a:pt x="47" y="10"/>
                    </a:cubicBezTo>
                    <a:cubicBezTo>
                      <a:pt x="47" y="50"/>
                      <a:pt x="47" y="50"/>
                      <a:pt x="47" y="50"/>
                    </a:cubicBezTo>
                    <a:cubicBezTo>
                      <a:pt x="51" y="50"/>
                      <a:pt x="51" y="50"/>
                      <a:pt x="51" y="50"/>
                    </a:cubicBezTo>
                    <a:cubicBezTo>
                      <a:pt x="51" y="38"/>
                      <a:pt x="51" y="38"/>
                      <a:pt x="51" y="38"/>
                    </a:cubicBezTo>
                    <a:cubicBezTo>
                      <a:pt x="51" y="35"/>
                      <a:pt x="54" y="32"/>
                      <a:pt x="57" y="32"/>
                    </a:cubicBezTo>
                    <a:cubicBezTo>
                      <a:pt x="60" y="32"/>
                      <a:pt x="63" y="35"/>
                      <a:pt x="63" y="38"/>
                    </a:cubicBezTo>
                    <a:cubicBezTo>
                      <a:pt x="63" y="46"/>
                      <a:pt x="63" y="46"/>
                      <a:pt x="63" y="46"/>
                    </a:cubicBezTo>
                    <a:cubicBezTo>
                      <a:pt x="67" y="46"/>
                      <a:pt x="67" y="46"/>
                      <a:pt x="67" y="46"/>
                    </a:cubicBezTo>
                    <a:cubicBezTo>
                      <a:pt x="67" y="42"/>
                      <a:pt x="67" y="42"/>
                      <a:pt x="67" y="42"/>
                    </a:cubicBezTo>
                    <a:cubicBezTo>
                      <a:pt x="67" y="39"/>
                      <a:pt x="70" y="36"/>
                      <a:pt x="73" y="36"/>
                    </a:cubicBezTo>
                    <a:cubicBezTo>
                      <a:pt x="76" y="36"/>
                      <a:pt x="79" y="39"/>
                      <a:pt x="79" y="42"/>
                    </a:cubicBezTo>
                    <a:cubicBezTo>
                      <a:pt x="79" y="50"/>
                      <a:pt x="79" y="50"/>
                      <a:pt x="79" y="50"/>
                    </a:cubicBezTo>
                    <a:cubicBezTo>
                      <a:pt x="83" y="50"/>
                      <a:pt x="83" y="50"/>
                      <a:pt x="83" y="50"/>
                    </a:cubicBezTo>
                    <a:cubicBezTo>
                      <a:pt x="83" y="50"/>
                      <a:pt x="83" y="50"/>
                      <a:pt x="83" y="50"/>
                    </a:cubicBezTo>
                    <a:cubicBezTo>
                      <a:pt x="83" y="47"/>
                      <a:pt x="86" y="44"/>
                      <a:pt x="89" y="44"/>
                    </a:cubicBezTo>
                    <a:cubicBezTo>
                      <a:pt x="92" y="44"/>
                      <a:pt x="95" y="47"/>
                      <a:pt x="95" y="50"/>
                    </a:cubicBezTo>
                    <a:lnTo>
                      <a:pt x="95"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78" name="Freeform 41"/>
            <p:cNvSpPr>
              <a:spLocks noEditPoints="1"/>
            </p:cNvSpPr>
            <p:nvPr/>
          </p:nvSpPr>
          <p:spPr bwMode="auto">
            <a:xfrm>
              <a:off x="10844274" y="4674806"/>
              <a:ext cx="269875" cy="303213"/>
            </a:xfrm>
            <a:custGeom>
              <a:avLst/>
              <a:gdLst>
                <a:gd name="T0" fmla="*/ 18 w 104"/>
                <a:gd name="T1" fmla="*/ 32 h 116"/>
                <a:gd name="T2" fmla="*/ 13 w 104"/>
                <a:gd name="T3" fmla="*/ 67 h 116"/>
                <a:gd name="T4" fmla="*/ 4 w 104"/>
                <a:gd name="T5" fmla="*/ 50 h 116"/>
                <a:gd name="T6" fmla="*/ 31 w 104"/>
                <a:gd name="T7" fmla="*/ 44 h 116"/>
                <a:gd name="T8" fmla="*/ 32 w 104"/>
                <a:gd name="T9" fmla="*/ 39 h 116"/>
                <a:gd name="T10" fmla="*/ 60 w 104"/>
                <a:gd name="T11" fmla="*/ 29 h 116"/>
                <a:gd name="T12" fmla="*/ 46 w 104"/>
                <a:gd name="T13" fmla="*/ 0 h 116"/>
                <a:gd name="T14" fmla="*/ 32 w 104"/>
                <a:gd name="T15" fmla="*/ 29 h 116"/>
                <a:gd name="T16" fmla="*/ 46 w 104"/>
                <a:gd name="T17" fmla="*/ 4 h 116"/>
                <a:gd name="T18" fmla="*/ 60 w 104"/>
                <a:gd name="T19" fmla="*/ 29 h 116"/>
                <a:gd name="T20" fmla="*/ 70 w 104"/>
                <a:gd name="T21" fmla="*/ 112 h 116"/>
                <a:gd name="T22" fmla="*/ 100 w 104"/>
                <a:gd name="T23" fmla="*/ 82 h 116"/>
                <a:gd name="T24" fmla="*/ 100 w 104"/>
                <a:gd name="T25" fmla="*/ 58 h 116"/>
                <a:gd name="T26" fmla="*/ 88 w 104"/>
                <a:gd name="T27" fmla="*/ 58 h 116"/>
                <a:gd name="T28" fmla="*/ 84 w 104"/>
                <a:gd name="T29" fmla="*/ 60 h 116"/>
                <a:gd name="T30" fmla="*/ 78 w 104"/>
                <a:gd name="T31" fmla="*/ 44 h 116"/>
                <a:gd name="T32" fmla="*/ 72 w 104"/>
                <a:gd name="T33" fmla="*/ 56 h 116"/>
                <a:gd name="T34" fmla="*/ 68 w 104"/>
                <a:gd name="T35" fmla="*/ 46 h 116"/>
                <a:gd name="T36" fmla="*/ 56 w 104"/>
                <a:gd name="T37" fmla="*/ 46 h 116"/>
                <a:gd name="T38" fmla="*/ 52 w 104"/>
                <a:gd name="T39" fmla="*/ 60 h 116"/>
                <a:gd name="T40" fmla="*/ 46 w 104"/>
                <a:gd name="T41" fmla="*/ 12 h 116"/>
                <a:gd name="T42" fmla="*/ 40 w 104"/>
                <a:gd name="T43" fmla="*/ 63 h 116"/>
                <a:gd name="T44" fmla="*/ 39 w 104"/>
                <a:gd name="T45" fmla="*/ 92 h 116"/>
                <a:gd name="T46" fmla="*/ 104 w 104"/>
                <a:gd name="T47" fmla="*/ 82 h 116"/>
                <a:gd name="T48" fmla="*/ 35 w 104"/>
                <a:gd name="T49" fmla="*/ 94 h 116"/>
                <a:gd name="T50" fmla="*/ 36 w 104"/>
                <a:gd name="T51" fmla="*/ 53 h 116"/>
                <a:gd name="T52" fmla="*/ 36 w 104"/>
                <a:gd name="T53" fmla="*/ 18 h 116"/>
                <a:gd name="T54" fmla="*/ 56 w 104"/>
                <a:gd name="T55" fmla="*/ 18 h 116"/>
                <a:gd name="T56" fmla="*/ 62 w 104"/>
                <a:gd name="T57" fmla="*/ 36 h 116"/>
                <a:gd name="T58" fmla="*/ 78 w 104"/>
                <a:gd name="T59" fmla="*/ 40 h 116"/>
                <a:gd name="T60" fmla="*/ 88 w 104"/>
                <a:gd name="T61" fmla="*/ 50 h 116"/>
                <a:gd name="T62" fmla="*/ 104 w 104"/>
                <a:gd name="T63"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4" h="116">
                  <a:moveTo>
                    <a:pt x="32" y="39"/>
                  </a:moveTo>
                  <a:cubicBezTo>
                    <a:pt x="29" y="35"/>
                    <a:pt x="24" y="32"/>
                    <a:pt x="18" y="32"/>
                  </a:cubicBezTo>
                  <a:cubicBezTo>
                    <a:pt x="8" y="32"/>
                    <a:pt x="0" y="40"/>
                    <a:pt x="0" y="50"/>
                  </a:cubicBezTo>
                  <a:cubicBezTo>
                    <a:pt x="0" y="58"/>
                    <a:pt x="6" y="65"/>
                    <a:pt x="13" y="67"/>
                  </a:cubicBezTo>
                  <a:cubicBezTo>
                    <a:pt x="12" y="66"/>
                    <a:pt x="11" y="64"/>
                    <a:pt x="11" y="62"/>
                  </a:cubicBezTo>
                  <a:cubicBezTo>
                    <a:pt x="7" y="59"/>
                    <a:pt x="4" y="55"/>
                    <a:pt x="4" y="50"/>
                  </a:cubicBezTo>
                  <a:cubicBezTo>
                    <a:pt x="4" y="42"/>
                    <a:pt x="10" y="36"/>
                    <a:pt x="18" y="36"/>
                  </a:cubicBezTo>
                  <a:cubicBezTo>
                    <a:pt x="24" y="36"/>
                    <a:pt x="28" y="39"/>
                    <a:pt x="31" y="44"/>
                  </a:cubicBezTo>
                  <a:cubicBezTo>
                    <a:pt x="31" y="44"/>
                    <a:pt x="32" y="45"/>
                    <a:pt x="32" y="45"/>
                  </a:cubicBezTo>
                  <a:cubicBezTo>
                    <a:pt x="32" y="39"/>
                    <a:pt x="32" y="39"/>
                    <a:pt x="32" y="39"/>
                  </a:cubicBezTo>
                  <a:cubicBezTo>
                    <a:pt x="32" y="39"/>
                    <a:pt x="32" y="39"/>
                    <a:pt x="32" y="39"/>
                  </a:cubicBezTo>
                  <a:close/>
                  <a:moveTo>
                    <a:pt x="60" y="29"/>
                  </a:moveTo>
                  <a:cubicBezTo>
                    <a:pt x="63" y="26"/>
                    <a:pt x="64" y="22"/>
                    <a:pt x="64" y="18"/>
                  </a:cubicBezTo>
                  <a:cubicBezTo>
                    <a:pt x="64" y="8"/>
                    <a:pt x="56" y="0"/>
                    <a:pt x="46" y="0"/>
                  </a:cubicBezTo>
                  <a:cubicBezTo>
                    <a:pt x="36" y="0"/>
                    <a:pt x="28" y="8"/>
                    <a:pt x="28" y="18"/>
                  </a:cubicBezTo>
                  <a:cubicBezTo>
                    <a:pt x="28" y="22"/>
                    <a:pt x="30" y="26"/>
                    <a:pt x="32" y="29"/>
                  </a:cubicBezTo>
                  <a:cubicBezTo>
                    <a:pt x="32" y="18"/>
                    <a:pt x="32" y="18"/>
                    <a:pt x="32" y="18"/>
                  </a:cubicBezTo>
                  <a:cubicBezTo>
                    <a:pt x="32" y="10"/>
                    <a:pt x="38" y="4"/>
                    <a:pt x="46" y="4"/>
                  </a:cubicBezTo>
                  <a:cubicBezTo>
                    <a:pt x="54" y="4"/>
                    <a:pt x="60" y="10"/>
                    <a:pt x="60" y="18"/>
                  </a:cubicBezTo>
                  <a:cubicBezTo>
                    <a:pt x="60" y="29"/>
                    <a:pt x="60" y="29"/>
                    <a:pt x="60" y="29"/>
                  </a:cubicBezTo>
                  <a:cubicBezTo>
                    <a:pt x="60" y="29"/>
                    <a:pt x="60" y="29"/>
                    <a:pt x="60" y="29"/>
                  </a:cubicBezTo>
                  <a:close/>
                  <a:moveTo>
                    <a:pt x="70" y="112"/>
                  </a:moveTo>
                  <a:cubicBezTo>
                    <a:pt x="87" y="112"/>
                    <a:pt x="100" y="98"/>
                    <a:pt x="100" y="82"/>
                  </a:cubicBezTo>
                  <a:cubicBezTo>
                    <a:pt x="100" y="82"/>
                    <a:pt x="100" y="91"/>
                    <a:pt x="100" y="82"/>
                  </a:cubicBezTo>
                  <a:cubicBezTo>
                    <a:pt x="100" y="67"/>
                    <a:pt x="100" y="67"/>
                    <a:pt x="100" y="67"/>
                  </a:cubicBezTo>
                  <a:cubicBezTo>
                    <a:pt x="100" y="58"/>
                    <a:pt x="100" y="58"/>
                    <a:pt x="100" y="58"/>
                  </a:cubicBezTo>
                  <a:cubicBezTo>
                    <a:pt x="100" y="55"/>
                    <a:pt x="97" y="52"/>
                    <a:pt x="94" y="52"/>
                  </a:cubicBezTo>
                  <a:cubicBezTo>
                    <a:pt x="91" y="52"/>
                    <a:pt x="88" y="55"/>
                    <a:pt x="88" y="58"/>
                  </a:cubicBezTo>
                  <a:cubicBezTo>
                    <a:pt x="88" y="60"/>
                    <a:pt x="88" y="60"/>
                    <a:pt x="88" y="60"/>
                  </a:cubicBezTo>
                  <a:cubicBezTo>
                    <a:pt x="84" y="60"/>
                    <a:pt x="84" y="60"/>
                    <a:pt x="84" y="60"/>
                  </a:cubicBezTo>
                  <a:cubicBezTo>
                    <a:pt x="84" y="50"/>
                    <a:pt x="84" y="50"/>
                    <a:pt x="84" y="50"/>
                  </a:cubicBezTo>
                  <a:cubicBezTo>
                    <a:pt x="84" y="47"/>
                    <a:pt x="81" y="44"/>
                    <a:pt x="78" y="44"/>
                  </a:cubicBezTo>
                  <a:cubicBezTo>
                    <a:pt x="75" y="44"/>
                    <a:pt x="72" y="47"/>
                    <a:pt x="72" y="50"/>
                  </a:cubicBezTo>
                  <a:cubicBezTo>
                    <a:pt x="72" y="56"/>
                    <a:pt x="72" y="56"/>
                    <a:pt x="72" y="56"/>
                  </a:cubicBezTo>
                  <a:cubicBezTo>
                    <a:pt x="68" y="56"/>
                    <a:pt x="68" y="56"/>
                    <a:pt x="68" y="56"/>
                  </a:cubicBezTo>
                  <a:cubicBezTo>
                    <a:pt x="68" y="46"/>
                    <a:pt x="68" y="46"/>
                    <a:pt x="68" y="46"/>
                  </a:cubicBezTo>
                  <a:cubicBezTo>
                    <a:pt x="68" y="43"/>
                    <a:pt x="65" y="40"/>
                    <a:pt x="62" y="40"/>
                  </a:cubicBezTo>
                  <a:cubicBezTo>
                    <a:pt x="59" y="40"/>
                    <a:pt x="56" y="43"/>
                    <a:pt x="56" y="46"/>
                  </a:cubicBezTo>
                  <a:cubicBezTo>
                    <a:pt x="56" y="60"/>
                    <a:pt x="56" y="60"/>
                    <a:pt x="56" y="60"/>
                  </a:cubicBezTo>
                  <a:cubicBezTo>
                    <a:pt x="52" y="60"/>
                    <a:pt x="52" y="60"/>
                    <a:pt x="52" y="60"/>
                  </a:cubicBezTo>
                  <a:cubicBezTo>
                    <a:pt x="52" y="18"/>
                    <a:pt x="52" y="18"/>
                    <a:pt x="52" y="18"/>
                  </a:cubicBezTo>
                  <a:cubicBezTo>
                    <a:pt x="52" y="15"/>
                    <a:pt x="49" y="12"/>
                    <a:pt x="46" y="12"/>
                  </a:cubicBezTo>
                  <a:cubicBezTo>
                    <a:pt x="43" y="12"/>
                    <a:pt x="40" y="15"/>
                    <a:pt x="40" y="18"/>
                  </a:cubicBezTo>
                  <a:cubicBezTo>
                    <a:pt x="40" y="63"/>
                    <a:pt x="40" y="63"/>
                    <a:pt x="40" y="63"/>
                  </a:cubicBezTo>
                  <a:cubicBezTo>
                    <a:pt x="32" y="54"/>
                    <a:pt x="21" y="45"/>
                    <a:pt x="16" y="49"/>
                  </a:cubicBezTo>
                  <a:cubicBezTo>
                    <a:pt x="12" y="54"/>
                    <a:pt x="23" y="66"/>
                    <a:pt x="39" y="92"/>
                  </a:cubicBezTo>
                  <a:cubicBezTo>
                    <a:pt x="46" y="104"/>
                    <a:pt x="55" y="112"/>
                    <a:pt x="70" y="112"/>
                  </a:cubicBezTo>
                  <a:close/>
                  <a:moveTo>
                    <a:pt x="104" y="82"/>
                  </a:moveTo>
                  <a:cubicBezTo>
                    <a:pt x="104" y="101"/>
                    <a:pt x="89" y="116"/>
                    <a:pt x="70" y="116"/>
                  </a:cubicBezTo>
                  <a:cubicBezTo>
                    <a:pt x="58" y="116"/>
                    <a:pt x="44" y="110"/>
                    <a:pt x="35" y="94"/>
                  </a:cubicBezTo>
                  <a:cubicBezTo>
                    <a:pt x="22" y="70"/>
                    <a:pt x="6" y="54"/>
                    <a:pt x="14" y="46"/>
                  </a:cubicBezTo>
                  <a:cubicBezTo>
                    <a:pt x="19" y="41"/>
                    <a:pt x="28" y="46"/>
                    <a:pt x="36" y="53"/>
                  </a:cubicBezTo>
                  <a:cubicBezTo>
                    <a:pt x="36" y="53"/>
                    <a:pt x="36" y="53"/>
                    <a:pt x="36" y="53"/>
                  </a:cubicBezTo>
                  <a:cubicBezTo>
                    <a:pt x="36" y="18"/>
                    <a:pt x="36" y="18"/>
                    <a:pt x="36" y="18"/>
                  </a:cubicBezTo>
                  <a:cubicBezTo>
                    <a:pt x="36" y="12"/>
                    <a:pt x="40" y="8"/>
                    <a:pt x="46" y="8"/>
                  </a:cubicBezTo>
                  <a:cubicBezTo>
                    <a:pt x="52" y="8"/>
                    <a:pt x="56" y="12"/>
                    <a:pt x="56" y="18"/>
                  </a:cubicBezTo>
                  <a:cubicBezTo>
                    <a:pt x="56" y="38"/>
                    <a:pt x="56" y="38"/>
                    <a:pt x="56" y="38"/>
                  </a:cubicBezTo>
                  <a:cubicBezTo>
                    <a:pt x="58" y="37"/>
                    <a:pt x="60" y="36"/>
                    <a:pt x="62" y="36"/>
                  </a:cubicBezTo>
                  <a:cubicBezTo>
                    <a:pt x="66" y="36"/>
                    <a:pt x="70" y="39"/>
                    <a:pt x="71" y="43"/>
                  </a:cubicBezTo>
                  <a:cubicBezTo>
                    <a:pt x="73" y="41"/>
                    <a:pt x="75" y="40"/>
                    <a:pt x="78" y="40"/>
                  </a:cubicBezTo>
                  <a:cubicBezTo>
                    <a:pt x="84" y="40"/>
                    <a:pt x="88" y="44"/>
                    <a:pt x="88" y="50"/>
                  </a:cubicBezTo>
                  <a:cubicBezTo>
                    <a:pt x="88" y="50"/>
                    <a:pt x="88" y="50"/>
                    <a:pt x="88" y="50"/>
                  </a:cubicBezTo>
                  <a:cubicBezTo>
                    <a:pt x="90" y="49"/>
                    <a:pt x="92" y="48"/>
                    <a:pt x="94" y="48"/>
                  </a:cubicBezTo>
                  <a:cubicBezTo>
                    <a:pt x="100" y="48"/>
                    <a:pt x="104" y="53"/>
                    <a:pt x="104" y="58"/>
                  </a:cubicBezTo>
                  <a:cubicBezTo>
                    <a:pt x="104" y="82"/>
                    <a:pt x="104" y="82"/>
                    <a:pt x="104" y="8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9" name="Freeform 42"/>
            <p:cNvSpPr>
              <a:spLocks noEditPoints="1"/>
            </p:cNvSpPr>
            <p:nvPr/>
          </p:nvSpPr>
          <p:spPr bwMode="auto">
            <a:xfrm>
              <a:off x="575703" y="3405013"/>
              <a:ext cx="254000" cy="333375"/>
            </a:xfrm>
            <a:custGeom>
              <a:avLst/>
              <a:gdLst>
                <a:gd name="T0" fmla="*/ 38 w 98"/>
                <a:gd name="T1" fmla="*/ 16 h 128"/>
                <a:gd name="T2" fmla="*/ 42 w 98"/>
                <a:gd name="T3" fmla="*/ 0 h 128"/>
                <a:gd name="T4" fmla="*/ 64 w 98"/>
                <a:gd name="T5" fmla="*/ 10 h 128"/>
                <a:gd name="T6" fmla="*/ 54 w 98"/>
                <a:gd name="T7" fmla="*/ 23 h 128"/>
                <a:gd name="T8" fmla="*/ 64 w 98"/>
                <a:gd name="T9" fmla="*/ 10 h 128"/>
                <a:gd name="T10" fmla="*/ 56 w 98"/>
                <a:gd name="T11" fmla="*/ 34 h 128"/>
                <a:gd name="T12" fmla="*/ 71 w 98"/>
                <a:gd name="T13" fmla="*/ 41 h 128"/>
                <a:gd name="T14" fmla="*/ 10 w 98"/>
                <a:gd name="T15" fmla="*/ 41 h 128"/>
                <a:gd name="T16" fmla="*/ 24 w 98"/>
                <a:gd name="T17" fmla="*/ 34 h 128"/>
                <a:gd name="T18" fmla="*/ 10 w 98"/>
                <a:gd name="T19" fmla="*/ 41 h 128"/>
                <a:gd name="T20" fmla="*/ 27 w 98"/>
                <a:gd name="T21" fmla="*/ 23 h 128"/>
                <a:gd name="T22" fmla="*/ 17 w 98"/>
                <a:gd name="T23" fmla="*/ 10 h 128"/>
                <a:gd name="T24" fmla="*/ 64 w 98"/>
                <a:gd name="T25" fmla="*/ 124 h 128"/>
                <a:gd name="T26" fmla="*/ 94 w 98"/>
                <a:gd name="T27" fmla="*/ 94 h 128"/>
                <a:gd name="T28" fmla="*/ 94 w 98"/>
                <a:gd name="T29" fmla="*/ 70 h 128"/>
                <a:gd name="T30" fmla="*/ 82 w 98"/>
                <a:gd name="T31" fmla="*/ 70 h 128"/>
                <a:gd name="T32" fmla="*/ 78 w 98"/>
                <a:gd name="T33" fmla="*/ 72 h 128"/>
                <a:gd name="T34" fmla="*/ 72 w 98"/>
                <a:gd name="T35" fmla="*/ 56 h 128"/>
                <a:gd name="T36" fmla="*/ 66 w 98"/>
                <a:gd name="T37" fmla="*/ 68 h 128"/>
                <a:gd name="T38" fmla="*/ 62 w 98"/>
                <a:gd name="T39" fmla="*/ 58 h 128"/>
                <a:gd name="T40" fmla="*/ 50 w 98"/>
                <a:gd name="T41" fmla="*/ 58 h 128"/>
                <a:gd name="T42" fmla="*/ 46 w 98"/>
                <a:gd name="T43" fmla="*/ 72 h 128"/>
                <a:gd name="T44" fmla="*/ 40 w 98"/>
                <a:gd name="T45" fmla="*/ 24 h 128"/>
                <a:gd name="T46" fmla="*/ 34 w 98"/>
                <a:gd name="T47" fmla="*/ 75 h 128"/>
                <a:gd name="T48" fmla="*/ 33 w 98"/>
                <a:gd name="T49" fmla="*/ 104 h 128"/>
                <a:gd name="T50" fmla="*/ 98 w 98"/>
                <a:gd name="T51" fmla="*/ 94 h 128"/>
                <a:gd name="T52" fmla="*/ 30 w 98"/>
                <a:gd name="T53" fmla="*/ 106 h 128"/>
                <a:gd name="T54" fmla="*/ 30 w 98"/>
                <a:gd name="T55" fmla="*/ 65 h 128"/>
                <a:gd name="T56" fmla="*/ 30 w 98"/>
                <a:gd name="T57" fmla="*/ 30 h 128"/>
                <a:gd name="T58" fmla="*/ 50 w 98"/>
                <a:gd name="T59" fmla="*/ 30 h 128"/>
                <a:gd name="T60" fmla="*/ 56 w 98"/>
                <a:gd name="T61" fmla="*/ 48 h 128"/>
                <a:gd name="T62" fmla="*/ 72 w 98"/>
                <a:gd name="T63" fmla="*/ 52 h 128"/>
                <a:gd name="T64" fmla="*/ 82 w 98"/>
                <a:gd name="T65" fmla="*/ 62 h 128"/>
                <a:gd name="T66" fmla="*/ 98 w 98"/>
                <a:gd name="T67" fmla="*/ 7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8" h="128">
                  <a:moveTo>
                    <a:pt x="38" y="0"/>
                  </a:moveTo>
                  <a:cubicBezTo>
                    <a:pt x="38" y="16"/>
                    <a:pt x="38" y="16"/>
                    <a:pt x="38" y="16"/>
                  </a:cubicBezTo>
                  <a:cubicBezTo>
                    <a:pt x="42" y="16"/>
                    <a:pt x="42" y="16"/>
                    <a:pt x="42" y="16"/>
                  </a:cubicBezTo>
                  <a:cubicBezTo>
                    <a:pt x="42" y="0"/>
                    <a:pt x="42" y="0"/>
                    <a:pt x="42" y="0"/>
                  </a:cubicBezTo>
                  <a:cubicBezTo>
                    <a:pt x="38" y="0"/>
                    <a:pt x="38" y="0"/>
                    <a:pt x="38" y="0"/>
                  </a:cubicBezTo>
                  <a:close/>
                  <a:moveTo>
                    <a:pt x="64" y="10"/>
                  </a:moveTo>
                  <a:cubicBezTo>
                    <a:pt x="51" y="20"/>
                    <a:pt x="51" y="20"/>
                    <a:pt x="51" y="20"/>
                  </a:cubicBezTo>
                  <a:cubicBezTo>
                    <a:pt x="54" y="23"/>
                    <a:pt x="54" y="23"/>
                    <a:pt x="54" y="23"/>
                  </a:cubicBezTo>
                  <a:cubicBezTo>
                    <a:pt x="66" y="13"/>
                    <a:pt x="66" y="13"/>
                    <a:pt x="66" y="13"/>
                  </a:cubicBezTo>
                  <a:cubicBezTo>
                    <a:pt x="64" y="10"/>
                    <a:pt x="64" y="10"/>
                    <a:pt x="64" y="10"/>
                  </a:cubicBezTo>
                  <a:close/>
                  <a:moveTo>
                    <a:pt x="72" y="37"/>
                  </a:moveTo>
                  <a:cubicBezTo>
                    <a:pt x="56" y="34"/>
                    <a:pt x="56" y="34"/>
                    <a:pt x="56" y="34"/>
                  </a:cubicBezTo>
                  <a:cubicBezTo>
                    <a:pt x="55" y="38"/>
                    <a:pt x="55" y="38"/>
                    <a:pt x="55" y="38"/>
                  </a:cubicBezTo>
                  <a:cubicBezTo>
                    <a:pt x="71" y="41"/>
                    <a:pt x="71" y="41"/>
                    <a:pt x="71" y="41"/>
                  </a:cubicBezTo>
                  <a:cubicBezTo>
                    <a:pt x="72" y="37"/>
                    <a:pt x="72" y="37"/>
                    <a:pt x="72" y="37"/>
                  </a:cubicBezTo>
                  <a:close/>
                  <a:moveTo>
                    <a:pt x="10" y="41"/>
                  </a:moveTo>
                  <a:cubicBezTo>
                    <a:pt x="25" y="38"/>
                    <a:pt x="25" y="38"/>
                    <a:pt x="25" y="38"/>
                  </a:cubicBezTo>
                  <a:cubicBezTo>
                    <a:pt x="24" y="34"/>
                    <a:pt x="24" y="34"/>
                    <a:pt x="24" y="34"/>
                  </a:cubicBezTo>
                  <a:cubicBezTo>
                    <a:pt x="9" y="37"/>
                    <a:pt x="9" y="37"/>
                    <a:pt x="9" y="37"/>
                  </a:cubicBezTo>
                  <a:cubicBezTo>
                    <a:pt x="10" y="41"/>
                    <a:pt x="10" y="41"/>
                    <a:pt x="10" y="41"/>
                  </a:cubicBezTo>
                  <a:close/>
                  <a:moveTo>
                    <a:pt x="14" y="13"/>
                  </a:moveTo>
                  <a:cubicBezTo>
                    <a:pt x="27" y="23"/>
                    <a:pt x="27" y="23"/>
                    <a:pt x="27" y="23"/>
                  </a:cubicBezTo>
                  <a:cubicBezTo>
                    <a:pt x="29" y="20"/>
                    <a:pt x="29" y="20"/>
                    <a:pt x="29" y="20"/>
                  </a:cubicBezTo>
                  <a:cubicBezTo>
                    <a:pt x="17" y="10"/>
                    <a:pt x="17" y="10"/>
                    <a:pt x="17" y="10"/>
                  </a:cubicBezTo>
                  <a:cubicBezTo>
                    <a:pt x="14" y="13"/>
                    <a:pt x="14" y="13"/>
                    <a:pt x="14" y="13"/>
                  </a:cubicBezTo>
                  <a:close/>
                  <a:moveTo>
                    <a:pt x="64" y="124"/>
                  </a:moveTo>
                  <a:cubicBezTo>
                    <a:pt x="81" y="124"/>
                    <a:pt x="94" y="110"/>
                    <a:pt x="94" y="94"/>
                  </a:cubicBezTo>
                  <a:cubicBezTo>
                    <a:pt x="94" y="94"/>
                    <a:pt x="94" y="103"/>
                    <a:pt x="94" y="94"/>
                  </a:cubicBezTo>
                  <a:cubicBezTo>
                    <a:pt x="94" y="79"/>
                    <a:pt x="94" y="79"/>
                    <a:pt x="94" y="79"/>
                  </a:cubicBezTo>
                  <a:cubicBezTo>
                    <a:pt x="94" y="70"/>
                    <a:pt x="94" y="70"/>
                    <a:pt x="94" y="70"/>
                  </a:cubicBezTo>
                  <a:cubicBezTo>
                    <a:pt x="94" y="67"/>
                    <a:pt x="92" y="64"/>
                    <a:pt x="88" y="64"/>
                  </a:cubicBezTo>
                  <a:cubicBezTo>
                    <a:pt x="85" y="64"/>
                    <a:pt x="82" y="67"/>
                    <a:pt x="82" y="70"/>
                  </a:cubicBezTo>
                  <a:cubicBezTo>
                    <a:pt x="82" y="72"/>
                    <a:pt x="82" y="72"/>
                    <a:pt x="82" y="72"/>
                  </a:cubicBezTo>
                  <a:cubicBezTo>
                    <a:pt x="78" y="72"/>
                    <a:pt x="78" y="72"/>
                    <a:pt x="78" y="72"/>
                  </a:cubicBezTo>
                  <a:cubicBezTo>
                    <a:pt x="78" y="62"/>
                    <a:pt x="78" y="62"/>
                    <a:pt x="78" y="62"/>
                  </a:cubicBezTo>
                  <a:cubicBezTo>
                    <a:pt x="78" y="59"/>
                    <a:pt x="76" y="56"/>
                    <a:pt x="72" y="56"/>
                  </a:cubicBezTo>
                  <a:cubicBezTo>
                    <a:pt x="69" y="56"/>
                    <a:pt x="66" y="59"/>
                    <a:pt x="66" y="62"/>
                  </a:cubicBezTo>
                  <a:cubicBezTo>
                    <a:pt x="66" y="68"/>
                    <a:pt x="66" y="68"/>
                    <a:pt x="66" y="68"/>
                  </a:cubicBezTo>
                  <a:cubicBezTo>
                    <a:pt x="62" y="68"/>
                    <a:pt x="62" y="68"/>
                    <a:pt x="62" y="68"/>
                  </a:cubicBezTo>
                  <a:cubicBezTo>
                    <a:pt x="62" y="58"/>
                    <a:pt x="62" y="58"/>
                    <a:pt x="62" y="58"/>
                  </a:cubicBezTo>
                  <a:cubicBezTo>
                    <a:pt x="62" y="55"/>
                    <a:pt x="60" y="52"/>
                    <a:pt x="56" y="52"/>
                  </a:cubicBezTo>
                  <a:cubicBezTo>
                    <a:pt x="53" y="52"/>
                    <a:pt x="50" y="55"/>
                    <a:pt x="50" y="58"/>
                  </a:cubicBezTo>
                  <a:cubicBezTo>
                    <a:pt x="50" y="72"/>
                    <a:pt x="50" y="72"/>
                    <a:pt x="50" y="72"/>
                  </a:cubicBezTo>
                  <a:cubicBezTo>
                    <a:pt x="46" y="72"/>
                    <a:pt x="46" y="72"/>
                    <a:pt x="46" y="72"/>
                  </a:cubicBezTo>
                  <a:cubicBezTo>
                    <a:pt x="46" y="30"/>
                    <a:pt x="46" y="30"/>
                    <a:pt x="46" y="30"/>
                  </a:cubicBezTo>
                  <a:cubicBezTo>
                    <a:pt x="46" y="27"/>
                    <a:pt x="44" y="24"/>
                    <a:pt x="40" y="24"/>
                  </a:cubicBezTo>
                  <a:cubicBezTo>
                    <a:pt x="37" y="24"/>
                    <a:pt x="34" y="27"/>
                    <a:pt x="34" y="30"/>
                  </a:cubicBezTo>
                  <a:cubicBezTo>
                    <a:pt x="34" y="75"/>
                    <a:pt x="34" y="75"/>
                    <a:pt x="34" y="75"/>
                  </a:cubicBezTo>
                  <a:cubicBezTo>
                    <a:pt x="26" y="66"/>
                    <a:pt x="15" y="57"/>
                    <a:pt x="11" y="61"/>
                  </a:cubicBezTo>
                  <a:cubicBezTo>
                    <a:pt x="6" y="66"/>
                    <a:pt x="18" y="78"/>
                    <a:pt x="33" y="104"/>
                  </a:cubicBezTo>
                  <a:cubicBezTo>
                    <a:pt x="40" y="116"/>
                    <a:pt x="49" y="124"/>
                    <a:pt x="64" y="124"/>
                  </a:cubicBezTo>
                  <a:close/>
                  <a:moveTo>
                    <a:pt x="98" y="94"/>
                  </a:moveTo>
                  <a:cubicBezTo>
                    <a:pt x="98" y="113"/>
                    <a:pt x="83" y="128"/>
                    <a:pt x="64" y="128"/>
                  </a:cubicBezTo>
                  <a:cubicBezTo>
                    <a:pt x="52" y="128"/>
                    <a:pt x="39" y="122"/>
                    <a:pt x="30" y="106"/>
                  </a:cubicBezTo>
                  <a:cubicBezTo>
                    <a:pt x="17" y="82"/>
                    <a:pt x="0" y="66"/>
                    <a:pt x="8" y="58"/>
                  </a:cubicBezTo>
                  <a:cubicBezTo>
                    <a:pt x="14" y="53"/>
                    <a:pt x="22" y="58"/>
                    <a:pt x="30" y="65"/>
                  </a:cubicBezTo>
                  <a:cubicBezTo>
                    <a:pt x="30" y="65"/>
                    <a:pt x="30" y="65"/>
                    <a:pt x="30" y="65"/>
                  </a:cubicBezTo>
                  <a:cubicBezTo>
                    <a:pt x="30" y="30"/>
                    <a:pt x="30" y="30"/>
                    <a:pt x="30" y="30"/>
                  </a:cubicBezTo>
                  <a:cubicBezTo>
                    <a:pt x="30" y="24"/>
                    <a:pt x="35" y="20"/>
                    <a:pt x="40" y="20"/>
                  </a:cubicBezTo>
                  <a:cubicBezTo>
                    <a:pt x="46" y="20"/>
                    <a:pt x="50" y="24"/>
                    <a:pt x="50" y="30"/>
                  </a:cubicBezTo>
                  <a:cubicBezTo>
                    <a:pt x="50" y="50"/>
                    <a:pt x="50" y="50"/>
                    <a:pt x="50" y="50"/>
                  </a:cubicBezTo>
                  <a:cubicBezTo>
                    <a:pt x="52" y="49"/>
                    <a:pt x="54" y="48"/>
                    <a:pt x="56" y="48"/>
                  </a:cubicBezTo>
                  <a:cubicBezTo>
                    <a:pt x="61" y="48"/>
                    <a:pt x="64" y="51"/>
                    <a:pt x="66" y="55"/>
                  </a:cubicBezTo>
                  <a:cubicBezTo>
                    <a:pt x="67" y="53"/>
                    <a:pt x="70" y="52"/>
                    <a:pt x="72" y="52"/>
                  </a:cubicBezTo>
                  <a:cubicBezTo>
                    <a:pt x="78" y="52"/>
                    <a:pt x="82" y="56"/>
                    <a:pt x="82" y="62"/>
                  </a:cubicBezTo>
                  <a:cubicBezTo>
                    <a:pt x="82" y="62"/>
                    <a:pt x="82" y="62"/>
                    <a:pt x="82" y="62"/>
                  </a:cubicBezTo>
                  <a:cubicBezTo>
                    <a:pt x="84" y="61"/>
                    <a:pt x="86" y="60"/>
                    <a:pt x="88" y="60"/>
                  </a:cubicBezTo>
                  <a:cubicBezTo>
                    <a:pt x="94" y="60"/>
                    <a:pt x="98" y="65"/>
                    <a:pt x="98" y="70"/>
                  </a:cubicBezTo>
                  <a:cubicBezTo>
                    <a:pt x="98" y="94"/>
                    <a:pt x="98" y="94"/>
                    <a:pt x="98" y="9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0" name="Freeform 43"/>
            <p:cNvSpPr>
              <a:spLocks noEditPoints="1"/>
            </p:cNvSpPr>
            <p:nvPr/>
          </p:nvSpPr>
          <p:spPr bwMode="auto">
            <a:xfrm>
              <a:off x="4244976" y="4821932"/>
              <a:ext cx="276225" cy="292100"/>
            </a:xfrm>
            <a:custGeom>
              <a:avLst/>
              <a:gdLst>
                <a:gd name="T0" fmla="*/ 38 w 106"/>
                <a:gd name="T1" fmla="*/ 20 h 112"/>
                <a:gd name="T2" fmla="*/ 38 w 106"/>
                <a:gd name="T3" fmla="*/ 49 h 112"/>
                <a:gd name="T4" fmla="*/ 38 w 106"/>
                <a:gd name="T5" fmla="*/ 49 h 112"/>
                <a:gd name="T6" fmla="*/ 16 w 106"/>
                <a:gd name="T7" fmla="*/ 42 h 112"/>
                <a:gd name="T8" fmla="*/ 37 w 106"/>
                <a:gd name="T9" fmla="*/ 90 h 112"/>
                <a:gd name="T10" fmla="*/ 72 w 106"/>
                <a:gd name="T11" fmla="*/ 112 h 112"/>
                <a:gd name="T12" fmla="*/ 106 w 106"/>
                <a:gd name="T13" fmla="*/ 78 h 112"/>
                <a:gd name="T14" fmla="*/ 106 w 106"/>
                <a:gd name="T15" fmla="*/ 54 h 112"/>
                <a:gd name="T16" fmla="*/ 96 w 106"/>
                <a:gd name="T17" fmla="*/ 44 h 112"/>
                <a:gd name="T18" fmla="*/ 90 w 106"/>
                <a:gd name="T19" fmla="*/ 46 h 112"/>
                <a:gd name="T20" fmla="*/ 90 w 106"/>
                <a:gd name="T21" fmla="*/ 14 h 112"/>
                <a:gd name="T22" fmla="*/ 80 w 106"/>
                <a:gd name="T23" fmla="*/ 4 h 112"/>
                <a:gd name="T24" fmla="*/ 73 w 106"/>
                <a:gd name="T25" fmla="*/ 7 h 112"/>
                <a:gd name="T26" fmla="*/ 64 w 106"/>
                <a:gd name="T27" fmla="*/ 0 h 112"/>
                <a:gd name="T28" fmla="*/ 55 w 106"/>
                <a:gd name="T29" fmla="*/ 7 h 112"/>
                <a:gd name="T30" fmla="*/ 48 w 106"/>
                <a:gd name="T31" fmla="*/ 4 h 112"/>
                <a:gd name="T32" fmla="*/ 38 w 106"/>
                <a:gd name="T33" fmla="*/ 14 h 112"/>
                <a:gd name="T34" fmla="*/ 38 w 106"/>
                <a:gd name="T35" fmla="*/ 16 h 112"/>
                <a:gd name="T36" fmla="*/ 8 w 106"/>
                <a:gd name="T37" fmla="*/ 16 h 112"/>
                <a:gd name="T38" fmla="*/ 21 w 106"/>
                <a:gd name="T39" fmla="*/ 3 h 112"/>
                <a:gd name="T40" fmla="*/ 18 w 106"/>
                <a:gd name="T41" fmla="*/ 0 h 112"/>
                <a:gd name="T42" fmla="*/ 0 w 106"/>
                <a:gd name="T43" fmla="*/ 18 h 112"/>
                <a:gd name="T44" fmla="*/ 18 w 106"/>
                <a:gd name="T45" fmla="*/ 36 h 112"/>
                <a:gd name="T46" fmla="*/ 21 w 106"/>
                <a:gd name="T47" fmla="*/ 33 h 112"/>
                <a:gd name="T48" fmla="*/ 8 w 106"/>
                <a:gd name="T49" fmla="*/ 20 h 112"/>
                <a:gd name="T50" fmla="*/ 38 w 106"/>
                <a:gd name="T51" fmla="*/ 20 h 112"/>
                <a:gd name="T52" fmla="*/ 72 w 106"/>
                <a:gd name="T53" fmla="*/ 108 h 112"/>
                <a:gd name="T54" fmla="*/ 41 w 106"/>
                <a:gd name="T55" fmla="*/ 88 h 112"/>
                <a:gd name="T56" fmla="*/ 19 w 106"/>
                <a:gd name="T57" fmla="*/ 45 h 112"/>
                <a:gd name="T58" fmla="*/ 42 w 106"/>
                <a:gd name="T59" fmla="*/ 59 h 112"/>
                <a:gd name="T60" fmla="*/ 42 w 106"/>
                <a:gd name="T61" fmla="*/ 14 h 112"/>
                <a:gd name="T62" fmla="*/ 48 w 106"/>
                <a:gd name="T63" fmla="*/ 8 h 112"/>
                <a:gd name="T64" fmla="*/ 54 w 106"/>
                <a:gd name="T65" fmla="*/ 14 h 112"/>
                <a:gd name="T66" fmla="*/ 54 w 106"/>
                <a:gd name="T67" fmla="*/ 56 h 112"/>
                <a:gd name="T68" fmla="*/ 58 w 106"/>
                <a:gd name="T69" fmla="*/ 56 h 112"/>
                <a:gd name="T70" fmla="*/ 58 w 106"/>
                <a:gd name="T71" fmla="*/ 10 h 112"/>
                <a:gd name="T72" fmla="*/ 64 w 106"/>
                <a:gd name="T73" fmla="*/ 4 h 112"/>
                <a:gd name="T74" fmla="*/ 70 w 106"/>
                <a:gd name="T75" fmla="*/ 10 h 112"/>
                <a:gd name="T76" fmla="*/ 70 w 106"/>
                <a:gd name="T77" fmla="*/ 52 h 112"/>
                <a:gd name="T78" fmla="*/ 74 w 106"/>
                <a:gd name="T79" fmla="*/ 52 h 112"/>
                <a:gd name="T80" fmla="*/ 74 w 106"/>
                <a:gd name="T81" fmla="*/ 14 h 112"/>
                <a:gd name="T82" fmla="*/ 80 w 106"/>
                <a:gd name="T83" fmla="*/ 8 h 112"/>
                <a:gd name="T84" fmla="*/ 86 w 106"/>
                <a:gd name="T85" fmla="*/ 14 h 112"/>
                <a:gd name="T86" fmla="*/ 86 w 106"/>
                <a:gd name="T87" fmla="*/ 56 h 112"/>
                <a:gd name="T88" fmla="*/ 90 w 106"/>
                <a:gd name="T89" fmla="*/ 56 h 112"/>
                <a:gd name="T90" fmla="*/ 90 w 106"/>
                <a:gd name="T91" fmla="*/ 54 h 112"/>
                <a:gd name="T92" fmla="*/ 96 w 106"/>
                <a:gd name="T93" fmla="*/ 48 h 112"/>
                <a:gd name="T94" fmla="*/ 102 w 106"/>
                <a:gd name="T95" fmla="*/ 54 h 112"/>
                <a:gd name="T96" fmla="*/ 102 w 106"/>
                <a:gd name="T97" fmla="*/ 63 h 112"/>
                <a:gd name="T98" fmla="*/ 102 w 106"/>
                <a:gd name="T99" fmla="*/ 78 h 112"/>
                <a:gd name="T100" fmla="*/ 72 w 106"/>
                <a:gd name="T101" fmla="*/ 10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6" h="112">
                  <a:moveTo>
                    <a:pt x="38" y="20"/>
                  </a:moveTo>
                  <a:cubicBezTo>
                    <a:pt x="38" y="49"/>
                    <a:pt x="38" y="49"/>
                    <a:pt x="38" y="49"/>
                  </a:cubicBezTo>
                  <a:cubicBezTo>
                    <a:pt x="38" y="49"/>
                    <a:pt x="38" y="49"/>
                    <a:pt x="38" y="49"/>
                  </a:cubicBezTo>
                  <a:cubicBezTo>
                    <a:pt x="30" y="42"/>
                    <a:pt x="21" y="37"/>
                    <a:pt x="16" y="42"/>
                  </a:cubicBezTo>
                  <a:cubicBezTo>
                    <a:pt x="8" y="50"/>
                    <a:pt x="24" y="66"/>
                    <a:pt x="37" y="90"/>
                  </a:cubicBezTo>
                  <a:cubicBezTo>
                    <a:pt x="47" y="106"/>
                    <a:pt x="60" y="112"/>
                    <a:pt x="72" y="112"/>
                  </a:cubicBezTo>
                  <a:cubicBezTo>
                    <a:pt x="91" y="112"/>
                    <a:pt x="106" y="97"/>
                    <a:pt x="106" y="78"/>
                  </a:cubicBezTo>
                  <a:cubicBezTo>
                    <a:pt x="106" y="54"/>
                    <a:pt x="106" y="54"/>
                    <a:pt x="106" y="54"/>
                  </a:cubicBezTo>
                  <a:cubicBezTo>
                    <a:pt x="106" y="49"/>
                    <a:pt x="102" y="44"/>
                    <a:pt x="96" y="44"/>
                  </a:cubicBezTo>
                  <a:cubicBezTo>
                    <a:pt x="94" y="44"/>
                    <a:pt x="92" y="45"/>
                    <a:pt x="90" y="46"/>
                  </a:cubicBezTo>
                  <a:cubicBezTo>
                    <a:pt x="90" y="14"/>
                    <a:pt x="90" y="14"/>
                    <a:pt x="90" y="14"/>
                  </a:cubicBezTo>
                  <a:cubicBezTo>
                    <a:pt x="90" y="8"/>
                    <a:pt x="86" y="4"/>
                    <a:pt x="80" y="4"/>
                  </a:cubicBezTo>
                  <a:cubicBezTo>
                    <a:pt x="78" y="4"/>
                    <a:pt x="75" y="5"/>
                    <a:pt x="73" y="7"/>
                  </a:cubicBezTo>
                  <a:cubicBezTo>
                    <a:pt x="72" y="3"/>
                    <a:pt x="68" y="0"/>
                    <a:pt x="64" y="0"/>
                  </a:cubicBezTo>
                  <a:cubicBezTo>
                    <a:pt x="60" y="0"/>
                    <a:pt x="56" y="3"/>
                    <a:pt x="55" y="7"/>
                  </a:cubicBezTo>
                  <a:cubicBezTo>
                    <a:pt x="53" y="5"/>
                    <a:pt x="51" y="4"/>
                    <a:pt x="48" y="4"/>
                  </a:cubicBezTo>
                  <a:cubicBezTo>
                    <a:pt x="43" y="4"/>
                    <a:pt x="38" y="9"/>
                    <a:pt x="38" y="14"/>
                  </a:cubicBezTo>
                  <a:cubicBezTo>
                    <a:pt x="38" y="16"/>
                    <a:pt x="38" y="16"/>
                    <a:pt x="38" y="16"/>
                  </a:cubicBezTo>
                  <a:cubicBezTo>
                    <a:pt x="8" y="16"/>
                    <a:pt x="8" y="16"/>
                    <a:pt x="8" y="16"/>
                  </a:cubicBezTo>
                  <a:cubicBezTo>
                    <a:pt x="21" y="3"/>
                    <a:pt x="21" y="3"/>
                    <a:pt x="21" y="3"/>
                  </a:cubicBezTo>
                  <a:cubicBezTo>
                    <a:pt x="18" y="0"/>
                    <a:pt x="18" y="0"/>
                    <a:pt x="18" y="0"/>
                  </a:cubicBezTo>
                  <a:cubicBezTo>
                    <a:pt x="0" y="18"/>
                    <a:pt x="0" y="18"/>
                    <a:pt x="0" y="18"/>
                  </a:cubicBezTo>
                  <a:cubicBezTo>
                    <a:pt x="18" y="36"/>
                    <a:pt x="18" y="36"/>
                    <a:pt x="18" y="36"/>
                  </a:cubicBezTo>
                  <a:cubicBezTo>
                    <a:pt x="21" y="33"/>
                    <a:pt x="21" y="33"/>
                    <a:pt x="21" y="33"/>
                  </a:cubicBezTo>
                  <a:cubicBezTo>
                    <a:pt x="8" y="20"/>
                    <a:pt x="8" y="20"/>
                    <a:pt x="8" y="20"/>
                  </a:cubicBezTo>
                  <a:cubicBezTo>
                    <a:pt x="38" y="20"/>
                    <a:pt x="38" y="20"/>
                    <a:pt x="38" y="20"/>
                  </a:cubicBezTo>
                  <a:close/>
                  <a:moveTo>
                    <a:pt x="72" y="108"/>
                  </a:moveTo>
                  <a:cubicBezTo>
                    <a:pt x="57" y="108"/>
                    <a:pt x="48" y="100"/>
                    <a:pt x="41" y="88"/>
                  </a:cubicBezTo>
                  <a:cubicBezTo>
                    <a:pt x="25" y="62"/>
                    <a:pt x="14" y="50"/>
                    <a:pt x="19" y="45"/>
                  </a:cubicBezTo>
                  <a:cubicBezTo>
                    <a:pt x="23" y="41"/>
                    <a:pt x="34" y="50"/>
                    <a:pt x="42" y="59"/>
                  </a:cubicBezTo>
                  <a:cubicBezTo>
                    <a:pt x="42" y="14"/>
                    <a:pt x="42" y="14"/>
                    <a:pt x="42" y="14"/>
                  </a:cubicBezTo>
                  <a:cubicBezTo>
                    <a:pt x="42" y="11"/>
                    <a:pt x="45" y="8"/>
                    <a:pt x="48" y="8"/>
                  </a:cubicBezTo>
                  <a:cubicBezTo>
                    <a:pt x="51" y="8"/>
                    <a:pt x="54" y="11"/>
                    <a:pt x="54" y="14"/>
                  </a:cubicBezTo>
                  <a:cubicBezTo>
                    <a:pt x="54" y="56"/>
                    <a:pt x="54" y="56"/>
                    <a:pt x="54" y="56"/>
                  </a:cubicBezTo>
                  <a:cubicBezTo>
                    <a:pt x="58" y="56"/>
                    <a:pt x="58" y="56"/>
                    <a:pt x="58" y="56"/>
                  </a:cubicBezTo>
                  <a:cubicBezTo>
                    <a:pt x="58" y="10"/>
                    <a:pt x="58" y="10"/>
                    <a:pt x="58" y="10"/>
                  </a:cubicBezTo>
                  <a:cubicBezTo>
                    <a:pt x="58" y="7"/>
                    <a:pt x="61" y="4"/>
                    <a:pt x="64" y="4"/>
                  </a:cubicBezTo>
                  <a:cubicBezTo>
                    <a:pt x="67" y="4"/>
                    <a:pt x="70" y="7"/>
                    <a:pt x="70" y="10"/>
                  </a:cubicBezTo>
                  <a:cubicBezTo>
                    <a:pt x="70" y="52"/>
                    <a:pt x="70" y="52"/>
                    <a:pt x="70" y="52"/>
                  </a:cubicBezTo>
                  <a:cubicBezTo>
                    <a:pt x="74" y="52"/>
                    <a:pt x="74" y="52"/>
                    <a:pt x="74" y="52"/>
                  </a:cubicBezTo>
                  <a:cubicBezTo>
                    <a:pt x="74" y="14"/>
                    <a:pt x="74" y="14"/>
                    <a:pt x="74" y="14"/>
                  </a:cubicBezTo>
                  <a:cubicBezTo>
                    <a:pt x="74" y="11"/>
                    <a:pt x="77" y="8"/>
                    <a:pt x="80" y="8"/>
                  </a:cubicBezTo>
                  <a:cubicBezTo>
                    <a:pt x="83" y="8"/>
                    <a:pt x="86" y="11"/>
                    <a:pt x="86" y="14"/>
                  </a:cubicBezTo>
                  <a:cubicBezTo>
                    <a:pt x="86" y="56"/>
                    <a:pt x="86" y="56"/>
                    <a:pt x="86" y="56"/>
                  </a:cubicBezTo>
                  <a:cubicBezTo>
                    <a:pt x="90" y="56"/>
                    <a:pt x="90" y="56"/>
                    <a:pt x="90" y="56"/>
                  </a:cubicBezTo>
                  <a:cubicBezTo>
                    <a:pt x="90" y="54"/>
                    <a:pt x="90" y="54"/>
                    <a:pt x="90" y="54"/>
                  </a:cubicBezTo>
                  <a:cubicBezTo>
                    <a:pt x="90" y="51"/>
                    <a:pt x="93" y="48"/>
                    <a:pt x="96" y="48"/>
                  </a:cubicBezTo>
                  <a:cubicBezTo>
                    <a:pt x="99" y="48"/>
                    <a:pt x="102" y="51"/>
                    <a:pt x="102" y="54"/>
                  </a:cubicBezTo>
                  <a:cubicBezTo>
                    <a:pt x="102" y="63"/>
                    <a:pt x="102" y="63"/>
                    <a:pt x="102" y="63"/>
                  </a:cubicBezTo>
                  <a:cubicBezTo>
                    <a:pt x="102" y="78"/>
                    <a:pt x="102" y="78"/>
                    <a:pt x="102" y="78"/>
                  </a:cubicBezTo>
                  <a:cubicBezTo>
                    <a:pt x="102" y="95"/>
                    <a:pt x="89" y="108"/>
                    <a:pt x="72" y="10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1" name="Freeform 44"/>
            <p:cNvSpPr>
              <a:spLocks noEditPoints="1"/>
            </p:cNvSpPr>
            <p:nvPr/>
          </p:nvSpPr>
          <p:spPr bwMode="auto">
            <a:xfrm>
              <a:off x="11682414" y="3032156"/>
              <a:ext cx="306388" cy="292100"/>
            </a:xfrm>
            <a:custGeom>
              <a:avLst/>
              <a:gdLst>
                <a:gd name="T0" fmla="*/ 82 w 118"/>
                <a:gd name="T1" fmla="*/ 16 h 112"/>
                <a:gd name="T2" fmla="*/ 82 w 118"/>
                <a:gd name="T3" fmla="*/ 14 h 112"/>
                <a:gd name="T4" fmla="*/ 72 w 118"/>
                <a:gd name="T5" fmla="*/ 4 h 112"/>
                <a:gd name="T6" fmla="*/ 66 w 118"/>
                <a:gd name="T7" fmla="*/ 7 h 112"/>
                <a:gd name="T8" fmla="*/ 56 w 118"/>
                <a:gd name="T9" fmla="*/ 0 h 112"/>
                <a:gd name="T10" fmla="*/ 47 w 118"/>
                <a:gd name="T11" fmla="*/ 7 h 112"/>
                <a:gd name="T12" fmla="*/ 40 w 118"/>
                <a:gd name="T13" fmla="*/ 4 h 112"/>
                <a:gd name="T14" fmla="*/ 30 w 118"/>
                <a:gd name="T15" fmla="*/ 14 h 112"/>
                <a:gd name="T16" fmla="*/ 30 w 118"/>
                <a:gd name="T17" fmla="*/ 49 h 112"/>
                <a:gd name="T18" fmla="*/ 30 w 118"/>
                <a:gd name="T19" fmla="*/ 49 h 112"/>
                <a:gd name="T20" fmla="*/ 8 w 118"/>
                <a:gd name="T21" fmla="*/ 42 h 112"/>
                <a:gd name="T22" fmla="*/ 30 w 118"/>
                <a:gd name="T23" fmla="*/ 90 h 112"/>
                <a:gd name="T24" fmla="*/ 64 w 118"/>
                <a:gd name="T25" fmla="*/ 112 h 112"/>
                <a:gd name="T26" fmla="*/ 98 w 118"/>
                <a:gd name="T27" fmla="*/ 78 h 112"/>
                <a:gd name="T28" fmla="*/ 98 w 118"/>
                <a:gd name="T29" fmla="*/ 54 h 112"/>
                <a:gd name="T30" fmla="*/ 88 w 118"/>
                <a:gd name="T31" fmla="*/ 44 h 112"/>
                <a:gd name="T32" fmla="*/ 82 w 118"/>
                <a:gd name="T33" fmla="*/ 46 h 112"/>
                <a:gd name="T34" fmla="*/ 82 w 118"/>
                <a:gd name="T35" fmla="*/ 20 h 112"/>
                <a:gd name="T36" fmla="*/ 110 w 118"/>
                <a:gd name="T37" fmla="*/ 20 h 112"/>
                <a:gd name="T38" fmla="*/ 97 w 118"/>
                <a:gd name="T39" fmla="*/ 33 h 112"/>
                <a:gd name="T40" fmla="*/ 100 w 118"/>
                <a:gd name="T41" fmla="*/ 36 h 112"/>
                <a:gd name="T42" fmla="*/ 118 w 118"/>
                <a:gd name="T43" fmla="*/ 18 h 112"/>
                <a:gd name="T44" fmla="*/ 100 w 118"/>
                <a:gd name="T45" fmla="*/ 0 h 112"/>
                <a:gd name="T46" fmla="*/ 97 w 118"/>
                <a:gd name="T47" fmla="*/ 3 h 112"/>
                <a:gd name="T48" fmla="*/ 110 w 118"/>
                <a:gd name="T49" fmla="*/ 16 h 112"/>
                <a:gd name="T50" fmla="*/ 82 w 118"/>
                <a:gd name="T51" fmla="*/ 16 h 112"/>
                <a:gd name="T52" fmla="*/ 64 w 118"/>
                <a:gd name="T53" fmla="*/ 108 h 112"/>
                <a:gd name="T54" fmla="*/ 33 w 118"/>
                <a:gd name="T55" fmla="*/ 88 h 112"/>
                <a:gd name="T56" fmla="*/ 11 w 118"/>
                <a:gd name="T57" fmla="*/ 45 h 112"/>
                <a:gd name="T58" fmla="*/ 34 w 118"/>
                <a:gd name="T59" fmla="*/ 59 h 112"/>
                <a:gd name="T60" fmla="*/ 34 w 118"/>
                <a:gd name="T61" fmla="*/ 14 h 112"/>
                <a:gd name="T62" fmla="*/ 40 w 118"/>
                <a:gd name="T63" fmla="*/ 8 h 112"/>
                <a:gd name="T64" fmla="*/ 46 w 118"/>
                <a:gd name="T65" fmla="*/ 14 h 112"/>
                <a:gd name="T66" fmla="*/ 46 w 118"/>
                <a:gd name="T67" fmla="*/ 56 h 112"/>
                <a:gd name="T68" fmla="*/ 50 w 118"/>
                <a:gd name="T69" fmla="*/ 56 h 112"/>
                <a:gd name="T70" fmla="*/ 50 w 118"/>
                <a:gd name="T71" fmla="*/ 10 h 112"/>
                <a:gd name="T72" fmla="*/ 56 w 118"/>
                <a:gd name="T73" fmla="*/ 4 h 112"/>
                <a:gd name="T74" fmla="*/ 62 w 118"/>
                <a:gd name="T75" fmla="*/ 10 h 112"/>
                <a:gd name="T76" fmla="*/ 62 w 118"/>
                <a:gd name="T77" fmla="*/ 52 h 112"/>
                <a:gd name="T78" fmla="*/ 66 w 118"/>
                <a:gd name="T79" fmla="*/ 52 h 112"/>
                <a:gd name="T80" fmla="*/ 66 w 118"/>
                <a:gd name="T81" fmla="*/ 14 h 112"/>
                <a:gd name="T82" fmla="*/ 72 w 118"/>
                <a:gd name="T83" fmla="*/ 8 h 112"/>
                <a:gd name="T84" fmla="*/ 78 w 118"/>
                <a:gd name="T85" fmla="*/ 14 h 112"/>
                <a:gd name="T86" fmla="*/ 78 w 118"/>
                <a:gd name="T87" fmla="*/ 56 h 112"/>
                <a:gd name="T88" fmla="*/ 82 w 118"/>
                <a:gd name="T89" fmla="*/ 56 h 112"/>
                <a:gd name="T90" fmla="*/ 82 w 118"/>
                <a:gd name="T91" fmla="*/ 54 h 112"/>
                <a:gd name="T92" fmla="*/ 88 w 118"/>
                <a:gd name="T93" fmla="*/ 48 h 112"/>
                <a:gd name="T94" fmla="*/ 94 w 118"/>
                <a:gd name="T95" fmla="*/ 54 h 112"/>
                <a:gd name="T96" fmla="*/ 94 w 118"/>
                <a:gd name="T97" fmla="*/ 63 h 112"/>
                <a:gd name="T98" fmla="*/ 94 w 118"/>
                <a:gd name="T99" fmla="*/ 78 h 112"/>
                <a:gd name="T100" fmla="*/ 64 w 118"/>
                <a:gd name="T101" fmla="*/ 10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8" h="112">
                  <a:moveTo>
                    <a:pt x="82" y="16"/>
                  </a:moveTo>
                  <a:cubicBezTo>
                    <a:pt x="82" y="14"/>
                    <a:pt x="82" y="14"/>
                    <a:pt x="82" y="14"/>
                  </a:cubicBezTo>
                  <a:cubicBezTo>
                    <a:pt x="82" y="8"/>
                    <a:pt x="78" y="4"/>
                    <a:pt x="72" y="4"/>
                  </a:cubicBezTo>
                  <a:cubicBezTo>
                    <a:pt x="70" y="4"/>
                    <a:pt x="67" y="5"/>
                    <a:pt x="66" y="7"/>
                  </a:cubicBezTo>
                  <a:cubicBezTo>
                    <a:pt x="64" y="3"/>
                    <a:pt x="60" y="0"/>
                    <a:pt x="56" y="0"/>
                  </a:cubicBezTo>
                  <a:cubicBezTo>
                    <a:pt x="52" y="0"/>
                    <a:pt x="48" y="3"/>
                    <a:pt x="47" y="7"/>
                  </a:cubicBezTo>
                  <a:cubicBezTo>
                    <a:pt x="45" y="5"/>
                    <a:pt x="43" y="4"/>
                    <a:pt x="40" y="4"/>
                  </a:cubicBezTo>
                  <a:cubicBezTo>
                    <a:pt x="35" y="4"/>
                    <a:pt x="30" y="9"/>
                    <a:pt x="30" y="14"/>
                  </a:cubicBezTo>
                  <a:cubicBezTo>
                    <a:pt x="30" y="49"/>
                    <a:pt x="30" y="49"/>
                    <a:pt x="30" y="49"/>
                  </a:cubicBezTo>
                  <a:cubicBezTo>
                    <a:pt x="30" y="49"/>
                    <a:pt x="30" y="49"/>
                    <a:pt x="30" y="49"/>
                  </a:cubicBezTo>
                  <a:cubicBezTo>
                    <a:pt x="22" y="42"/>
                    <a:pt x="13" y="37"/>
                    <a:pt x="8" y="42"/>
                  </a:cubicBezTo>
                  <a:cubicBezTo>
                    <a:pt x="0" y="50"/>
                    <a:pt x="16" y="66"/>
                    <a:pt x="30" y="90"/>
                  </a:cubicBezTo>
                  <a:cubicBezTo>
                    <a:pt x="39" y="106"/>
                    <a:pt x="52" y="112"/>
                    <a:pt x="64" y="112"/>
                  </a:cubicBezTo>
                  <a:cubicBezTo>
                    <a:pt x="83" y="112"/>
                    <a:pt x="98" y="97"/>
                    <a:pt x="98" y="78"/>
                  </a:cubicBezTo>
                  <a:cubicBezTo>
                    <a:pt x="98" y="54"/>
                    <a:pt x="98" y="54"/>
                    <a:pt x="98" y="54"/>
                  </a:cubicBezTo>
                  <a:cubicBezTo>
                    <a:pt x="98" y="49"/>
                    <a:pt x="94" y="44"/>
                    <a:pt x="88" y="44"/>
                  </a:cubicBezTo>
                  <a:cubicBezTo>
                    <a:pt x="86" y="44"/>
                    <a:pt x="84" y="45"/>
                    <a:pt x="82" y="46"/>
                  </a:cubicBezTo>
                  <a:cubicBezTo>
                    <a:pt x="82" y="20"/>
                    <a:pt x="82" y="20"/>
                    <a:pt x="82" y="20"/>
                  </a:cubicBezTo>
                  <a:cubicBezTo>
                    <a:pt x="110" y="20"/>
                    <a:pt x="110" y="20"/>
                    <a:pt x="110" y="20"/>
                  </a:cubicBezTo>
                  <a:cubicBezTo>
                    <a:pt x="97" y="33"/>
                    <a:pt x="97" y="33"/>
                    <a:pt x="97" y="33"/>
                  </a:cubicBezTo>
                  <a:cubicBezTo>
                    <a:pt x="100" y="36"/>
                    <a:pt x="100" y="36"/>
                    <a:pt x="100" y="36"/>
                  </a:cubicBezTo>
                  <a:cubicBezTo>
                    <a:pt x="118" y="18"/>
                    <a:pt x="118" y="18"/>
                    <a:pt x="118" y="18"/>
                  </a:cubicBezTo>
                  <a:cubicBezTo>
                    <a:pt x="100" y="0"/>
                    <a:pt x="100" y="0"/>
                    <a:pt x="100" y="0"/>
                  </a:cubicBezTo>
                  <a:cubicBezTo>
                    <a:pt x="97" y="3"/>
                    <a:pt x="97" y="3"/>
                    <a:pt x="97" y="3"/>
                  </a:cubicBezTo>
                  <a:cubicBezTo>
                    <a:pt x="110" y="16"/>
                    <a:pt x="110" y="16"/>
                    <a:pt x="110" y="16"/>
                  </a:cubicBezTo>
                  <a:cubicBezTo>
                    <a:pt x="82" y="16"/>
                    <a:pt x="82" y="16"/>
                    <a:pt x="82" y="16"/>
                  </a:cubicBezTo>
                  <a:close/>
                  <a:moveTo>
                    <a:pt x="64" y="108"/>
                  </a:moveTo>
                  <a:cubicBezTo>
                    <a:pt x="49" y="108"/>
                    <a:pt x="40" y="100"/>
                    <a:pt x="33" y="88"/>
                  </a:cubicBezTo>
                  <a:cubicBezTo>
                    <a:pt x="17"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6"/>
                    <a:pt x="46" y="56"/>
                    <a:pt x="46" y="56"/>
                  </a:cubicBezTo>
                  <a:cubicBezTo>
                    <a:pt x="50" y="56"/>
                    <a:pt x="50" y="56"/>
                    <a:pt x="50" y="56"/>
                  </a:cubicBezTo>
                  <a:cubicBezTo>
                    <a:pt x="50" y="10"/>
                    <a:pt x="50" y="10"/>
                    <a:pt x="50" y="10"/>
                  </a:cubicBezTo>
                  <a:cubicBezTo>
                    <a:pt x="50" y="7"/>
                    <a:pt x="53" y="4"/>
                    <a:pt x="56" y="4"/>
                  </a:cubicBezTo>
                  <a:cubicBezTo>
                    <a:pt x="59" y="4"/>
                    <a:pt x="62" y="7"/>
                    <a:pt x="62" y="10"/>
                  </a:cubicBezTo>
                  <a:cubicBezTo>
                    <a:pt x="62" y="52"/>
                    <a:pt x="62" y="52"/>
                    <a:pt x="62" y="52"/>
                  </a:cubicBezTo>
                  <a:cubicBezTo>
                    <a:pt x="66" y="52"/>
                    <a:pt x="66" y="52"/>
                    <a:pt x="66" y="52"/>
                  </a:cubicBezTo>
                  <a:cubicBezTo>
                    <a:pt x="66" y="14"/>
                    <a:pt x="66" y="14"/>
                    <a:pt x="66" y="14"/>
                  </a:cubicBezTo>
                  <a:cubicBezTo>
                    <a:pt x="66" y="11"/>
                    <a:pt x="69" y="8"/>
                    <a:pt x="72" y="8"/>
                  </a:cubicBezTo>
                  <a:cubicBezTo>
                    <a:pt x="75" y="8"/>
                    <a:pt x="78" y="11"/>
                    <a:pt x="78" y="14"/>
                  </a:cubicBezTo>
                  <a:cubicBezTo>
                    <a:pt x="78" y="56"/>
                    <a:pt x="78" y="56"/>
                    <a:pt x="78" y="56"/>
                  </a:cubicBezTo>
                  <a:cubicBezTo>
                    <a:pt x="82" y="56"/>
                    <a:pt x="82" y="56"/>
                    <a:pt x="82" y="56"/>
                  </a:cubicBezTo>
                  <a:cubicBezTo>
                    <a:pt x="82" y="54"/>
                    <a:pt x="82" y="54"/>
                    <a:pt x="82" y="54"/>
                  </a:cubicBezTo>
                  <a:cubicBezTo>
                    <a:pt x="82" y="51"/>
                    <a:pt x="85" y="48"/>
                    <a:pt x="88" y="48"/>
                  </a:cubicBezTo>
                  <a:cubicBezTo>
                    <a:pt x="91" y="48"/>
                    <a:pt x="94" y="51"/>
                    <a:pt x="94" y="54"/>
                  </a:cubicBezTo>
                  <a:cubicBezTo>
                    <a:pt x="94" y="63"/>
                    <a:pt x="94" y="63"/>
                    <a:pt x="94" y="63"/>
                  </a:cubicBezTo>
                  <a:cubicBezTo>
                    <a:pt x="94" y="78"/>
                    <a:pt x="94" y="78"/>
                    <a:pt x="94" y="78"/>
                  </a:cubicBezTo>
                  <a:cubicBezTo>
                    <a:pt x="94" y="95"/>
                    <a:pt x="81" y="108"/>
                    <a:pt x="64" y="10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2" name="Freeform 45"/>
            <p:cNvSpPr>
              <a:spLocks noEditPoints="1"/>
            </p:cNvSpPr>
            <p:nvPr/>
          </p:nvSpPr>
          <p:spPr bwMode="auto">
            <a:xfrm>
              <a:off x="5516564" y="4821932"/>
              <a:ext cx="254000" cy="292100"/>
            </a:xfrm>
            <a:custGeom>
              <a:avLst/>
              <a:gdLst>
                <a:gd name="T0" fmla="*/ 88 w 98"/>
                <a:gd name="T1" fmla="*/ 44 h 112"/>
                <a:gd name="T2" fmla="*/ 82 w 98"/>
                <a:gd name="T3" fmla="*/ 46 h 112"/>
                <a:gd name="T4" fmla="*/ 82 w 98"/>
                <a:gd name="T5" fmla="*/ 14 h 112"/>
                <a:gd name="T6" fmla="*/ 72 w 98"/>
                <a:gd name="T7" fmla="*/ 4 h 112"/>
                <a:gd name="T8" fmla="*/ 66 w 98"/>
                <a:gd name="T9" fmla="*/ 7 h 112"/>
                <a:gd name="T10" fmla="*/ 57 w 98"/>
                <a:gd name="T11" fmla="*/ 0 h 112"/>
                <a:gd name="T12" fmla="*/ 47 w 98"/>
                <a:gd name="T13" fmla="*/ 7 h 112"/>
                <a:gd name="T14" fmla="*/ 40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6 w 98"/>
                <a:gd name="T37" fmla="*/ 108 h 112"/>
                <a:gd name="T38" fmla="*/ 66 w 98"/>
                <a:gd name="T39" fmla="*/ 72 h 112"/>
                <a:gd name="T40" fmla="*/ 79 w 98"/>
                <a:gd name="T41" fmla="*/ 85 h 112"/>
                <a:gd name="T42" fmla="*/ 82 w 98"/>
                <a:gd name="T43" fmla="*/ 82 h 112"/>
                <a:gd name="T44" fmla="*/ 65 w 98"/>
                <a:gd name="T45" fmla="*/ 64 h 112"/>
                <a:gd name="T46" fmla="*/ 47 w 98"/>
                <a:gd name="T47" fmla="*/ 82 h 112"/>
                <a:gd name="T48" fmla="*/ 49 w 98"/>
                <a:gd name="T49" fmla="*/ 85 h 112"/>
                <a:gd name="T50" fmla="*/ 62 w 98"/>
                <a:gd name="T51" fmla="*/ 72 h 112"/>
                <a:gd name="T52" fmla="*/ 62 w 98"/>
                <a:gd name="T53" fmla="*/ 108 h 112"/>
                <a:gd name="T54" fmla="*/ 33 w 98"/>
                <a:gd name="T55" fmla="*/ 88 h 112"/>
                <a:gd name="T56" fmla="*/ 11 w 98"/>
                <a:gd name="T57" fmla="*/ 45 h 112"/>
                <a:gd name="T58" fmla="*/ 34 w 98"/>
                <a:gd name="T59" fmla="*/ 59 h 112"/>
                <a:gd name="T60" fmla="*/ 34 w 98"/>
                <a:gd name="T61" fmla="*/ 14 h 112"/>
                <a:gd name="T62" fmla="*/ 40 w 98"/>
                <a:gd name="T63" fmla="*/ 8 h 112"/>
                <a:gd name="T64" fmla="*/ 46 w 98"/>
                <a:gd name="T65" fmla="*/ 14 h 112"/>
                <a:gd name="T66" fmla="*/ 46 w 98"/>
                <a:gd name="T67" fmla="*/ 58 h 112"/>
                <a:gd name="T68" fmla="*/ 50 w 98"/>
                <a:gd name="T69" fmla="*/ 58 h 112"/>
                <a:gd name="T70" fmla="*/ 50 w 98"/>
                <a:gd name="T71" fmla="*/ 10 h 112"/>
                <a:gd name="T72" fmla="*/ 56 w 98"/>
                <a:gd name="T73" fmla="*/ 4 h 112"/>
                <a:gd name="T74" fmla="*/ 62 w 98"/>
                <a:gd name="T75" fmla="*/ 10 h 112"/>
                <a:gd name="T76" fmla="*/ 62 w 98"/>
                <a:gd name="T77" fmla="*/ 54 h 112"/>
                <a:gd name="T78" fmla="*/ 66 w 98"/>
                <a:gd name="T79" fmla="*/ 54 h 112"/>
                <a:gd name="T80" fmla="*/ 66 w 98"/>
                <a:gd name="T81" fmla="*/ 14 h 112"/>
                <a:gd name="T82" fmla="*/ 72 w 98"/>
                <a:gd name="T83" fmla="*/ 8 h 112"/>
                <a:gd name="T84" fmla="*/ 78 w 98"/>
                <a:gd name="T85" fmla="*/ 14 h 112"/>
                <a:gd name="T86" fmla="*/ 78 w 98"/>
                <a:gd name="T87" fmla="*/ 58 h 112"/>
                <a:gd name="T88" fmla="*/ 82 w 98"/>
                <a:gd name="T89" fmla="*/ 58 h 112"/>
                <a:gd name="T90" fmla="*/ 82 w 98"/>
                <a:gd name="T91" fmla="*/ 54 h 112"/>
                <a:gd name="T92" fmla="*/ 88 w 98"/>
                <a:gd name="T93" fmla="*/ 48 h 112"/>
                <a:gd name="T94" fmla="*/ 94 w 98"/>
                <a:gd name="T95" fmla="*/ 54 h 112"/>
                <a:gd name="T96" fmla="*/ 94 w 98"/>
                <a:gd name="T97"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12">
                  <a:moveTo>
                    <a:pt x="88" y="44"/>
                  </a:moveTo>
                  <a:cubicBezTo>
                    <a:pt x="86" y="44"/>
                    <a:pt x="86" y="45"/>
                    <a:pt x="82" y="46"/>
                  </a:cubicBezTo>
                  <a:cubicBezTo>
                    <a:pt x="82" y="14"/>
                    <a:pt x="82" y="14"/>
                    <a:pt x="82" y="14"/>
                  </a:cubicBezTo>
                  <a:cubicBezTo>
                    <a:pt x="82" y="8"/>
                    <a:pt x="78" y="4"/>
                    <a:pt x="72" y="4"/>
                  </a:cubicBezTo>
                  <a:cubicBezTo>
                    <a:pt x="70" y="4"/>
                    <a:pt x="68" y="5"/>
                    <a:pt x="66" y="7"/>
                  </a:cubicBezTo>
                  <a:cubicBezTo>
                    <a:pt x="64" y="3"/>
                    <a:pt x="61" y="0"/>
                    <a:pt x="57" y="0"/>
                  </a:cubicBezTo>
                  <a:cubicBezTo>
                    <a:pt x="52" y="0"/>
                    <a:pt x="49" y="3"/>
                    <a:pt x="47" y="7"/>
                  </a:cubicBezTo>
                  <a:cubicBezTo>
                    <a:pt x="45" y="5"/>
                    <a:pt x="43" y="4"/>
                    <a:pt x="40" y="4"/>
                  </a:cubicBezTo>
                  <a:cubicBezTo>
                    <a:pt x="35" y="4"/>
                    <a:pt x="30" y="9"/>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4"/>
                    <a:pt x="82" y="107"/>
                    <a:pt x="66" y="108"/>
                  </a:cubicBezTo>
                  <a:cubicBezTo>
                    <a:pt x="66" y="72"/>
                    <a:pt x="66" y="72"/>
                    <a:pt x="66" y="72"/>
                  </a:cubicBezTo>
                  <a:cubicBezTo>
                    <a:pt x="79" y="85"/>
                    <a:pt x="79" y="85"/>
                    <a:pt x="79" y="85"/>
                  </a:cubicBezTo>
                  <a:cubicBezTo>
                    <a:pt x="82" y="82"/>
                    <a:pt x="82" y="82"/>
                    <a:pt x="82" y="82"/>
                  </a:cubicBezTo>
                  <a:cubicBezTo>
                    <a:pt x="65" y="64"/>
                    <a:pt x="65" y="64"/>
                    <a:pt x="65" y="64"/>
                  </a:cubicBezTo>
                  <a:cubicBezTo>
                    <a:pt x="47" y="82"/>
                    <a:pt x="47" y="82"/>
                    <a:pt x="47" y="82"/>
                  </a:cubicBezTo>
                  <a:cubicBezTo>
                    <a:pt x="49" y="85"/>
                    <a:pt x="49" y="85"/>
                    <a:pt x="49" y="85"/>
                  </a:cubicBezTo>
                  <a:cubicBezTo>
                    <a:pt x="62" y="72"/>
                    <a:pt x="62" y="72"/>
                    <a:pt x="62" y="72"/>
                  </a:cubicBezTo>
                  <a:cubicBezTo>
                    <a:pt x="62" y="108"/>
                    <a:pt x="62" y="108"/>
                    <a:pt x="62" y="108"/>
                  </a:cubicBezTo>
                  <a:cubicBezTo>
                    <a:pt x="50" y="107"/>
                    <a:pt x="40" y="99"/>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14"/>
                    <a:pt x="66" y="14"/>
                    <a:pt x="66" y="14"/>
                  </a:cubicBezTo>
                  <a:cubicBezTo>
                    <a:pt x="66" y="11"/>
                    <a:pt x="69" y="8"/>
                    <a:pt x="72" y="8"/>
                  </a:cubicBezTo>
                  <a:cubicBezTo>
                    <a:pt x="75" y="8"/>
                    <a:pt x="78" y="11"/>
                    <a:pt x="78" y="14"/>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3" name="Freeform 46"/>
            <p:cNvSpPr>
              <a:spLocks noEditPoints="1"/>
            </p:cNvSpPr>
            <p:nvPr/>
          </p:nvSpPr>
          <p:spPr bwMode="auto">
            <a:xfrm>
              <a:off x="8439698" y="1680427"/>
              <a:ext cx="254000" cy="292100"/>
            </a:xfrm>
            <a:custGeom>
              <a:avLst/>
              <a:gdLst>
                <a:gd name="T0" fmla="*/ 62 w 98"/>
                <a:gd name="T1" fmla="*/ 52 h 112"/>
                <a:gd name="T2" fmla="*/ 62 w 98"/>
                <a:gd name="T3" fmla="*/ 10 h 112"/>
                <a:gd name="T4" fmla="*/ 56 w 98"/>
                <a:gd name="T5" fmla="*/ 4 h 112"/>
                <a:gd name="T6" fmla="*/ 50 w 98"/>
                <a:gd name="T7" fmla="*/ 10 h 112"/>
                <a:gd name="T8" fmla="*/ 50 w 98"/>
                <a:gd name="T9" fmla="*/ 56 h 112"/>
                <a:gd name="T10" fmla="*/ 46 w 98"/>
                <a:gd name="T11" fmla="*/ 56 h 112"/>
                <a:gd name="T12" fmla="*/ 46 w 98"/>
                <a:gd name="T13" fmla="*/ 14 h 112"/>
                <a:gd name="T14" fmla="*/ 40 w 98"/>
                <a:gd name="T15" fmla="*/ 8 h 112"/>
                <a:gd name="T16" fmla="*/ 34 w 98"/>
                <a:gd name="T17" fmla="*/ 14 h 112"/>
                <a:gd name="T18" fmla="*/ 34 w 98"/>
                <a:gd name="T19" fmla="*/ 59 h 112"/>
                <a:gd name="T20" fmla="*/ 11 w 98"/>
                <a:gd name="T21" fmla="*/ 45 h 112"/>
                <a:gd name="T22" fmla="*/ 33 w 98"/>
                <a:gd name="T23" fmla="*/ 88 h 112"/>
                <a:gd name="T24" fmla="*/ 64 w 98"/>
                <a:gd name="T25" fmla="*/ 108 h 112"/>
                <a:gd name="T26" fmla="*/ 94 w 98"/>
                <a:gd name="T27" fmla="*/ 78 h 112"/>
                <a:gd name="T28" fmla="*/ 94 w 98"/>
                <a:gd name="T29" fmla="*/ 63 h 112"/>
                <a:gd name="T30" fmla="*/ 94 w 98"/>
                <a:gd name="T31" fmla="*/ 54 h 112"/>
                <a:gd name="T32" fmla="*/ 88 w 98"/>
                <a:gd name="T33" fmla="*/ 48 h 112"/>
                <a:gd name="T34" fmla="*/ 82 w 98"/>
                <a:gd name="T35" fmla="*/ 54 h 112"/>
                <a:gd name="T36" fmla="*/ 82 w 98"/>
                <a:gd name="T37" fmla="*/ 56 h 112"/>
                <a:gd name="T38" fmla="*/ 78 w 98"/>
                <a:gd name="T39" fmla="*/ 56 h 112"/>
                <a:gd name="T40" fmla="*/ 78 w 98"/>
                <a:gd name="T41" fmla="*/ 14 h 112"/>
                <a:gd name="T42" fmla="*/ 72 w 98"/>
                <a:gd name="T43" fmla="*/ 8 h 112"/>
                <a:gd name="T44" fmla="*/ 66 w 98"/>
                <a:gd name="T45" fmla="*/ 14 h 112"/>
                <a:gd name="T46" fmla="*/ 66 w 98"/>
                <a:gd name="T47" fmla="*/ 52 h 112"/>
                <a:gd name="T48" fmla="*/ 66 w 98"/>
                <a:gd name="T49" fmla="*/ 88 h 112"/>
                <a:gd name="T50" fmla="*/ 79 w 98"/>
                <a:gd name="T51" fmla="*/ 75 h 112"/>
                <a:gd name="T52" fmla="*/ 82 w 98"/>
                <a:gd name="T53" fmla="*/ 78 h 112"/>
                <a:gd name="T54" fmla="*/ 64 w 98"/>
                <a:gd name="T55" fmla="*/ 96 h 112"/>
                <a:gd name="T56" fmla="*/ 46 w 98"/>
                <a:gd name="T57" fmla="*/ 78 h 112"/>
                <a:gd name="T58" fmla="*/ 49 w 98"/>
                <a:gd name="T59" fmla="*/ 75 h 112"/>
                <a:gd name="T60" fmla="*/ 62 w 98"/>
                <a:gd name="T61" fmla="*/ 88 h 112"/>
                <a:gd name="T62" fmla="*/ 62 w 98"/>
                <a:gd name="T63" fmla="*/ 52 h 112"/>
                <a:gd name="T64" fmla="*/ 98 w 98"/>
                <a:gd name="T65" fmla="*/ 78 h 112"/>
                <a:gd name="T66" fmla="*/ 64 w 98"/>
                <a:gd name="T67" fmla="*/ 112 h 112"/>
                <a:gd name="T68" fmla="*/ 30 w 98"/>
                <a:gd name="T69" fmla="*/ 90 h 112"/>
                <a:gd name="T70" fmla="*/ 8 w 98"/>
                <a:gd name="T71" fmla="*/ 42 h 112"/>
                <a:gd name="T72" fmla="*/ 30 w 98"/>
                <a:gd name="T73" fmla="*/ 49 h 112"/>
                <a:gd name="T74" fmla="*/ 30 w 98"/>
                <a:gd name="T75" fmla="*/ 49 h 112"/>
                <a:gd name="T76" fmla="*/ 30 w 98"/>
                <a:gd name="T77" fmla="*/ 14 h 112"/>
                <a:gd name="T78" fmla="*/ 40 w 98"/>
                <a:gd name="T79" fmla="*/ 4 h 112"/>
                <a:gd name="T80" fmla="*/ 47 w 98"/>
                <a:gd name="T81" fmla="*/ 7 h 112"/>
                <a:gd name="T82" fmla="*/ 56 w 98"/>
                <a:gd name="T83" fmla="*/ 0 h 112"/>
                <a:gd name="T84" fmla="*/ 66 w 98"/>
                <a:gd name="T85" fmla="*/ 7 h 112"/>
                <a:gd name="T86" fmla="*/ 72 w 98"/>
                <a:gd name="T87" fmla="*/ 4 h 112"/>
                <a:gd name="T88" fmla="*/ 82 w 98"/>
                <a:gd name="T89" fmla="*/ 14 h 112"/>
                <a:gd name="T90" fmla="*/ 82 w 98"/>
                <a:gd name="T91" fmla="*/ 46 h 112"/>
                <a:gd name="T92" fmla="*/ 88 w 98"/>
                <a:gd name="T93" fmla="*/ 44 h 112"/>
                <a:gd name="T94" fmla="*/ 98 w 98"/>
                <a:gd name="T95" fmla="*/ 54 h 112"/>
                <a:gd name="T96" fmla="*/ 98 w 98"/>
                <a:gd name="T97" fmla="*/ 7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12">
                  <a:moveTo>
                    <a:pt x="62" y="52"/>
                  </a:moveTo>
                  <a:cubicBezTo>
                    <a:pt x="62" y="10"/>
                    <a:pt x="62" y="10"/>
                    <a:pt x="62" y="10"/>
                  </a:cubicBezTo>
                  <a:cubicBezTo>
                    <a:pt x="62" y="7"/>
                    <a:pt x="60" y="4"/>
                    <a:pt x="56" y="4"/>
                  </a:cubicBezTo>
                  <a:cubicBezTo>
                    <a:pt x="53" y="4"/>
                    <a:pt x="50" y="7"/>
                    <a:pt x="50" y="10"/>
                  </a:cubicBezTo>
                  <a:cubicBezTo>
                    <a:pt x="50" y="56"/>
                    <a:pt x="50" y="56"/>
                    <a:pt x="50" y="56"/>
                  </a:cubicBezTo>
                  <a:cubicBezTo>
                    <a:pt x="46" y="56"/>
                    <a:pt x="46" y="56"/>
                    <a:pt x="46" y="56"/>
                  </a:cubicBezTo>
                  <a:cubicBezTo>
                    <a:pt x="46" y="14"/>
                    <a:pt x="46" y="14"/>
                    <a:pt x="46" y="14"/>
                  </a:cubicBezTo>
                  <a:cubicBezTo>
                    <a:pt x="46" y="11"/>
                    <a:pt x="44" y="8"/>
                    <a:pt x="40" y="8"/>
                  </a:cubicBezTo>
                  <a:cubicBezTo>
                    <a:pt x="37" y="8"/>
                    <a:pt x="34" y="11"/>
                    <a:pt x="34" y="14"/>
                  </a:cubicBezTo>
                  <a:cubicBezTo>
                    <a:pt x="34" y="59"/>
                    <a:pt x="34" y="59"/>
                    <a:pt x="34" y="59"/>
                  </a:cubicBezTo>
                  <a:cubicBezTo>
                    <a:pt x="26" y="50"/>
                    <a:pt x="15" y="41"/>
                    <a:pt x="11" y="45"/>
                  </a:cubicBezTo>
                  <a:cubicBezTo>
                    <a:pt x="6" y="50"/>
                    <a:pt x="18" y="62"/>
                    <a:pt x="33" y="88"/>
                  </a:cubicBezTo>
                  <a:cubicBezTo>
                    <a:pt x="40" y="100"/>
                    <a:pt x="49" y="108"/>
                    <a:pt x="64" y="108"/>
                  </a:cubicBezTo>
                  <a:cubicBezTo>
                    <a:pt x="81" y="108"/>
                    <a:pt x="94" y="95"/>
                    <a:pt x="94" y="78"/>
                  </a:cubicBezTo>
                  <a:cubicBezTo>
                    <a:pt x="94" y="63"/>
                    <a:pt x="94" y="63"/>
                    <a:pt x="94" y="63"/>
                  </a:cubicBezTo>
                  <a:cubicBezTo>
                    <a:pt x="94" y="54"/>
                    <a:pt x="94" y="54"/>
                    <a:pt x="94" y="54"/>
                  </a:cubicBezTo>
                  <a:cubicBezTo>
                    <a:pt x="94" y="51"/>
                    <a:pt x="92" y="48"/>
                    <a:pt x="88" y="48"/>
                  </a:cubicBezTo>
                  <a:cubicBezTo>
                    <a:pt x="85" y="48"/>
                    <a:pt x="82" y="51"/>
                    <a:pt x="82" y="54"/>
                  </a:cubicBezTo>
                  <a:cubicBezTo>
                    <a:pt x="82" y="56"/>
                    <a:pt x="82" y="56"/>
                    <a:pt x="82" y="56"/>
                  </a:cubicBezTo>
                  <a:cubicBezTo>
                    <a:pt x="78" y="56"/>
                    <a:pt x="78" y="56"/>
                    <a:pt x="78" y="56"/>
                  </a:cubicBezTo>
                  <a:cubicBezTo>
                    <a:pt x="78" y="14"/>
                    <a:pt x="78" y="14"/>
                    <a:pt x="78" y="14"/>
                  </a:cubicBezTo>
                  <a:cubicBezTo>
                    <a:pt x="78" y="11"/>
                    <a:pt x="76" y="8"/>
                    <a:pt x="72" y="8"/>
                  </a:cubicBezTo>
                  <a:cubicBezTo>
                    <a:pt x="69" y="8"/>
                    <a:pt x="66" y="11"/>
                    <a:pt x="66" y="14"/>
                  </a:cubicBezTo>
                  <a:cubicBezTo>
                    <a:pt x="66" y="52"/>
                    <a:pt x="66" y="52"/>
                    <a:pt x="66" y="52"/>
                  </a:cubicBezTo>
                  <a:cubicBezTo>
                    <a:pt x="66" y="88"/>
                    <a:pt x="66" y="88"/>
                    <a:pt x="66" y="88"/>
                  </a:cubicBezTo>
                  <a:cubicBezTo>
                    <a:pt x="79" y="75"/>
                    <a:pt x="79" y="75"/>
                    <a:pt x="79" y="75"/>
                  </a:cubicBezTo>
                  <a:cubicBezTo>
                    <a:pt x="82" y="78"/>
                    <a:pt x="82" y="78"/>
                    <a:pt x="82" y="78"/>
                  </a:cubicBezTo>
                  <a:cubicBezTo>
                    <a:pt x="64" y="96"/>
                    <a:pt x="64" y="96"/>
                    <a:pt x="64" y="96"/>
                  </a:cubicBezTo>
                  <a:cubicBezTo>
                    <a:pt x="46" y="78"/>
                    <a:pt x="46" y="78"/>
                    <a:pt x="46" y="78"/>
                  </a:cubicBezTo>
                  <a:cubicBezTo>
                    <a:pt x="49" y="75"/>
                    <a:pt x="49" y="75"/>
                    <a:pt x="49" y="75"/>
                  </a:cubicBezTo>
                  <a:cubicBezTo>
                    <a:pt x="62" y="88"/>
                    <a:pt x="62" y="88"/>
                    <a:pt x="62" y="88"/>
                  </a:cubicBezTo>
                  <a:cubicBezTo>
                    <a:pt x="62" y="52"/>
                    <a:pt x="62" y="52"/>
                    <a:pt x="62" y="52"/>
                  </a:cubicBezTo>
                  <a:close/>
                  <a:moveTo>
                    <a:pt x="98" y="78"/>
                  </a:moveTo>
                  <a:cubicBezTo>
                    <a:pt x="98" y="97"/>
                    <a:pt x="83" y="112"/>
                    <a:pt x="64" y="112"/>
                  </a:cubicBezTo>
                  <a:cubicBezTo>
                    <a:pt x="52" y="112"/>
                    <a:pt x="39" y="106"/>
                    <a:pt x="30" y="90"/>
                  </a:cubicBezTo>
                  <a:cubicBezTo>
                    <a:pt x="17" y="66"/>
                    <a:pt x="0" y="50"/>
                    <a:pt x="8" y="42"/>
                  </a:cubicBezTo>
                  <a:cubicBezTo>
                    <a:pt x="14" y="37"/>
                    <a:pt x="22" y="42"/>
                    <a:pt x="30" y="49"/>
                  </a:cubicBezTo>
                  <a:cubicBezTo>
                    <a:pt x="30" y="49"/>
                    <a:pt x="30" y="49"/>
                    <a:pt x="30" y="49"/>
                  </a:cubicBezTo>
                  <a:cubicBezTo>
                    <a:pt x="30" y="14"/>
                    <a:pt x="30" y="14"/>
                    <a:pt x="30" y="14"/>
                  </a:cubicBezTo>
                  <a:cubicBezTo>
                    <a:pt x="30" y="9"/>
                    <a:pt x="35" y="4"/>
                    <a:pt x="40" y="4"/>
                  </a:cubicBezTo>
                  <a:cubicBezTo>
                    <a:pt x="43" y="4"/>
                    <a:pt x="45" y="5"/>
                    <a:pt x="47" y="7"/>
                  </a:cubicBezTo>
                  <a:cubicBezTo>
                    <a:pt x="48" y="3"/>
                    <a:pt x="52" y="0"/>
                    <a:pt x="56" y="0"/>
                  </a:cubicBezTo>
                  <a:cubicBezTo>
                    <a:pt x="61" y="0"/>
                    <a:pt x="64" y="3"/>
                    <a:pt x="66" y="7"/>
                  </a:cubicBezTo>
                  <a:cubicBezTo>
                    <a:pt x="67" y="5"/>
                    <a:pt x="70" y="4"/>
                    <a:pt x="72" y="4"/>
                  </a:cubicBezTo>
                  <a:cubicBezTo>
                    <a:pt x="78" y="4"/>
                    <a:pt x="82" y="8"/>
                    <a:pt x="82" y="14"/>
                  </a:cubicBezTo>
                  <a:cubicBezTo>
                    <a:pt x="82" y="46"/>
                    <a:pt x="82" y="46"/>
                    <a:pt x="82" y="46"/>
                  </a:cubicBezTo>
                  <a:cubicBezTo>
                    <a:pt x="84" y="45"/>
                    <a:pt x="86" y="44"/>
                    <a:pt x="88" y="44"/>
                  </a:cubicBezTo>
                  <a:cubicBezTo>
                    <a:pt x="94" y="44"/>
                    <a:pt x="98" y="49"/>
                    <a:pt x="98" y="54"/>
                  </a:cubicBezTo>
                  <a:cubicBezTo>
                    <a:pt x="98" y="78"/>
                    <a:pt x="98" y="78"/>
                    <a:pt x="98" y="7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4" name="Freeform 47"/>
            <p:cNvSpPr>
              <a:spLocks noEditPoints="1"/>
            </p:cNvSpPr>
            <p:nvPr/>
          </p:nvSpPr>
          <p:spPr bwMode="auto">
            <a:xfrm>
              <a:off x="3491034" y="6364375"/>
              <a:ext cx="255588" cy="292100"/>
            </a:xfrm>
            <a:custGeom>
              <a:avLst/>
              <a:gdLst>
                <a:gd name="T0" fmla="*/ 88 w 98"/>
                <a:gd name="T1" fmla="*/ 44 h 112"/>
                <a:gd name="T2" fmla="*/ 82 w 98"/>
                <a:gd name="T3" fmla="*/ 46 h 112"/>
                <a:gd name="T4" fmla="*/ 82 w 98"/>
                <a:gd name="T5" fmla="*/ 14 h 112"/>
                <a:gd name="T6" fmla="*/ 73 w 98"/>
                <a:gd name="T7" fmla="*/ 4 h 112"/>
                <a:gd name="T8" fmla="*/ 66 w 98"/>
                <a:gd name="T9" fmla="*/ 7 h 112"/>
                <a:gd name="T10" fmla="*/ 57 w 98"/>
                <a:gd name="T11" fmla="*/ 0 h 112"/>
                <a:gd name="T12" fmla="*/ 48 w 98"/>
                <a:gd name="T13" fmla="*/ 7 h 112"/>
                <a:gd name="T14" fmla="*/ 41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5 w 98"/>
                <a:gd name="T37" fmla="*/ 108 h 112"/>
                <a:gd name="T38" fmla="*/ 34 w 98"/>
                <a:gd name="T39" fmla="*/ 88 h 112"/>
                <a:gd name="T40" fmla="*/ 11 w 98"/>
                <a:gd name="T41" fmla="*/ 45 h 112"/>
                <a:gd name="T42" fmla="*/ 34 w 98"/>
                <a:gd name="T43" fmla="*/ 59 h 112"/>
                <a:gd name="T44" fmla="*/ 34 w 98"/>
                <a:gd name="T45" fmla="*/ 14 h 112"/>
                <a:gd name="T46" fmla="*/ 40 w 98"/>
                <a:gd name="T47" fmla="*/ 8 h 112"/>
                <a:gd name="T48" fmla="*/ 46 w 98"/>
                <a:gd name="T49" fmla="*/ 14 h 112"/>
                <a:gd name="T50" fmla="*/ 46 w 98"/>
                <a:gd name="T51" fmla="*/ 54 h 112"/>
                <a:gd name="T52" fmla="*/ 50 w 98"/>
                <a:gd name="T53" fmla="*/ 54 h 112"/>
                <a:gd name="T54" fmla="*/ 50 w 98"/>
                <a:gd name="T55" fmla="*/ 10 h 112"/>
                <a:gd name="T56" fmla="*/ 56 w 98"/>
                <a:gd name="T57" fmla="*/ 4 h 112"/>
                <a:gd name="T58" fmla="*/ 62 w 98"/>
                <a:gd name="T59" fmla="*/ 10 h 112"/>
                <a:gd name="T60" fmla="*/ 62 w 98"/>
                <a:gd name="T61" fmla="*/ 50 h 112"/>
                <a:gd name="T62" fmla="*/ 66 w 98"/>
                <a:gd name="T63" fmla="*/ 50 h 112"/>
                <a:gd name="T64" fmla="*/ 66 w 98"/>
                <a:gd name="T65" fmla="*/ 14 h 112"/>
                <a:gd name="T66" fmla="*/ 72 w 98"/>
                <a:gd name="T67" fmla="*/ 8 h 112"/>
                <a:gd name="T68" fmla="*/ 78 w 98"/>
                <a:gd name="T69" fmla="*/ 14 h 112"/>
                <a:gd name="T70" fmla="*/ 78 w 98"/>
                <a:gd name="T71" fmla="*/ 54 h 112"/>
                <a:gd name="T72" fmla="*/ 82 w 98"/>
                <a:gd name="T73" fmla="*/ 54 h 112"/>
                <a:gd name="T74" fmla="*/ 82 w 98"/>
                <a:gd name="T75" fmla="*/ 54 h 112"/>
                <a:gd name="T76" fmla="*/ 88 w 98"/>
                <a:gd name="T77" fmla="*/ 48 h 112"/>
                <a:gd name="T78" fmla="*/ 94 w 98"/>
                <a:gd name="T79" fmla="*/ 54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44"/>
                  </a:moveTo>
                  <a:cubicBezTo>
                    <a:pt x="86" y="44"/>
                    <a:pt x="86" y="45"/>
                    <a:pt x="82" y="46"/>
                  </a:cubicBezTo>
                  <a:cubicBezTo>
                    <a:pt x="82" y="14"/>
                    <a:pt x="82" y="14"/>
                    <a:pt x="82" y="14"/>
                  </a:cubicBezTo>
                  <a:cubicBezTo>
                    <a:pt x="82" y="8"/>
                    <a:pt x="78" y="4"/>
                    <a:pt x="73" y="4"/>
                  </a:cubicBezTo>
                  <a:cubicBezTo>
                    <a:pt x="70" y="4"/>
                    <a:pt x="68" y="5"/>
                    <a:pt x="66" y="7"/>
                  </a:cubicBezTo>
                  <a:cubicBezTo>
                    <a:pt x="65" y="3"/>
                    <a:pt x="61" y="0"/>
                    <a:pt x="57" y="0"/>
                  </a:cubicBezTo>
                  <a:cubicBezTo>
                    <a:pt x="53" y="0"/>
                    <a:pt x="49" y="3"/>
                    <a:pt x="48" y="7"/>
                  </a:cubicBezTo>
                  <a:cubicBezTo>
                    <a:pt x="46" y="5"/>
                    <a:pt x="43" y="4"/>
                    <a:pt x="41" y="4"/>
                  </a:cubicBezTo>
                  <a:cubicBezTo>
                    <a:pt x="35" y="4"/>
                    <a:pt x="30" y="9"/>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50" y="108"/>
                    <a:pt x="41" y="100"/>
                    <a:pt x="34" y="88"/>
                  </a:cubicBezTo>
                  <a:cubicBezTo>
                    <a:pt x="18" y="62"/>
                    <a:pt x="7"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4"/>
                    <a:pt x="46" y="54"/>
                    <a:pt x="46" y="54"/>
                  </a:cubicBezTo>
                  <a:cubicBezTo>
                    <a:pt x="50" y="54"/>
                    <a:pt x="50" y="54"/>
                    <a:pt x="50" y="54"/>
                  </a:cubicBezTo>
                  <a:cubicBezTo>
                    <a:pt x="50" y="10"/>
                    <a:pt x="50" y="10"/>
                    <a:pt x="50" y="10"/>
                  </a:cubicBezTo>
                  <a:cubicBezTo>
                    <a:pt x="50" y="7"/>
                    <a:pt x="53" y="4"/>
                    <a:pt x="56" y="4"/>
                  </a:cubicBezTo>
                  <a:cubicBezTo>
                    <a:pt x="59" y="4"/>
                    <a:pt x="62" y="7"/>
                    <a:pt x="62" y="10"/>
                  </a:cubicBezTo>
                  <a:cubicBezTo>
                    <a:pt x="62" y="50"/>
                    <a:pt x="62" y="50"/>
                    <a:pt x="62" y="50"/>
                  </a:cubicBezTo>
                  <a:cubicBezTo>
                    <a:pt x="66" y="50"/>
                    <a:pt x="66" y="50"/>
                    <a:pt x="66" y="50"/>
                  </a:cubicBezTo>
                  <a:cubicBezTo>
                    <a:pt x="66" y="14"/>
                    <a:pt x="66" y="14"/>
                    <a:pt x="66" y="14"/>
                  </a:cubicBezTo>
                  <a:cubicBezTo>
                    <a:pt x="66" y="11"/>
                    <a:pt x="69" y="8"/>
                    <a:pt x="72" y="8"/>
                  </a:cubicBezTo>
                  <a:cubicBezTo>
                    <a:pt x="75" y="8"/>
                    <a:pt x="78" y="11"/>
                    <a:pt x="78" y="14"/>
                  </a:cubicBezTo>
                  <a:cubicBezTo>
                    <a:pt x="78" y="54"/>
                    <a:pt x="78" y="54"/>
                    <a:pt x="78" y="54"/>
                  </a:cubicBezTo>
                  <a:cubicBezTo>
                    <a:pt x="82" y="54"/>
                    <a:pt x="82" y="54"/>
                    <a:pt x="82" y="54"/>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85" name="Group 84"/>
            <p:cNvGrpSpPr/>
            <p:nvPr/>
          </p:nvGrpSpPr>
          <p:grpSpPr>
            <a:xfrm>
              <a:off x="7419976" y="5082683"/>
              <a:ext cx="254001" cy="333375"/>
              <a:chOff x="4422775" y="3157538"/>
              <a:chExt cx="254001" cy="333375"/>
            </a:xfrm>
            <a:grpFill/>
          </p:grpSpPr>
          <p:sp>
            <p:nvSpPr>
              <p:cNvPr id="214" name="Freeform 48"/>
              <p:cNvSpPr>
                <a:spLocks/>
              </p:cNvSpPr>
              <p:nvPr/>
            </p:nvSpPr>
            <p:spPr bwMode="auto">
              <a:xfrm>
                <a:off x="4479925" y="3178175"/>
                <a:ext cx="176213" cy="85725"/>
              </a:xfrm>
              <a:custGeom>
                <a:avLst/>
                <a:gdLst>
                  <a:gd name="T0" fmla="*/ 64 w 68"/>
                  <a:gd name="T1" fmla="*/ 26 h 33"/>
                  <a:gd name="T2" fmla="*/ 64 w 68"/>
                  <a:gd name="T3" fmla="*/ 33 h 33"/>
                  <a:gd name="T4" fmla="*/ 68 w 68"/>
                  <a:gd name="T5" fmla="*/ 22 h 33"/>
                  <a:gd name="T6" fmla="*/ 50 w 68"/>
                  <a:gd name="T7" fmla="*/ 4 h 33"/>
                  <a:gd name="T8" fmla="*/ 46 w 68"/>
                  <a:gd name="T9" fmla="*/ 4 h 33"/>
                  <a:gd name="T10" fmla="*/ 34 w 68"/>
                  <a:gd name="T11" fmla="*/ 0 h 33"/>
                  <a:gd name="T12" fmla="*/ 22 w 68"/>
                  <a:gd name="T13" fmla="*/ 4 h 33"/>
                  <a:gd name="T14" fmla="*/ 18 w 68"/>
                  <a:gd name="T15" fmla="*/ 4 h 33"/>
                  <a:gd name="T16" fmla="*/ 0 w 68"/>
                  <a:gd name="T17" fmla="*/ 22 h 33"/>
                  <a:gd name="T18" fmla="*/ 4 w 68"/>
                  <a:gd name="T19" fmla="*/ 33 h 33"/>
                  <a:gd name="T20" fmla="*/ 4 w 68"/>
                  <a:gd name="T21" fmla="*/ 22 h 33"/>
                  <a:gd name="T22" fmla="*/ 8 w 68"/>
                  <a:gd name="T23" fmla="*/ 14 h 33"/>
                  <a:gd name="T24" fmla="*/ 8 w 68"/>
                  <a:gd name="T25" fmla="*/ 14 h 33"/>
                  <a:gd name="T26" fmla="*/ 18 w 68"/>
                  <a:gd name="T27" fmla="*/ 9 h 33"/>
                  <a:gd name="T28" fmla="*/ 23 w 68"/>
                  <a:gd name="T29" fmla="*/ 9 h 33"/>
                  <a:gd name="T30" fmla="*/ 34 w 68"/>
                  <a:gd name="T31" fmla="*/ 4 h 33"/>
                  <a:gd name="T32" fmla="*/ 45 w 68"/>
                  <a:gd name="T33" fmla="*/ 9 h 33"/>
                  <a:gd name="T34" fmla="*/ 50 w 68"/>
                  <a:gd name="T35" fmla="*/ 8 h 33"/>
                  <a:gd name="T36" fmla="*/ 64 w 68"/>
                  <a:gd name="T37" fmla="*/ 22 h 33"/>
                  <a:gd name="T38" fmla="*/ 64 w 68"/>
                  <a:gd name="T39" fmla="*/ 24 h 33"/>
                  <a:gd name="T40" fmla="*/ 64 w 68"/>
                  <a:gd name="T41" fmla="*/ 2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33">
                    <a:moveTo>
                      <a:pt x="64" y="26"/>
                    </a:moveTo>
                    <a:cubicBezTo>
                      <a:pt x="64" y="33"/>
                      <a:pt x="64" y="33"/>
                      <a:pt x="64" y="33"/>
                    </a:cubicBezTo>
                    <a:cubicBezTo>
                      <a:pt x="68" y="30"/>
                      <a:pt x="68" y="26"/>
                      <a:pt x="68" y="22"/>
                    </a:cubicBezTo>
                    <a:cubicBezTo>
                      <a:pt x="68" y="12"/>
                      <a:pt x="60" y="4"/>
                      <a:pt x="50" y="4"/>
                    </a:cubicBezTo>
                    <a:cubicBezTo>
                      <a:pt x="49" y="4"/>
                      <a:pt x="47" y="4"/>
                      <a:pt x="46" y="4"/>
                    </a:cubicBezTo>
                    <a:cubicBezTo>
                      <a:pt x="43" y="2"/>
                      <a:pt x="39" y="0"/>
                      <a:pt x="34" y="0"/>
                    </a:cubicBezTo>
                    <a:cubicBezTo>
                      <a:pt x="30" y="0"/>
                      <a:pt x="26" y="2"/>
                      <a:pt x="22" y="4"/>
                    </a:cubicBezTo>
                    <a:cubicBezTo>
                      <a:pt x="21" y="4"/>
                      <a:pt x="20" y="4"/>
                      <a:pt x="18" y="4"/>
                    </a:cubicBezTo>
                    <a:cubicBezTo>
                      <a:pt x="8" y="4"/>
                      <a:pt x="0" y="12"/>
                      <a:pt x="0" y="22"/>
                    </a:cubicBezTo>
                    <a:cubicBezTo>
                      <a:pt x="0" y="26"/>
                      <a:pt x="0" y="30"/>
                      <a:pt x="4" y="33"/>
                    </a:cubicBezTo>
                    <a:cubicBezTo>
                      <a:pt x="4" y="22"/>
                      <a:pt x="4" y="22"/>
                      <a:pt x="4" y="22"/>
                    </a:cubicBezTo>
                    <a:cubicBezTo>
                      <a:pt x="4" y="18"/>
                      <a:pt x="6" y="14"/>
                      <a:pt x="8" y="14"/>
                    </a:cubicBezTo>
                    <a:cubicBezTo>
                      <a:pt x="8" y="14"/>
                      <a:pt x="8" y="14"/>
                      <a:pt x="8" y="14"/>
                    </a:cubicBezTo>
                    <a:cubicBezTo>
                      <a:pt x="11" y="10"/>
                      <a:pt x="14" y="9"/>
                      <a:pt x="18" y="9"/>
                    </a:cubicBezTo>
                    <a:cubicBezTo>
                      <a:pt x="20" y="9"/>
                      <a:pt x="22" y="9"/>
                      <a:pt x="23" y="9"/>
                    </a:cubicBezTo>
                    <a:cubicBezTo>
                      <a:pt x="26" y="6"/>
                      <a:pt x="30" y="4"/>
                      <a:pt x="34" y="4"/>
                    </a:cubicBezTo>
                    <a:cubicBezTo>
                      <a:pt x="39" y="4"/>
                      <a:pt x="42" y="6"/>
                      <a:pt x="45" y="9"/>
                    </a:cubicBezTo>
                    <a:cubicBezTo>
                      <a:pt x="47" y="8"/>
                      <a:pt x="48" y="8"/>
                      <a:pt x="50" y="8"/>
                    </a:cubicBezTo>
                    <a:cubicBezTo>
                      <a:pt x="58" y="8"/>
                      <a:pt x="64" y="14"/>
                      <a:pt x="64" y="22"/>
                    </a:cubicBezTo>
                    <a:cubicBezTo>
                      <a:pt x="64" y="23"/>
                      <a:pt x="64" y="23"/>
                      <a:pt x="64" y="24"/>
                    </a:cubicBezTo>
                    <a:cubicBezTo>
                      <a:pt x="64" y="25"/>
                      <a:pt x="64" y="25"/>
                      <a:pt x="64"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5" name="Freeform 49"/>
              <p:cNvSpPr>
                <a:spLocks/>
              </p:cNvSpPr>
              <p:nvPr/>
            </p:nvSpPr>
            <p:spPr bwMode="auto">
              <a:xfrm>
                <a:off x="4459288" y="3157538"/>
                <a:ext cx="217488" cy="134938"/>
              </a:xfrm>
              <a:custGeom>
                <a:avLst/>
                <a:gdLst>
                  <a:gd name="T0" fmla="*/ 12 w 84"/>
                  <a:gd name="T1" fmla="*/ 52 h 52"/>
                  <a:gd name="T2" fmla="*/ 12 w 84"/>
                  <a:gd name="T3" fmla="*/ 47 h 52"/>
                  <a:gd name="T4" fmla="*/ 4 w 84"/>
                  <a:gd name="T5" fmla="*/ 30 h 52"/>
                  <a:gd name="T6" fmla="*/ 26 w 84"/>
                  <a:gd name="T7" fmla="*/ 8 h 52"/>
                  <a:gd name="T8" fmla="*/ 29 w 84"/>
                  <a:gd name="T9" fmla="*/ 8 h 52"/>
                  <a:gd name="T10" fmla="*/ 42 w 84"/>
                  <a:gd name="T11" fmla="*/ 4 h 52"/>
                  <a:gd name="T12" fmla="*/ 55 w 84"/>
                  <a:gd name="T13" fmla="*/ 8 h 52"/>
                  <a:gd name="T14" fmla="*/ 58 w 84"/>
                  <a:gd name="T15" fmla="*/ 8 h 52"/>
                  <a:gd name="T16" fmla="*/ 80 w 84"/>
                  <a:gd name="T17" fmla="*/ 30 h 52"/>
                  <a:gd name="T18" fmla="*/ 72 w 84"/>
                  <a:gd name="T19" fmla="*/ 47 h 52"/>
                  <a:gd name="T20" fmla="*/ 72 w 84"/>
                  <a:gd name="T21" fmla="*/ 52 h 52"/>
                  <a:gd name="T22" fmla="*/ 84 w 84"/>
                  <a:gd name="T23" fmla="*/ 30 h 52"/>
                  <a:gd name="T24" fmla="*/ 58 w 84"/>
                  <a:gd name="T25" fmla="*/ 4 h 52"/>
                  <a:gd name="T26" fmla="*/ 56 w 84"/>
                  <a:gd name="T27" fmla="*/ 4 h 52"/>
                  <a:gd name="T28" fmla="*/ 42 w 84"/>
                  <a:gd name="T29" fmla="*/ 0 h 52"/>
                  <a:gd name="T30" fmla="*/ 28 w 84"/>
                  <a:gd name="T31" fmla="*/ 4 h 52"/>
                  <a:gd name="T32" fmla="*/ 26 w 84"/>
                  <a:gd name="T33" fmla="*/ 4 h 52"/>
                  <a:gd name="T34" fmla="*/ 0 w 84"/>
                  <a:gd name="T35" fmla="*/ 30 h 52"/>
                  <a:gd name="T36" fmla="*/ 12 w 84"/>
                  <a:gd name="T3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4" h="52">
                    <a:moveTo>
                      <a:pt x="12" y="52"/>
                    </a:moveTo>
                    <a:cubicBezTo>
                      <a:pt x="12" y="47"/>
                      <a:pt x="12" y="47"/>
                      <a:pt x="12" y="47"/>
                    </a:cubicBezTo>
                    <a:cubicBezTo>
                      <a:pt x="8" y="43"/>
                      <a:pt x="4" y="37"/>
                      <a:pt x="4" y="30"/>
                    </a:cubicBezTo>
                    <a:cubicBezTo>
                      <a:pt x="4" y="18"/>
                      <a:pt x="14" y="8"/>
                      <a:pt x="26" y="8"/>
                    </a:cubicBezTo>
                    <a:cubicBezTo>
                      <a:pt x="27" y="8"/>
                      <a:pt x="28" y="8"/>
                      <a:pt x="29" y="8"/>
                    </a:cubicBezTo>
                    <a:cubicBezTo>
                      <a:pt x="33" y="6"/>
                      <a:pt x="37" y="4"/>
                      <a:pt x="42" y="4"/>
                    </a:cubicBezTo>
                    <a:cubicBezTo>
                      <a:pt x="47" y="4"/>
                      <a:pt x="52" y="6"/>
                      <a:pt x="55" y="8"/>
                    </a:cubicBezTo>
                    <a:cubicBezTo>
                      <a:pt x="56" y="8"/>
                      <a:pt x="57" y="8"/>
                      <a:pt x="58" y="8"/>
                    </a:cubicBezTo>
                    <a:cubicBezTo>
                      <a:pt x="70" y="8"/>
                      <a:pt x="80" y="18"/>
                      <a:pt x="80" y="30"/>
                    </a:cubicBezTo>
                    <a:cubicBezTo>
                      <a:pt x="80" y="37"/>
                      <a:pt x="76" y="43"/>
                      <a:pt x="72" y="47"/>
                    </a:cubicBezTo>
                    <a:cubicBezTo>
                      <a:pt x="72" y="52"/>
                      <a:pt x="72" y="52"/>
                      <a:pt x="72" y="52"/>
                    </a:cubicBezTo>
                    <a:cubicBezTo>
                      <a:pt x="80" y="47"/>
                      <a:pt x="84" y="39"/>
                      <a:pt x="84" y="30"/>
                    </a:cubicBezTo>
                    <a:cubicBezTo>
                      <a:pt x="84" y="16"/>
                      <a:pt x="73" y="4"/>
                      <a:pt x="58" y="4"/>
                    </a:cubicBezTo>
                    <a:cubicBezTo>
                      <a:pt x="58" y="4"/>
                      <a:pt x="57" y="4"/>
                      <a:pt x="56" y="4"/>
                    </a:cubicBezTo>
                    <a:cubicBezTo>
                      <a:pt x="52" y="1"/>
                      <a:pt x="47" y="0"/>
                      <a:pt x="42" y="0"/>
                    </a:cubicBezTo>
                    <a:cubicBezTo>
                      <a:pt x="37" y="0"/>
                      <a:pt x="32" y="1"/>
                      <a:pt x="28" y="4"/>
                    </a:cubicBezTo>
                    <a:cubicBezTo>
                      <a:pt x="28" y="4"/>
                      <a:pt x="27" y="4"/>
                      <a:pt x="26" y="4"/>
                    </a:cubicBezTo>
                    <a:cubicBezTo>
                      <a:pt x="12" y="4"/>
                      <a:pt x="0" y="16"/>
                      <a:pt x="0" y="30"/>
                    </a:cubicBezTo>
                    <a:cubicBezTo>
                      <a:pt x="0" y="39"/>
                      <a:pt x="4" y="47"/>
                      <a:pt x="1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6" name="Freeform 50"/>
              <p:cNvSpPr>
                <a:spLocks noEditPoints="1"/>
              </p:cNvSpPr>
              <p:nvPr/>
            </p:nvSpPr>
            <p:spPr bwMode="auto">
              <a:xfrm>
                <a:off x="4422775" y="3198813"/>
                <a:ext cx="254000" cy="292100"/>
              </a:xfrm>
              <a:custGeom>
                <a:avLst/>
                <a:gdLst>
                  <a:gd name="T0" fmla="*/ 88 w 98"/>
                  <a:gd name="T1" fmla="*/ 44 h 112"/>
                  <a:gd name="T2" fmla="*/ 82 w 98"/>
                  <a:gd name="T3" fmla="*/ 46 h 112"/>
                  <a:gd name="T4" fmla="*/ 82 w 98"/>
                  <a:gd name="T5" fmla="*/ 14 h 112"/>
                  <a:gd name="T6" fmla="*/ 72 w 98"/>
                  <a:gd name="T7" fmla="*/ 4 h 112"/>
                  <a:gd name="T8" fmla="*/ 66 w 98"/>
                  <a:gd name="T9" fmla="*/ 7 h 112"/>
                  <a:gd name="T10" fmla="*/ 56 w 98"/>
                  <a:gd name="T11" fmla="*/ 0 h 112"/>
                  <a:gd name="T12" fmla="*/ 47 w 98"/>
                  <a:gd name="T13" fmla="*/ 7 h 112"/>
                  <a:gd name="T14" fmla="*/ 40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4 w 98"/>
                  <a:gd name="T37" fmla="*/ 108 h 112"/>
                  <a:gd name="T38" fmla="*/ 33 w 98"/>
                  <a:gd name="T39" fmla="*/ 88 h 112"/>
                  <a:gd name="T40" fmla="*/ 11 w 98"/>
                  <a:gd name="T41" fmla="*/ 45 h 112"/>
                  <a:gd name="T42" fmla="*/ 34 w 98"/>
                  <a:gd name="T43" fmla="*/ 59 h 112"/>
                  <a:gd name="T44" fmla="*/ 34 w 98"/>
                  <a:gd name="T45" fmla="*/ 14 h 112"/>
                  <a:gd name="T46" fmla="*/ 40 w 98"/>
                  <a:gd name="T47" fmla="*/ 8 h 112"/>
                  <a:gd name="T48" fmla="*/ 46 w 98"/>
                  <a:gd name="T49" fmla="*/ 14 h 112"/>
                  <a:gd name="T50" fmla="*/ 46 w 98"/>
                  <a:gd name="T51" fmla="*/ 58 h 112"/>
                  <a:gd name="T52" fmla="*/ 50 w 98"/>
                  <a:gd name="T53" fmla="*/ 58 h 112"/>
                  <a:gd name="T54" fmla="*/ 50 w 98"/>
                  <a:gd name="T55" fmla="*/ 10 h 112"/>
                  <a:gd name="T56" fmla="*/ 56 w 98"/>
                  <a:gd name="T57" fmla="*/ 4 h 112"/>
                  <a:gd name="T58" fmla="*/ 62 w 98"/>
                  <a:gd name="T59" fmla="*/ 10 h 112"/>
                  <a:gd name="T60" fmla="*/ 62 w 98"/>
                  <a:gd name="T61" fmla="*/ 54 h 112"/>
                  <a:gd name="T62" fmla="*/ 66 w 98"/>
                  <a:gd name="T63" fmla="*/ 54 h 112"/>
                  <a:gd name="T64" fmla="*/ 66 w 98"/>
                  <a:gd name="T65" fmla="*/ 14 h 112"/>
                  <a:gd name="T66" fmla="*/ 72 w 98"/>
                  <a:gd name="T67" fmla="*/ 8 h 112"/>
                  <a:gd name="T68" fmla="*/ 78 w 98"/>
                  <a:gd name="T69" fmla="*/ 14 h 112"/>
                  <a:gd name="T70" fmla="*/ 78 w 98"/>
                  <a:gd name="T71" fmla="*/ 58 h 112"/>
                  <a:gd name="T72" fmla="*/ 82 w 98"/>
                  <a:gd name="T73" fmla="*/ 58 h 112"/>
                  <a:gd name="T74" fmla="*/ 82 w 98"/>
                  <a:gd name="T75" fmla="*/ 54 h 112"/>
                  <a:gd name="T76" fmla="*/ 88 w 98"/>
                  <a:gd name="T77" fmla="*/ 48 h 112"/>
                  <a:gd name="T78" fmla="*/ 94 w 98"/>
                  <a:gd name="T79" fmla="*/ 54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44"/>
                    </a:moveTo>
                    <a:cubicBezTo>
                      <a:pt x="86" y="44"/>
                      <a:pt x="82" y="45"/>
                      <a:pt x="82" y="46"/>
                    </a:cubicBezTo>
                    <a:cubicBezTo>
                      <a:pt x="82" y="14"/>
                      <a:pt x="82" y="14"/>
                      <a:pt x="82" y="14"/>
                    </a:cubicBezTo>
                    <a:cubicBezTo>
                      <a:pt x="82" y="8"/>
                      <a:pt x="78" y="4"/>
                      <a:pt x="72" y="4"/>
                    </a:cubicBezTo>
                    <a:cubicBezTo>
                      <a:pt x="70" y="4"/>
                      <a:pt x="67" y="5"/>
                      <a:pt x="66" y="7"/>
                    </a:cubicBezTo>
                    <a:cubicBezTo>
                      <a:pt x="64" y="3"/>
                      <a:pt x="61" y="0"/>
                      <a:pt x="56" y="0"/>
                    </a:cubicBezTo>
                    <a:cubicBezTo>
                      <a:pt x="52" y="0"/>
                      <a:pt x="48" y="3"/>
                      <a:pt x="47" y="7"/>
                    </a:cubicBezTo>
                    <a:cubicBezTo>
                      <a:pt x="45" y="5"/>
                      <a:pt x="43" y="4"/>
                      <a:pt x="40" y="4"/>
                    </a:cubicBezTo>
                    <a:cubicBezTo>
                      <a:pt x="35" y="4"/>
                      <a:pt x="30" y="9"/>
                      <a:pt x="30" y="14"/>
                    </a:cubicBezTo>
                    <a:cubicBezTo>
                      <a:pt x="30" y="49"/>
                      <a:pt x="30" y="49"/>
                      <a:pt x="30" y="49"/>
                    </a:cubicBezTo>
                    <a:cubicBezTo>
                      <a:pt x="22" y="42"/>
                      <a:pt x="13" y="37"/>
                      <a:pt x="8" y="42"/>
                    </a:cubicBezTo>
                    <a:cubicBezTo>
                      <a:pt x="0" y="50"/>
                      <a:pt x="16"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0"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14"/>
                      <a:pt x="66" y="14"/>
                      <a:pt x="66" y="14"/>
                    </a:cubicBezTo>
                    <a:cubicBezTo>
                      <a:pt x="66" y="11"/>
                      <a:pt x="69" y="8"/>
                      <a:pt x="72" y="8"/>
                    </a:cubicBezTo>
                    <a:cubicBezTo>
                      <a:pt x="75" y="8"/>
                      <a:pt x="78" y="11"/>
                      <a:pt x="78" y="14"/>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86" name="Group 85"/>
            <p:cNvGrpSpPr/>
            <p:nvPr/>
          </p:nvGrpSpPr>
          <p:grpSpPr>
            <a:xfrm>
              <a:off x="9463928" y="1988603"/>
              <a:ext cx="254000" cy="312738"/>
              <a:chOff x="5057775" y="3168650"/>
              <a:chExt cx="254000" cy="312738"/>
            </a:xfrm>
            <a:grpFill/>
          </p:grpSpPr>
          <p:sp>
            <p:nvSpPr>
              <p:cNvPr id="212" name="Freeform 51"/>
              <p:cNvSpPr>
                <a:spLocks/>
              </p:cNvSpPr>
              <p:nvPr/>
            </p:nvSpPr>
            <p:spPr bwMode="auto">
              <a:xfrm>
                <a:off x="5116513" y="3168650"/>
                <a:ext cx="177800" cy="85725"/>
              </a:xfrm>
              <a:custGeom>
                <a:avLst/>
                <a:gdLst>
                  <a:gd name="T0" fmla="*/ 3 w 68"/>
                  <a:gd name="T1" fmla="*/ 22 h 33"/>
                  <a:gd name="T2" fmla="*/ 8 w 68"/>
                  <a:gd name="T3" fmla="*/ 10 h 33"/>
                  <a:gd name="T4" fmla="*/ 8 w 68"/>
                  <a:gd name="T5" fmla="*/ 10 h 33"/>
                  <a:gd name="T6" fmla="*/ 18 w 68"/>
                  <a:gd name="T7" fmla="*/ 7 h 33"/>
                  <a:gd name="T8" fmla="*/ 23 w 68"/>
                  <a:gd name="T9" fmla="*/ 8 h 33"/>
                  <a:gd name="T10" fmla="*/ 34 w 68"/>
                  <a:gd name="T11" fmla="*/ 4 h 33"/>
                  <a:gd name="T12" fmla="*/ 45 w 68"/>
                  <a:gd name="T13" fmla="*/ 9 h 33"/>
                  <a:gd name="T14" fmla="*/ 50 w 68"/>
                  <a:gd name="T15" fmla="*/ 8 h 33"/>
                  <a:gd name="T16" fmla="*/ 64 w 68"/>
                  <a:gd name="T17" fmla="*/ 22 h 33"/>
                  <a:gd name="T18" fmla="*/ 63 w 68"/>
                  <a:gd name="T19" fmla="*/ 24 h 33"/>
                  <a:gd name="T20" fmla="*/ 63 w 68"/>
                  <a:gd name="T21" fmla="*/ 26 h 33"/>
                  <a:gd name="T22" fmla="*/ 63 w 68"/>
                  <a:gd name="T23" fmla="*/ 33 h 33"/>
                  <a:gd name="T24" fmla="*/ 68 w 68"/>
                  <a:gd name="T25" fmla="*/ 22 h 33"/>
                  <a:gd name="T26" fmla="*/ 50 w 68"/>
                  <a:gd name="T27" fmla="*/ 4 h 33"/>
                  <a:gd name="T28" fmla="*/ 46 w 68"/>
                  <a:gd name="T29" fmla="*/ 4 h 33"/>
                  <a:gd name="T30" fmla="*/ 34 w 68"/>
                  <a:gd name="T31" fmla="*/ 0 h 33"/>
                  <a:gd name="T32" fmla="*/ 22 w 68"/>
                  <a:gd name="T33" fmla="*/ 4 h 33"/>
                  <a:gd name="T34" fmla="*/ 18 w 68"/>
                  <a:gd name="T35" fmla="*/ 4 h 33"/>
                  <a:gd name="T36" fmla="*/ 0 w 68"/>
                  <a:gd name="T37" fmla="*/ 22 h 33"/>
                  <a:gd name="T38" fmla="*/ 3 w 68"/>
                  <a:gd name="T39" fmla="*/ 33 h 33"/>
                  <a:gd name="T40" fmla="*/ 3 w 68"/>
                  <a:gd name="T4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33">
                    <a:moveTo>
                      <a:pt x="3" y="22"/>
                    </a:moveTo>
                    <a:cubicBezTo>
                      <a:pt x="3" y="18"/>
                      <a:pt x="6" y="14"/>
                      <a:pt x="8" y="10"/>
                    </a:cubicBezTo>
                    <a:cubicBezTo>
                      <a:pt x="8" y="10"/>
                      <a:pt x="8" y="10"/>
                      <a:pt x="8" y="10"/>
                    </a:cubicBezTo>
                    <a:cubicBezTo>
                      <a:pt x="11" y="10"/>
                      <a:pt x="14" y="7"/>
                      <a:pt x="18" y="7"/>
                    </a:cubicBezTo>
                    <a:cubicBezTo>
                      <a:pt x="20" y="7"/>
                      <a:pt x="22" y="8"/>
                      <a:pt x="23" y="8"/>
                    </a:cubicBezTo>
                    <a:cubicBezTo>
                      <a:pt x="26" y="5"/>
                      <a:pt x="30" y="4"/>
                      <a:pt x="34" y="4"/>
                    </a:cubicBezTo>
                    <a:cubicBezTo>
                      <a:pt x="39" y="4"/>
                      <a:pt x="42" y="6"/>
                      <a:pt x="45" y="9"/>
                    </a:cubicBezTo>
                    <a:cubicBezTo>
                      <a:pt x="47" y="8"/>
                      <a:pt x="48" y="8"/>
                      <a:pt x="50" y="8"/>
                    </a:cubicBezTo>
                    <a:cubicBezTo>
                      <a:pt x="58" y="8"/>
                      <a:pt x="64" y="14"/>
                      <a:pt x="64" y="22"/>
                    </a:cubicBezTo>
                    <a:cubicBezTo>
                      <a:pt x="64" y="23"/>
                      <a:pt x="64" y="23"/>
                      <a:pt x="63" y="24"/>
                    </a:cubicBezTo>
                    <a:cubicBezTo>
                      <a:pt x="64" y="25"/>
                      <a:pt x="63" y="25"/>
                      <a:pt x="63" y="26"/>
                    </a:cubicBezTo>
                    <a:cubicBezTo>
                      <a:pt x="63" y="33"/>
                      <a:pt x="63" y="33"/>
                      <a:pt x="63" y="33"/>
                    </a:cubicBezTo>
                    <a:cubicBezTo>
                      <a:pt x="67" y="30"/>
                      <a:pt x="68" y="26"/>
                      <a:pt x="68" y="22"/>
                    </a:cubicBezTo>
                    <a:cubicBezTo>
                      <a:pt x="68" y="12"/>
                      <a:pt x="60" y="4"/>
                      <a:pt x="50" y="4"/>
                    </a:cubicBezTo>
                    <a:cubicBezTo>
                      <a:pt x="49" y="4"/>
                      <a:pt x="47" y="4"/>
                      <a:pt x="46" y="4"/>
                    </a:cubicBezTo>
                    <a:cubicBezTo>
                      <a:pt x="43" y="2"/>
                      <a:pt x="39" y="0"/>
                      <a:pt x="34" y="0"/>
                    </a:cubicBezTo>
                    <a:cubicBezTo>
                      <a:pt x="30" y="0"/>
                      <a:pt x="25" y="2"/>
                      <a:pt x="22" y="4"/>
                    </a:cubicBezTo>
                    <a:cubicBezTo>
                      <a:pt x="21" y="4"/>
                      <a:pt x="20" y="4"/>
                      <a:pt x="18" y="4"/>
                    </a:cubicBezTo>
                    <a:cubicBezTo>
                      <a:pt x="8" y="4"/>
                      <a:pt x="0" y="12"/>
                      <a:pt x="0" y="22"/>
                    </a:cubicBezTo>
                    <a:cubicBezTo>
                      <a:pt x="0" y="26"/>
                      <a:pt x="3" y="30"/>
                      <a:pt x="3" y="33"/>
                    </a:cubicBezTo>
                    <a:lnTo>
                      <a:pt x="3"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3" name="Freeform 52"/>
              <p:cNvSpPr>
                <a:spLocks noEditPoints="1"/>
              </p:cNvSpPr>
              <p:nvPr/>
            </p:nvSpPr>
            <p:spPr bwMode="auto">
              <a:xfrm>
                <a:off x="5057775" y="3189288"/>
                <a:ext cx="254000" cy="292100"/>
              </a:xfrm>
              <a:custGeom>
                <a:avLst/>
                <a:gdLst>
                  <a:gd name="T0" fmla="*/ 88 w 98"/>
                  <a:gd name="T1" fmla="*/ 44 h 112"/>
                  <a:gd name="T2" fmla="*/ 82 w 98"/>
                  <a:gd name="T3" fmla="*/ 46 h 112"/>
                  <a:gd name="T4" fmla="*/ 82 w 98"/>
                  <a:gd name="T5" fmla="*/ 14 h 112"/>
                  <a:gd name="T6" fmla="*/ 73 w 98"/>
                  <a:gd name="T7" fmla="*/ 4 h 112"/>
                  <a:gd name="T8" fmla="*/ 66 w 98"/>
                  <a:gd name="T9" fmla="*/ 7 h 112"/>
                  <a:gd name="T10" fmla="*/ 57 w 98"/>
                  <a:gd name="T11" fmla="*/ 0 h 112"/>
                  <a:gd name="T12" fmla="*/ 48 w 98"/>
                  <a:gd name="T13" fmla="*/ 7 h 112"/>
                  <a:gd name="T14" fmla="*/ 41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5 w 98"/>
                  <a:gd name="T37" fmla="*/ 108 h 112"/>
                  <a:gd name="T38" fmla="*/ 34 w 98"/>
                  <a:gd name="T39" fmla="*/ 88 h 112"/>
                  <a:gd name="T40" fmla="*/ 11 w 98"/>
                  <a:gd name="T41" fmla="*/ 45 h 112"/>
                  <a:gd name="T42" fmla="*/ 34 w 98"/>
                  <a:gd name="T43" fmla="*/ 59 h 112"/>
                  <a:gd name="T44" fmla="*/ 34 w 98"/>
                  <a:gd name="T45" fmla="*/ 14 h 112"/>
                  <a:gd name="T46" fmla="*/ 40 w 98"/>
                  <a:gd name="T47" fmla="*/ 8 h 112"/>
                  <a:gd name="T48" fmla="*/ 46 w 98"/>
                  <a:gd name="T49" fmla="*/ 14 h 112"/>
                  <a:gd name="T50" fmla="*/ 46 w 98"/>
                  <a:gd name="T51" fmla="*/ 54 h 112"/>
                  <a:gd name="T52" fmla="*/ 50 w 98"/>
                  <a:gd name="T53" fmla="*/ 54 h 112"/>
                  <a:gd name="T54" fmla="*/ 50 w 98"/>
                  <a:gd name="T55" fmla="*/ 10 h 112"/>
                  <a:gd name="T56" fmla="*/ 56 w 98"/>
                  <a:gd name="T57" fmla="*/ 4 h 112"/>
                  <a:gd name="T58" fmla="*/ 62 w 98"/>
                  <a:gd name="T59" fmla="*/ 10 h 112"/>
                  <a:gd name="T60" fmla="*/ 62 w 98"/>
                  <a:gd name="T61" fmla="*/ 50 h 112"/>
                  <a:gd name="T62" fmla="*/ 66 w 98"/>
                  <a:gd name="T63" fmla="*/ 50 h 112"/>
                  <a:gd name="T64" fmla="*/ 66 w 98"/>
                  <a:gd name="T65" fmla="*/ 14 h 112"/>
                  <a:gd name="T66" fmla="*/ 72 w 98"/>
                  <a:gd name="T67" fmla="*/ 8 h 112"/>
                  <a:gd name="T68" fmla="*/ 78 w 98"/>
                  <a:gd name="T69" fmla="*/ 14 h 112"/>
                  <a:gd name="T70" fmla="*/ 78 w 98"/>
                  <a:gd name="T71" fmla="*/ 54 h 112"/>
                  <a:gd name="T72" fmla="*/ 82 w 98"/>
                  <a:gd name="T73" fmla="*/ 54 h 112"/>
                  <a:gd name="T74" fmla="*/ 82 w 98"/>
                  <a:gd name="T75" fmla="*/ 54 h 112"/>
                  <a:gd name="T76" fmla="*/ 88 w 98"/>
                  <a:gd name="T77" fmla="*/ 48 h 112"/>
                  <a:gd name="T78" fmla="*/ 94 w 98"/>
                  <a:gd name="T79" fmla="*/ 54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44"/>
                    </a:moveTo>
                    <a:cubicBezTo>
                      <a:pt x="86" y="44"/>
                      <a:pt x="86" y="45"/>
                      <a:pt x="82" y="46"/>
                    </a:cubicBezTo>
                    <a:cubicBezTo>
                      <a:pt x="82" y="14"/>
                      <a:pt x="82" y="14"/>
                      <a:pt x="82" y="14"/>
                    </a:cubicBezTo>
                    <a:cubicBezTo>
                      <a:pt x="82" y="8"/>
                      <a:pt x="78" y="4"/>
                      <a:pt x="73" y="4"/>
                    </a:cubicBezTo>
                    <a:cubicBezTo>
                      <a:pt x="70" y="4"/>
                      <a:pt x="68" y="5"/>
                      <a:pt x="66" y="7"/>
                    </a:cubicBezTo>
                    <a:cubicBezTo>
                      <a:pt x="65" y="3"/>
                      <a:pt x="61" y="0"/>
                      <a:pt x="57" y="0"/>
                    </a:cubicBezTo>
                    <a:cubicBezTo>
                      <a:pt x="53" y="0"/>
                      <a:pt x="49" y="3"/>
                      <a:pt x="48" y="7"/>
                    </a:cubicBezTo>
                    <a:cubicBezTo>
                      <a:pt x="46" y="5"/>
                      <a:pt x="43" y="4"/>
                      <a:pt x="41" y="4"/>
                    </a:cubicBezTo>
                    <a:cubicBezTo>
                      <a:pt x="35" y="4"/>
                      <a:pt x="30" y="9"/>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50" y="108"/>
                      <a:pt x="41" y="100"/>
                      <a:pt x="34" y="88"/>
                    </a:cubicBezTo>
                    <a:cubicBezTo>
                      <a:pt x="18" y="62"/>
                      <a:pt x="7"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4"/>
                      <a:pt x="46" y="54"/>
                      <a:pt x="46" y="54"/>
                    </a:cubicBezTo>
                    <a:cubicBezTo>
                      <a:pt x="50" y="54"/>
                      <a:pt x="50" y="54"/>
                      <a:pt x="50" y="54"/>
                    </a:cubicBezTo>
                    <a:cubicBezTo>
                      <a:pt x="50" y="10"/>
                      <a:pt x="50" y="10"/>
                      <a:pt x="50" y="10"/>
                    </a:cubicBezTo>
                    <a:cubicBezTo>
                      <a:pt x="50" y="7"/>
                      <a:pt x="53" y="4"/>
                      <a:pt x="56" y="4"/>
                    </a:cubicBezTo>
                    <a:cubicBezTo>
                      <a:pt x="59" y="4"/>
                      <a:pt x="62" y="7"/>
                      <a:pt x="62" y="10"/>
                    </a:cubicBezTo>
                    <a:cubicBezTo>
                      <a:pt x="62" y="50"/>
                      <a:pt x="62" y="50"/>
                      <a:pt x="62" y="50"/>
                    </a:cubicBezTo>
                    <a:cubicBezTo>
                      <a:pt x="66" y="50"/>
                      <a:pt x="66" y="50"/>
                      <a:pt x="66" y="50"/>
                    </a:cubicBezTo>
                    <a:cubicBezTo>
                      <a:pt x="66" y="14"/>
                      <a:pt x="66" y="14"/>
                      <a:pt x="66" y="14"/>
                    </a:cubicBezTo>
                    <a:cubicBezTo>
                      <a:pt x="66" y="11"/>
                      <a:pt x="69" y="8"/>
                      <a:pt x="72" y="8"/>
                    </a:cubicBezTo>
                    <a:cubicBezTo>
                      <a:pt x="75" y="8"/>
                      <a:pt x="78" y="11"/>
                      <a:pt x="78" y="14"/>
                    </a:cubicBezTo>
                    <a:cubicBezTo>
                      <a:pt x="78" y="54"/>
                      <a:pt x="78" y="54"/>
                      <a:pt x="78" y="54"/>
                    </a:cubicBezTo>
                    <a:cubicBezTo>
                      <a:pt x="82" y="54"/>
                      <a:pt x="82" y="54"/>
                      <a:pt x="82" y="54"/>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87" name="Freeform 86"/>
            <p:cNvSpPr>
              <a:spLocks noEditPoints="1"/>
            </p:cNvSpPr>
            <p:nvPr/>
          </p:nvSpPr>
          <p:spPr bwMode="auto">
            <a:xfrm>
              <a:off x="8295544" y="895609"/>
              <a:ext cx="300038" cy="271462"/>
            </a:xfrm>
            <a:custGeom>
              <a:avLst/>
              <a:gdLst>
                <a:gd name="T0" fmla="*/ 64 w 124"/>
                <a:gd name="T1" fmla="*/ 8 h 112"/>
                <a:gd name="T2" fmla="*/ 64 w 124"/>
                <a:gd name="T3" fmla="*/ 2 h 112"/>
                <a:gd name="T4" fmla="*/ 62 w 124"/>
                <a:gd name="T5" fmla="*/ 0 h 112"/>
                <a:gd name="T6" fmla="*/ 60 w 124"/>
                <a:gd name="T7" fmla="*/ 2 h 112"/>
                <a:gd name="T8" fmla="*/ 60 w 124"/>
                <a:gd name="T9" fmla="*/ 8 h 112"/>
                <a:gd name="T10" fmla="*/ 0 w 124"/>
                <a:gd name="T11" fmla="*/ 48 h 112"/>
                <a:gd name="T12" fmla="*/ 10 w 124"/>
                <a:gd name="T13" fmla="*/ 40 h 112"/>
                <a:gd name="T14" fmla="*/ 20 w 124"/>
                <a:gd name="T15" fmla="*/ 48 h 112"/>
                <a:gd name="T16" fmla="*/ 30 w 124"/>
                <a:gd name="T17" fmla="*/ 40 h 112"/>
                <a:gd name="T18" fmla="*/ 40 w 124"/>
                <a:gd name="T19" fmla="*/ 48 h 112"/>
                <a:gd name="T20" fmla="*/ 50 w 124"/>
                <a:gd name="T21" fmla="*/ 40 h 112"/>
                <a:gd name="T22" fmla="*/ 60 w 124"/>
                <a:gd name="T23" fmla="*/ 48 h 112"/>
                <a:gd name="T24" fmla="*/ 60 w 124"/>
                <a:gd name="T25" fmla="*/ 92 h 112"/>
                <a:gd name="T26" fmla="*/ 60 w 124"/>
                <a:gd name="T27" fmla="*/ 104 h 112"/>
                <a:gd name="T28" fmla="*/ 56 w 124"/>
                <a:gd name="T29" fmla="*/ 108 h 112"/>
                <a:gd name="T30" fmla="*/ 52 w 124"/>
                <a:gd name="T31" fmla="*/ 104 h 112"/>
                <a:gd name="T32" fmla="*/ 52 w 124"/>
                <a:gd name="T33" fmla="*/ 100 h 112"/>
                <a:gd name="T34" fmla="*/ 52 w 124"/>
                <a:gd name="T35" fmla="*/ 98 h 112"/>
                <a:gd name="T36" fmla="*/ 50 w 124"/>
                <a:gd name="T37" fmla="*/ 96 h 112"/>
                <a:gd name="T38" fmla="*/ 48 w 124"/>
                <a:gd name="T39" fmla="*/ 98 h 112"/>
                <a:gd name="T40" fmla="*/ 48 w 124"/>
                <a:gd name="T41" fmla="*/ 101 h 112"/>
                <a:gd name="T42" fmla="*/ 48 w 124"/>
                <a:gd name="T43" fmla="*/ 104 h 112"/>
                <a:gd name="T44" fmla="*/ 56 w 124"/>
                <a:gd name="T45" fmla="*/ 112 h 112"/>
                <a:gd name="T46" fmla="*/ 64 w 124"/>
                <a:gd name="T47" fmla="*/ 104 h 112"/>
                <a:gd name="T48" fmla="*/ 64 w 124"/>
                <a:gd name="T49" fmla="*/ 98 h 112"/>
                <a:gd name="T50" fmla="*/ 64 w 124"/>
                <a:gd name="T51" fmla="*/ 48 h 112"/>
                <a:gd name="T52" fmla="*/ 74 w 124"/>
                <a:gd name="T53" fmla="*/ 40 h 112"/>
                <a:gd name="T54" fmla="*/ 84 w 124"/>
                <a:gd name="T55" fmla="*/ 48 h 112"/>
                <a:gd name="T56" fmla="*/ 94 w 124"/>
                <a:gd name="T57" fmla="*/ 40 h 112"/>
                <a:gd name="T58" fmla="*/ 104 w 124"/>
                <a:gd name="T59" fmla="*/ 48 h 112"/>
                <a:gd name="T60" fmla="*/ 114 w 124"/>
                <a:gd name="T61" fmla="*/ 40 h 112"/>
                <a:gd name="T62" fmla="*/ 124 w 124"/>
                <a:gd name="T63" fmla="*/ 48 h 112"/>
                <a:gd name="T64" fmla="*/ 64 w 124"/>
                <a:gd name="T65" fmla="*/ 8 h 112"/>
                <a:gd name="T66" fmla="*/ 17 w 124"/>
                <a:gd name="T67" fmla="*/ 38 h 112"/>
                <a:gd name="T68" fmla="*/ 10 w 124"/>
                <a:gd name="T69" fmla="*/ 36 h 112"/>
                <a:gd name="T70" fmla="*/ 7 w 124"/>
                <a:gd name="T71" fmla="*/ 36 h 112"/>
                <a:gd name="T72" fmla="*/ 33 w 124"/>
                <a:gd name="T73" fmla="*/ 17 h 112"/>
                <a:gd name="T74" fmla="*/ 17 w 124"/>
                <a:gd name="T75" fmla="*/ 38 h 112"/>
                <a:gd name="T76" fmla="*/ 37 w 124"/>
                <a:gd name="T77" fmla="*/ 38 h 112"/>
                <a:gd name="T78" fmla="*/ 30 w 124"/>
                <a:gd name="T79" fmla="*/ 36 h 112"/>
                <a:gd name="T80" fmla="*/ 21 w 124"/>
                <a:gd name="T81" fmla="*/ 38 h 112"/>
                <a:gd name="T82" fmla="*/ 48 w 124"/>
                <a:gd name="T83" fmla="*/ 14 h 112"/>
                <a:gd name="T84" fmla="*/ 37 w 124"/>
                <a:gd name="T85" fmla="*/ 38 h 112"/>
                <a:gd name="T86" fmla="*/ 60 w 124"/>
                <a:gd name="T87" fmla="*/ 40 h 112"/>
                <a:gd name="T88" fmla="*/ 50 w 124"/>
                <a:gd name="T89" fmla="*/ 36 h 112"/>
                <a:gd name="T90" fmla="*/ 41 w 124"/>
                <a:gd name="T91" fmla="*/ 39 h 112"/>
                <a:gd name="T92" fmla="*/ 60 w 124"/>
                <a:gd name="T93" fmla="*/ 12 h 112"/>
                <a:gd name="T94" fmla="*/ 60 w 124"/>
                <a:gd name="T95" fmla="*/ 40 h 112"/>
                <a:gd name="T96" fmla="*/ 74 w 124"/>
                <a:gd name="T97" fmla="*/ 36 h 112"/>
                <a:gd name="T98" fmla="*/ 64 w 124"/>
                <a:gd name="T99" fmla="*/ 40 h 112"/>
                <a:gd name="T100" fmla="*/ 64 w 124"/>
                <a:gd name="T101" fmla="*/ 12 h 112"/>
                <a:gd name="T102" fmla="*/ 83 w 124"/>
                <a:gd name="T103" fmla="*/ 39 h 112"/>
                <a:gd name="T104" fmla="*/ 74 w 124"/>
                <a:gd name="T105" fmla="*/ 36 h 112"/>
                <a:gd name="T106" fmla="*/ 94 w 124"/>
                <a:gd name="T107" fmla="*/ 36 h 112"/>
                <a:gd name="T108" fmla="*/ 87 w 124"/>
                <a:gd name="T109" fmla="*/ 38 h 112"/>
                <a:gd name="T110" fmla="*/ 75 w 124"/>
                <a:gd name="T111" fmla="*/ 14 h 112"/>
                <a:gd name="T112" fmla="*/ 102 w 124"/>
                <a:gd name="T113" fmla="*/ 38 h 112"/>
                <a:gd name="T114" fmla="*/ 94 w 124"/>
                <a:gd name="T115" fmla="*/ 36 h 112"/>
                <a:gd name="T116" fmla="*/ 114 w 124"/>
                <a:gd name="T117" fmla="*/ 36 h 112"/>
                <a:gd name="T118" fmla="*/ 106 w 124"/>
                <a:gd name="T119" fmla="*/ 38 h 112"/>
                <a:gd name="T120" fmla="*/ 90 w 124"/>
                <a:gd name="T121" fmla="*/ 17 h 112"/>
                <a:gd name="T122" fmla="*/ 117 w 124"/>
                <a:gd name="T123" fmla="*/ 36 h 112"/>
                <a:gd name="T124" fmla="*/ 114 w 124"/>
                <a:gd name="T125" fmla="*/ 3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4" h="112">
                  <a:moveTo>
                    <a:pt x="64" y="8"/>
                  </a:moveTo>
                  <a:cubicBezTo>
                    <a:pt x="64" y="2"/>
                    <a:pt x="64" y="2"/>
                    <a:pt x="64" y="2"/>
                  </a:cubicBezTo>
                  <a:cubicBezTo>
                    <a:pt x="64" y="1"/>
                    <a:pt x="63" y="0"/>
                    <a:pt x="62" y="0"/>
                  </a:cubicBezTo>
                  <a:cubicBezTo>
                    <a:pt x="61" y="0"/>
                    <a:pt x="60" y="1"/>
                    <a:pt x="60" y="2"/>
                  </a:cubicBezTo>
                  <a:cubicBezTo>
                    <a:pt x="60" y="8"/>
                    <a:pt x="60" y="8"/>
                    <a:pt x="60" y="8"/>
                  </a:cubicBezTo>
                  <a:cubicBezTo>
                    <a:pt x="28" y="9"/>
                    <a:pt x="0" y="26"/>
                    <a:pt x="0" y="48"/>
                  </a:cubicBezTo>
                  <a:cubicBezTo>
                    <a:pt x="0" y="44"/>
                    <a:pt x="4" y="40"/>
                    <a:pt x="10" y="40"/>
                  </a:cubicBezTo>
                  <a:cubicBezTo>
                    <a:pt x="15" y="40"/>
                    <a:pt x="20" y="44"/>
                    <a:pt x="20" y="48"/>
                  </a:cubicBezTo>
                  <a:cubicBezTo>
                    <a:pt x="20" y="44"/>
                    <a:pt x="24" y="40"/>
                    <a:pt x="30" y="40"/>
                  </a:cubicBezTo>
                  <a:cubicBezTo>
                    <a:pt x="35" y="40"/>
                    <a:pt x="40" y="44"/>
                    <a:pt x="40" y="48"/>
                  </a:cubicBezTo>
                  <a:cubicBezTo>
                    <a:pt x="40" y="44"/>
                    <a:pt x="44" y="40"/>
                    <a:pt x="50" y="40"/>
                  </a:cubicBezTo>
                  <a:cubicBezTo>
                    <a:pt x="55" y="40"/>
                    <a:pt x="60" y="44"/>
                    <a:pt x="60" y="48"/>
                  </a:cubicBezTo>
                  <a:cubicBezTo>
                    <a:pt x="60" y="92"/>
                    <a:pt x="60" y="92"/>
                    <a:pt x="60" y="92"/>
                  </a:cubicBezTo>
                  <a:cubicBezTo>
                    <a:pt x="60" y="104"/>
                    <a:pt x="60" y="104"/>
                    <a:pt x="60" y="104"/>
                  </a:cubicBezTo>
                  <a:cubicBezTo>
                    <a:pt x="60" y="106"/>
                    <a:pt x="58" y="108"/>
                    <a:pt x="56" y="108"/>
                  </a:cubicBezTo>
                  <a:cubicBezTo>
                    <a:pt x="54" y="108"/>
                    <a:pt x="52" y="106"/>
                    <a:pt x="52" y="104"/>
                  </a:cubicBezTo>
                  <a:cubicBezTo>
                    <a:pt x="52" y="100"/>
                    <a:pt x="52" y="100"/>
                    <a:pt x="52" y="100"/>
                  </a:cubicBezTo>
                  <a:cubicBezTo>
                    <a:pt x="52" y="98"/>
                    <a:pt x="52" y="98"/>
                    <a:pt x="52" y="98"/>
                  </a:cubicBezTo>
                  <a:cubicBezTo>
                    <a:pt x="52" y="97"/>
                    <a:pt x="51" y="96"/>
                    <a:pt x="50" y="96"/>
                  </a:cubicBezTo>
                  <a:cubicBezTo>
                    <a:pt x="49" y="96"/>
                    <a:pt x="48" y="97"/>
                    <a:pt x="48" y="98"/>
                  </a:cubicBezTo>
                  <a:cubicBezTo>
                    <a:pt x="48" y="101"/>
                    <a:pt x="48" y="101"/>
                    <a:pt x="48" y="101"/>
                  </a:cubicBezTo>
                  <a:cubicBezTo>
                    <a:pt x="48" y="104"/>
                    <a:pt x="48" y="104"/>
                    <a:pt x="48" y="104"/>
                  </a:cubicBezTo>
                  <a:cubicBezTo>
                    <a:pt x="48" y="108"/>
                    <a:pt x="52" y="112"/>
                    <a:pt x="56" y="112"/>
                  </a:cubicBezTo>
                  <a:cubicBezTo>
                    <a:pt x="60" y="112"/>
                    <a:pt x="64" y="108"/>
                    <a:pt x="64" y="104"/>
                  </a:cubicBezTo>
                  <a:cubicBezTo>
                    <a:pt x="64" y="98"/>
                    <a:pt x="64" y="98"/>
                    <a:pt x="64" y="98"/>
                  </a:cubicBezTo>
                  <a:cubicBezTo>
                    <a:pt x="64" y="48"/>
                    <a:pt x="64" y="48"/>
                    <a:pt x="64" y="48"/>
                  </a:cubicBezTo>
                  <a:cubicBezTo>
                    <a:pt x="64" y="44"/>
                    <a:pt x="68" y="40"/>
                    <a:pt x="74" y="40"/>
                  </a:cubicBezTo>
                  <a:cubicBezTo>
                    <a:pt x="79" y="40"/>
                    <a:pt x="84" y="44"/>
                    <a:pt x="84" y="48"/>
                  </a:cubicBezTo>
                  <a:cubicBezTo>
                    <a:pt x="84" y="44"/>
                    <a:pt x="88" y="40"/>
                    <a:pt x="94" y="40"/>
                  </a:cubicBezTo>
                  <a:cubicBezTo>
                    <a:pt x="99" y="40"/>
                    <a:pt x="104" y="44"/>
                    <a:pt x="104" y="48"/>
                  </a:cubicBezTo>
                  <a:cubicBezTo>
                    <a:pt x="104" y="44"/>
                    <a:pt x="108" y="40"/>
                    <a:pt x="114" y="40"/>
                  </a:cubicBezTo>
                  <a:cubicBezTo>
                    <a:pt x="119" y="40"/>
                    <a:pt x="124" y="44"/>
                    <a:pt x="124" y="48"/>
                  </a:cubicBezTo>
                  <a:cubicBezTo>
                    <a:pt x="124" y="26"/>
                    <a:pt x="96" y="9"/>
                    <a:pt x="64" y="8"/>
                  </a:cubicBezTo>
                  <a:close/>
                  <a:moveTo>
                    <a:pt x="17" y="38"/>
                  </a:moveTo>
                  <a:cubicBezTo>
                    <a:pt x="15" y="37"/>
                    <a:pt x="13" y="36"/>
                    <a:pt x="10" y="36"/>
                  </a:cubicBezTo>
                  <a:cubicBezTo>
                    <a:pt x="9" y="36"/>
                    <a:pt x="8" y="36"/>
                    <a:pt x="7" y="36"/>
                  </a:cubicBezTo>
                  <a:cubicBezTo>
                    <a:pt x="12" y="28"/>
                    <a:pt x="21" y="21"/>
                    <a:pt x="33" y="17"/>
                  </a:cubicBezTo>
                  <a:cubicBezTo>
                    <a:pt x="26" y="22"/>
                    <a:pt x="20" y="29"/>
                    <a:pt x="17" y="38"/>
                  </a:cubicBezTo>
                  <a:close/>
                  <a:moveTo>
                    <a:pt x="37" y="38"/>
                  </a:moveTo>
                  <a:cubicBezTo>
                    <a:pt x="35" y="37"/>
                    <a:pt x="32" y="36"/>
                    <a:pt x="30" y="36"/>
                  </a:cubicBezTo>
                  <a:cubicBezTo>
                    <a:pt x="27" y="36"/>
                    <a:pt x="24" y="37"/>
                    <a:pt x="21" y="38"/>
                  </a:cubicBezTo>
                  <a:cubicBezTo>
                    <a:pt x="25" y="27"/>
                    <a:pt x="35" y="18"/>
                    <a:pt x="48" y="14"/>
                  </a:cubicBezTo>
                  <a:cubicBezTo>
                    <a:pt x="43" y="19"/>
                    <a:pt x="38" y="28"/>
                    <a:pt x="37" y="38"/>
                  </a:cubicBezTo>
                  <a:close/>
                  <a:moveTo>
                    <a:pt x="60" y="40"/>
                  </a:moveTo>
                  <a:cubicBezTo>
                    <a:pt x="56" y="37"/>
                    <a:pt x="54" y="36"/>
                    <a:pt x="50" y="36"/>
                  </a:cubicBezTo>
                  <a:cubicBezTo>
                    <a:pt x="46" y="36"/>
                    <a:pt x="43" y="37"/>
                    <a:pt x="41" y="39"/>
                  </a:cubicBezTo>
                  <a:cubicBezTo>
                    <a:pt x="43" y="25"/>
                    <a:pt x="52" y="14"/>
                    <a:pt x="60" y="12"/>
                  </a:cubicBezTo>
                  <a:lnTo>
                    <a:pt x="60" y="40"/>
                  </a:lnTo>
                  <a:close/>
                  <a:moveTo>
                    <a:pt x="74" y="36"/>
                  </a:moveTo>
                  <a:cubicBezTo>
                    <a:pt x="70" y="36"/>
                    <a:pt x="68" y="37"/>
                    <a:pt x="64" y="40"/>
                  </a:cubicBezTo>
                  <a:cubicBezTo>
                    <a:pt x="64" y="12"/>
                    <a:pt x="64" y="12"/>
                    <a:pt x="64" y="12"/>
                  </a:cubicBezTo>
                  <a:cubicBezTo>
                    <a:pt x="72" y="14"/>
                    <a:pt x="81" y="25"/>
                    <a:pt x="83" y="39"/>
                  </a:cubicBezTo>
                  <a:cubicBezTo>
                    <a:pt x="81" y="37"/>
                    <a:pt x="77" y="36"/>
                    <a:pt x="74" y="36"/>
                  </a:cubicBezTo>
                  <a:close/>
                  <a:moveTo>
                    <a:pt x="94" y="36"/>
                  </a:moveTo>
                  <a:cubicBezTo>
                    <a:pt x="91" y="36"/>
                    <a:pt x="89" y="37"/>
                    <a:pt x="87" y="38"/>
                  </a:cubicBezTo>
                  <a:cubicBezTo>
                    <a:pt x="85" y="28"/>
                    <a:pt x="81" y="19"/>
                    <a:pt x="75" y="14"/>
                  </a:cubicBezTo>
                  <a:cubicBezTo>
                    <a:pt x="88" y="18"/>
                    <a:pt x="99" y="27"/>
                    <a:pt x="102" y="38"/>
                  </a:cubicBezTo>
                  <a:cubicBezTo>
                    <a:pt x="100" y="37"/>
                    <a:pt x="97" y="36"/>
                    <a:pt x="94" y="36"/>
                  </a:cubicBezTo>
                  <a:close/>
                  <a:moveTo>
                    <a:pt x="114" y="36"/>
                  </a:moveTo>
                  <a:cubicBezTo>
                    <a:pt x="111" y="36"/>
                    <a:pt x="108" y="37"/>
                    <a:pt x="106" y="38"/>
                  </a:cubicBezTo>
                  <a:cubicBezTo>
                    <a:pt x="104" y="29"/>
                    <a:pt x="98" y="22"/>
                    <a:pt x="90" y="17"/>
                  </a:cubicBezTo>
                  <a:cubicBezTo>
                    <a:pt x="103" y="21"/>
                    <a:pt x="112" y="28"/>
                    <a:pt x="117" y="36"/>
                  </a:cubicBezTo>
                  <a:cubicBezTo>
                    <a:pt x="116" y="36"/>
                    <a:pt x="115" y="36"/>
                    <a:pt x="114" y="3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8" name="Freeform 87"/>
            <p:cNvSpPr>
              <a:spLocks noEditPoints="1"/>
            </p:cNvSpPr>
            <p:nvPr/>
          </p:nvSpPr>
          <p:spPr bwMode="auto">
            <a:xfrm>
              <a:off x="10071956" y="984509"/>
              <a:ext cx="290513" cy="90487"/>
            </a:xfrm>
            <a:custGeom>
              <a:avLst/>
              <a:gdLst>
                <a:gd name="T0" fmla="*/ 64 w 120"/>
                <a:gd name="T1" fmla="*/ 5 h 37"/>
                <a:gd name="T2" fmla="*/ 1 w 120"/>
                <a:gd name="T3" fmla="*/ 3 h 37"/>
                <a:gd name="T4" fmla="*/ 5 w 120"/>
                <a:gd name="T5" fmla="*/ 14 h 37"/>
                <a:gd name="T6" fmla="*/ 15 w 120"/>
                <a:gd name="T7" fmla="*/ 35 h 37"/>
                <a:gd name="T8" fmla="*/ 45 w 120"/>
                <a:gd name="T9" fmla="*/ 34 h 37"/>
                <a:gd name="T10" fmla="*/ 56 w 120"/>
                <a:gd name="T11" fmla="*/ 14 h 37"/>
                <a:gd name="T12" fmla="*/ 68 w 120"/>
                <a:gd name="T13" fmla="*/ 25 h 37"/>
                <a:gd name="T14" fmla="*/ 91 w 120"/>
                <a:gd name="T15" fmla="*/ 37 h 37"/>
                <a:gd name="T16" fmla="*/ 112 w 120"/>
                <a:gd name="T17" fmla="*/ 25 h 37"/>
                <a:gd name="T18" fmla="*/ 119 w 120"/>
                <a:gd name="T19" fmla="*/ 10 h 37"/>
                <a:gd name="T20" fmla="*/ 11 w 120"/>
                <a:gd name="T21" fmla="*/ 7 h 37"/>
                <a:gd name="T22" fmla="*/ 48 w 120"/>
                <a:gd name="T23" fmla="*/ 8 h 37"/>
                <a:gd name="T24" fmla="*/ 9 w 120"/>
                <a:gd name="T25" fmla="*/ 9 h 37"/>
                <a:gd name="T26" fmla="*/ 44 w 120"/>
                <a:gd name="T27" fmla="*/ 29 h 37"/>
                <a:gd name="T28" fmla="*/ 17 w 120"/>
                <a:gd name="T29" fmla="*/ 32 h 37"/>
                <a:gd name="T30" fmla="*/ 45 w 120"/>
                <a:gd name="T31" fmla="*/ 29 h 37"/>
                <a:gd name="T32" fmla="*/ 48 w 120"/>
                <a:gd name="T33" fmla="*/ 25 h 37"/>
                <a:gd name="T34" fmla="*/ 9 w 120"/>
                <a:gd name="T35" fmla="*/ 21 h 37"/>
                <a:gd name="T36" fmla="*/ 48 w 120"/>
                <a:gd name="T37" fmla="*/ 25 h 37"/>
                <a:gd name="T38" fmla="*/ 8 w 120"/>
                <a:gd name="T39" fmla="*/ 13 h 37"/>
                <a:gd name="T40" fmla="*/ 51 w 120"/>
                <a:gd name="T41" fmla="*/ 17 h 37"/>
                <a:gd name="T42" fmla="*/ 91 w 120"/>
                <a:gd name="T43" fmla="*/ 5 h 37"/>
                <a:gd name="T44" fmla="*/ 111 w 120"/>
                <a:gd name="T45" fmla="*/ 9 h 37"/>
                <a:gd name="T46" fmla="*/ 72 w 120"/>
                <a:gd name="T47" fmla="*/ 8 h 37"/>
                <a:gd name="T48" fmla="*/ 92 w 120"/>
                <a:gd name="T49" fmla="*/ 33 h 37"/>
                <a:gd name="T50" fmla="*/ 75 w 120"/>
                <a:gd name="T51" fmla="*/ 29 h 37"/>
                <a:gd name="T52" fmla="*/ 103 w 120"/>
                <a:gd name="T53" fmla="*/ 32 h 37"/>
                <a:gd name="T54" fmla="*/ 72 w 120"/>
                <a:gd name="T55" fmla="*/ 25 h 37"/>
                <a:gd name="T56" fmla="*/ 111 w 120"/>
                <a:gd name="T57" fmla="*/ 21 h 37"/>
                <a:gd name="T58" fmla="*/ 112 w 120"/>
                <a:gd name="T59" fmla="*/ 17 h 37"/>
                <a:gd name="T60" fmla="*/ 68 w 120"/>
                <a:gd name="T61" fmla="*/ 13 h 37"/>
                <a:gd name="T62" fmla="*/ 112 w 120"/>
                <a:gd name="T63" fmla="*/ 1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0" h="37">
                  <a:moveTo>
                    <a:pt x="119" y="3"/>
                  </a:moveTo>
                  <a:cubicBezTo>
                    <a:pt x="106" y="0"/>
                    <a:pt x="81" y="0"/>
                    <a:pt x="64" y="5"/>
                  </a:cubicBezTo>
                  <a:cubicBezTo>
                    <a:pt x="63" y="5"/>
                    <a:pt x="57" y="5"/>
                    <a:pt x="56" y="5"/>
                  </a:cubicBezTo>
                  <a:cubicBezTo>
                    <a:pt x="39" y="0"/>
                    <a:pt x="14" y="0"/>
                    <a:pt x="1" y="3"/>
                  </a:cubicBezTo>
                  <a:cubicBezTo>
                    <a:pt x="0" y="3"/>
                    <a:pt x="0" y="10"/>
                    <a:pt x="1" y="10"/>
                  </a:cubicBezTo>
                  <a:cubicBezTo>
                    <a:pt x="4" y="11"/>
                    <a:pt x="5" y="14"/>
                    <a:pt x="5" y="14"/>
                  </a:cubicBezTo>
                  <a:cubicBezTo>
                    <a:pt x="5" y="14"/>
                    <a:pt x="5" y="16"/>
                    <a:pt x="8" y="25"/>
                  </a:cubicBezTo>
                  <a:cubicBezTo>
                    <a:pt x="10" y="34"/>
                    <a:pt x="15" y="35"/>
                    <a:pt x="15" y="35"/>
                  </a:cubicBezTo>
                  <a:cubicBezTo>
                    <a:pt x="15" y="35"/>
                    <a:pt x="21" y="37"/>
                    <a:pt x="29" y="37"/>
                  </a:cubicBezTo>
                  <a:cubicBezTo>
                    <a:pt x="36" y="37"/>
                    <a:pt x="40" y="37"/>
                    <a:pt x="45" y="34"/>
                  </a:cubicBezTo>
                  <a:cubicBezTo>
                    <a:pt x="50" y="32"/>
                    <a:pt x="52" y="25"/>
                    <a:pt x="52" y="25"/>
                  </a:cubicBezTo>
                  <a:cubicBezTo>
                    <a:pt x="52" y="25"/>
                    <a:pt x="54" y="20"/>
                    <a:pt x="56" y="14"/>
                  </a:cubicBezTo>
                  <a:cubicBezTo>
                    <a:pt x="56" y="13"/>
                    <a:pt x="64" y="13"/>
                    <a:pt x="64" y="14"/>
                  </a:cubicBezTo>
                  <a:cubicBezTo>
                    <a:pt x="66" y="20"/>
                    <a:pt x="68" y="25"/>
                    <a:pt x="68" y="25"/>
                  </a:cubicBezTo>
                  <a:cubicBezTo>
                    <a:pt x="68" y="25"/>
                    <a:pt x="70" y="32"/>
                    <a:pt x="75" y="34"/>
                  </a:cubicBezTo>
                  <a:cubicBezTo>
                    <a:pt x="80" y="37"/>
                    <a:pt x="84" y="37"/>
                    <a:pt x="91" y="37"/>
                  </a:cubicBezTo>
                  <a:cubicBezTo>
                    <a:pt x="99" y="37"/>
                    <a:pt x="105" y="35"/>
                    <a:pt x="105" y="35"/>
                  </a:cubicBezTo>
                  <a:cubicBezTo>
                    <a:pt x="105" y="35"/>
                    <a:pt x="110" y="34"/>
                    <a:pt x="112" y="25"/>
                  </a:cubicBezTo>
                  <a:cubicBezTo>
                    <a:pt x="115" y="16"/>
                    <a:pt x="115" y="14"/>
                    <a:pt x="115" y="14"/>
                  </a:cubicBezTo>
                  <a:cubicBezTo>
                    <a:pt x="115" y="14"/>
                    <a:pt x="116" y="11"/>
                    <a:pt x="119" y="10"/>
                  </a:cubicBezTo>
                  <a:cubicBezTo>
                    <a:pt x="120" y="10"/>
                    <a:pt x="120" y="3"/>
                    <a:pt x="119" y="3"/>
                  </a:cubicBezTo>
                  <a:close/>
                  <a:moveTo>
                    <a:pt x="11" y="7"/>
                  </a:moveTo>
                  <a:cubicBezTo>
                    <a:pt x="14" y="5"/>
                    <a:pt x="25" y="5"/>
                    <a:pt x="29" y="5"/>
                  </a:cubicBezTo>
                  <a:cubicBezTo>
                    <a:pt x="33" y="5"/>
                    <a:pt x="41" y="6"/>
                    <a:pt x="48" y="8"/>
                  </a:cubicBezTo>
                  <a:cubicBezTo>
                    <a:pt x="48" y="9"/>
                    <a:pt x="49" y="9"/>
                    <a:pt x="49" y="9"/>
                  </a:cubicBezTo>
                  <a:cubicBezTo>
                    <a:pt x="9" y="9"/>
                    <a:pt x="9" y="9"/>
                    <a:pt x="9" y="9"/>
                  </a:cubicBezTo>
                  <a:cubicBezTo>
                    <a:pt x="10" y="5"/>
                    <a:pt x="10" y="8"/>
                    <a:pt x="11" y="7"/>
                  </a:cubicBezTo>
                  <a:close/>
                  <a:moveTo>
                    <a:pt x="44" y="29"/>
                  </a:moveTo>
                  <a:cubicBezTo>
                    <a:pt x="42" y="31"/>
                    <a:pt x="36" y="33"/>
                    <a:pt x="28" y="33"/>
                  </a:cubicBezTo>
                  <a:cubicBezTo>
                    <a:pt x="24" y="33"/>
                    <a:pt x="21" y="33"/>
                    <a:pt x="17" y="32"/>
                  </a:cubicBezTo>
                  <a:cubicBezTo>
                    <a:pt x="15" y="31"/>
                    <a:pt x="13" y="29"/>
                    <a:pt x="12" y="29"/>
                  </a:cubicBezTo>
                  <a:cubicBezTo>
                    <a:pt x="45" y="29"/>
                    <a:pt x="45" y="29"/>
                    <a:pt x="45" y="29"/>
                  </a:cubicBezTo>
                  <a:cubicBezTo>
                    <a:pt x="45" y="29"/>
                    <a:pt x="44" y="29"/>
                    <a:pt x="44" y="29"/>
                  </a:cubicBezTo>
                  <a:close/>
                  <a:moveTo>
                    <a:pt x="48" y="25"/>
                  </a:moveTo>
                  <a:cubicBezTo>
                    <a:pt x="10" y="25"/>
                    <a:pt x="10" y="25"/>
                    <a:pt x="10" y="25"/>
                  </a:cubicBezTo>
                  <a:cubicBezTo>
                    <a:pt x="9" y="21"/>
                    <a:pt x="9" y="21"/>
                    <a:pt x="9" y="21"/>
                  </a:cubicBezTo>
                  <a:cubicBezTo>
                    <a:pt x="50" y="21"/>
                    <a:pt x="50" y="21"/>
                    <a:pt x="50" y="21"/>
                  </a:cubicBezTo>
                  <a:cubicBezTo>
                    <a:pt x="50" y="21"/>
                    <a:pt x="49" y="21"/>
                    <a:pt x="48" y="25"/>
                  </a:cubicBezTo>
                  <a:close/>
                  <a:moveTo>
                    <a:pt x="8" y="18"/>
                  </a:moveTo>
                  <a:cubicBezTo>
                    <a:pt x="8" y="14"/>
                    <a:pt x="8" y="13"/>
                    <a:pt x="8" y="13"/>
                  </a:cubicBezTo>
                  <a:cubicBezTo>
                    <a:pt x="52" y="13"/>
                    <a:pt x="52" y="13"/>
                    <a:pt x="52" y="13"/>
                  </a:cubicBezTo>
                  <a:cubicBezTo>
                    <a:pt x="52" y="13"/>
                    <a:pt x="52" y="13"/>
                    <a:pt x="51" y="17"/>
                  </a:cubicBezTo>
                  <a:moveTo>
                    <a:pt x="72" y="8"/>
                  </a:moveTo>
                  <a:cubicBezTo>
                    <a:pt x="79" y="6"/>
                    <a:pt x="87" y="5"/>
                    <a:pt x="91" y="5"/>
                  </a:cubicBezTo>
                  <a:cubicBezTo>
                    <a:pt x="95" y="5"/>
                    <a:pt x="106" y="5"/>
                    <a:pt x="109" y="7"/>
                  </a:cubicBezTo>
                  <a:cubicBezTo>
                    <a:pt x="110" y="8"/>
                    <a:pt x="110" y="5"/>
                    <a:pt x="111" y="9"/>
                  </a:cubicBezTo>
                  <a:cubicBezTo>
                    <a:pt x="70" y="9"/>
                    <a:pt x="70" y="9"/>
                    <a:pt x="70" y="9"/>
                  </a:cubicBezTo>
                  <a:cubicBezTo>
                    <a:pt x="71" y="9"/>
                    <a:pt x="71" y="8"/>
                    <a:pt x="72" y="8"/>
                  </a:cubicBezTo>
                  <a:close/>
                  <a:moveTo>
                    <a:pt x="103" y="32"/>
                  </a:moveTo>
                  <a:cubicBezTo>
                    <a:pt x="99" y="33"/>
                    <a:pt x="96" y="33"/>
                    <a:pt x="92" y="33"/>
                  </a:cubicBezTo>
                  <a:cubicBezTo>
                    <a:pt x="84" y="33"/>
                    <a:pt x="78" y="32"/>
                    <a:pt x="76" y="30"/>
                  </a:cubicBezTo>
                  <a:cubicBezTo>
                    <a:pt x="75" y="29"/>
                    <a:pt x="75" y="29"/>
                    <a:pt x="75" y="29"/>
                  </a:cubicBezTo>
                  <a:cubicBezTo>
                    <a:pt x="108" y="29"/>
                    <a:pt x="108" y="29"/>
                    <a:pt x="108" y="29"/>
                  </a:cubicBezTo>
                  <a:cubicBezTo>
                    <a:pt x="107" y="29"/>
                    <a:pt x="105" y="31"/>
                    <a:pt x="103" y="32"/>
                  </a:cubicBezTo>
                  <a:close/>
                  <a:moveTo>
                    <a:pt x="110" y="25"/>
                  </a:moveTo>
                  <a:cubicBezTo>
                    <a:pt x="72" y="25"/>
                    <a:pt x="72" y="25"/>
                    <a:pt x="72" y="25"/>
                  </a:cubicBezTo>
                  <a:cubicBezTo>
                    <a:pt x="71" y="21"/>
                    <a:pt x="70" y="21"/>
                    <a:pt x="70" y="21"/>
                  </a:cubicBezTo>
                  <a:cubicBezTo>
                    <a:pt x="111" y="21"/>
                    <a:pt x="111" y="21"/>
                    <a:pt x="111" y="21"/>
                  </a:cubicBezTo>
                  <a:cubicBezTo>
                    <a:pt x="111" y="21"/>
                    <a:pt x="111" y="21"/>
                    <a:pt x="110" y="25"/>
                  </a:cubicBezTo>
                  <a:close/>
                  <a:moveTo>
                    <a:pt x="112" y="17"/>
                  </a:moveTo>
                  <a:cubicBezTo>
                    <a:pt x="68" y="17"/>
                    <a:pt x="68" y="17"/>
                    <a:pt x="68" y="17"/>
                  </a:cubicBezTo>
                  <a:cubicBezTo>
                    <a:pt x="68" y="13"/>
                    <a:pt x="68" y="13"/>
                    <a:pt x="68" y="13"/>
                  </a:cubicBezTo>
                  <a:cubicBezTo>
                    <a:pt x="112" y="13"/>
                    <a:pt x="112" y="13"/>
                    <a:pt x="112" y="13"/>
                  </a:cubicBezTo>
                  <a:cubicBezTo>
                    <a:pt x="112" y="13"/>
                    <a:pt x="112" y="13"/>
                    <a:pt x="112" y="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9" name="Freeform 88"/>
            <p:cNvSpPr>
              <a:spLocks noEditPoints="1"/>
            </p:cNvSpPr>
            <p:nvPr/>
          </p:nvSpPr>
          <p:spPr bwMode="auto">
            <a:xfrm>
              <a:off x="608526" y="5346643"/>
              <a:ext cx="591596" cy="437422"/>
            </a:xfrm>
            <a:custGeom>
              <a:avLst/>
              <a:gdLst>
                <a:gd name="T0" fmla="*/ 64 w 108"/>
                <a:gd name="T1" fmla="*/ 70 h 80"/>
                <a:gd name="T2" fmla="*/ 44 w 108"/>
                <a:gd name="T3" fmla="*/ 70 h 80"/>
                <a:gd name="T4" fmla="*/ 54 w 108"/>
                <a:gd name="T5" fmla="*/ 32 h 80"/>
                <a:gd name="T6" fmla="*/ 60 w 108"/>
                <a:gd name="T7" fmla="*/ 62 h 80"/>
                <a:gd name="T8" fmla="*/ 108 w 108"/>
                <a:gd name="T9" fmla="*/ 54 h 80"/>
                <a:gd name="T10" fmla="*/ 0 w 108"/>
                <a:gd name="T11" fmla="*/ 54 h 80"/>
                <a:gd name="T12" fmla="*/ 7 w 108"/>
                <a:gd name="T13" fmla="*/ 70 h 80"/>
                <a:gd name="T14" fmla="*/ 54 w 108"/>
                <a:gd name="T15" fmla="*/ 4 h 80"/>
                <a:gd name="T16" fmla="*/ 101 w 108"/>
                <a:gd name="T17" fmla="*/ 70 h 80"/>
                <a:gd name="T18" fmla="*/ 105 w 108"/>
                <a:gd name="T19" fmla="*/ 71 h 80"/>
                <a:gd name="T20" fmla="*/ 60 w 108"/>
                <a:gd name="T21" fmla="*/ 70 h 80"/>
                <a:gd name="T22" fmla="*/ 48 w 108"/>
                <a:gd name="T23" fmla="*/ 70 h 80"/>
                <a:gd name="T24" fmla="*/ 54 w 108"/>
                <a:gd name="T25" fmla="*/ 76 h 80"/>
                <a:gd name="T26" fmla="*/ 52 w 108"/>
                <a:gd name="T27" fmla="*/ 10 h 80"/>
                <a:gd name="T28" fmla="*/ 54 w 108"/>
                <a:gd name="T29" fmla="*/ 24 h 80"/>
                <a:gd name="T30" fmla="*/ 56 w 108"/>
                <a:gd name="T31" fmla="*/ 10 h 80"/>
                <a:gd name="T32" fmla="*/ 54 w 108"/>
                <a:gd name="T33" fmla="*/ 8 h 80"/>
                <a:gd name="T34" fmla="*/ 78 w 108"/>
                <a:gd name="T35" fmla="*/ 17 h 80"/>
                <a:gd name="T36" fmla="*/ 72 w 108"/>
                <a:gd name="T37" fmla="*/ 30 h 80"/>
                <a:gd name="T38" fmla="*/ 82 w 108"/>
                <a:gd name="T39" fmla="*/ 20 h 80"/>
                <a:gd name="T40" fmla="*/ 81 w 108"/>
                <a:gd name="T41" fmla="*/ 17 h 80"/>
                <a:gd name="T42" fmla="*/ 95 w 108"/>
                <a:gd name="T43" fmla="*/ 39 h 80"/>
                <a:gd name="T44" fmla="*/ 83 w 108"/>
                <a:gd name="T45" fmla="*/ 45 h 80"/>
                <a:gd name="T46" fmla="*/ 97 w 108"/>
                <a:gd name="T47" fmla="*/ 42 h 80"/>
                <a:gd name="T48" fmla="*/ 98 w 108"/>
                <a:gd name="T49" fmla="*/ 40 h 80"/>
                <a:gd name="T50" fmla="*/ 97 w 108"/>
                <a:gd name="T51" fmla="*/ 66 h 80"/>
                <a:gd name="T52" fmla="*/ 83 w 108"/>
                <a:gd name="T53" fmla="*/ 63 h 80"/>
                <a:gd name="T54" fmla="*/ 95 w 108"/>
                <a:gd name="T55" fmla="*/ 70 h 80"/>
                <a:gd name="T56" fmla="*/ 98 w 108"/>
                <a:gd name="T57" fmla="*/ 68 h 80"/>
                <a:gd name="T58" fmla="*/ 13 w 108"/>
                <a:gd name="T59" fmla="*/ 70 h 80"/>
                <a:gd name="T60" fmla="*/ 25 w 108"/>
                <a:gd name="T61" fmla="*/ 63 h 80"/>
                <a:gd name="T62" fmla="*/ 11 w 108"/>
                <a:gd name="T63" fmla="*/ 66 h 80"/>
                <a:gd name="T64" fmla="*/ 10 w 108"/>
                <a:gd name="T65" fmla="*/ 68 h 80"/>
                <a:gd name="T66" fmla="*/ 11 w 108"/>
                <a:gd name="T67" fmla="*/ 42 h 80"/>
                <a:gd name="T68" fmla="*/ 25 w 108"/>
                <a:gd name="T69" fmla="*/ 45 h 80"/>
                <a:gd name="T70" fmla="*/ 13 w 108"/>
                <a:gd name="T71" fmla="*/ 39 h 80"/>
                <a:gd name="T72" fmla="*/ 10 w 108"/>
                <a:gd name="T73" fmla="*/ 40 h 80"/>
                <a:gd name="T74" fmla="*/ 26 w 108"/>
                <a:gd name="T75" fmla="*/ 20 h 80"/>
                <a:gd name="T76" fmla="*/ 36 w 108"/>
                <a:gd name="T77" fmla="*/ 30 h 80"/>
                <a:gd name="T78" fmla="*/ 30 w 108"/>
                <a:gd name="T79" fmla="*/ 17 h 80"/>
                <a:gd name="T80" fmla="*/ 27 w 108"/>
                <a:gd name="T81" fmla="*/ 1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8" h="80">
                  <a:moveTo>
                    <a:pt x="60" y="62"/>
                  </a:moveTo>
                  <a:cubicBezTo>
                    <a:pt x="62" y="63"/>
                    <a:pt x="64" y="67"/>
                    <a:pt x="64" y="70"/>
                  </a:cubicBezTo>
                  <a:cubicBezTo>
                    <a:pt x="64" y="76"/>
                    <a:pt x="60" y="80"/>
                    <a:pt x="54" y="80"/>
                  </a:cubicBezTo>
                  <a:cubicBezTo>
                    <a:pt x="48" y="80"/>
                    <a:pt x="44" y="76"/>
                    <a:pt x="44" y="70"/>
                  </a:cubicBezTo>
                  <a:cubicBezTo>
                    <a:pt x="44" y="67"/>
                    <a:pt x="46" y="63"/>
                    <a:pt x="48" y="62"/>
                  </a:cubicBezTo>
                  <a:cubicBezTo>
                    <a:pt x="54" y="32"/>
                    <a:pt x="54" y="32"/>
                    <a:pt x="54" y="32"/>
                  </a:cubicBezTo>
                  <a:cubicBezTo>
                    <a:pt x="60" y="62"/>
                    <a:pt x="60" y="62"/>
                    <a:pt x="60" y="62"/>
                  </a:cubicBezTo>
                  <a:cubicBezTo>
                    <a:pt x="60" y="62"/>
                    <a:pt x="60" y="62"/>
                    <a:pt x="60" y="62"/>
                  </a:cubicBezTo>
                  <a:close/>
                  <a:moveTo>
                    <a:pt x="105" y="71"/>
                  </a:moveTo>
                  <a:cubicBezTo>
                    <a:pt x="107" y="66"/>
                    <a:pt x="108" y="60"/>
                    <a:pt x="108" y="54"/>
                  </a:cubicBezTo>
                  <a:cubicBezTo>
                    <a:pt x="108" y="24"/>
                    <a:pt x="84" y="0"/>
                    <a:pt x="54" y="0"/>
                  </a:cubicBezTo>
                  <a:cubicBezTo>
                    <a:pt x="24" y="0"/>
                    <a:pt x="0" y="24"/>
                    <a:pt x="0" y="54"/>
                  </a:cubicBezTo>
                  <a:cubicBezTo>
                    <a:pt x="0" y="60"/>
                    <a:pt x="1" y="66"/>
                    <a:pt x="3" y="71"/>
                  </a:cubicBezTo>
                  <a:cubicBezTo>
                    <a:pt x="7" y="70"/>
                    <a:pt x="7" y="70"/>
                    <a:pt x="7" y="70"/>
                  </a:cubicBezTo>
                  <a:cubicBezTo>
                    <a:pt x="5" y="65"/>
                    <a:pt x="4" y="60"/>
                    <a:pt x="4" y="54"/>
                  </a:cubicBezTo>
                  <a:cubicBezTo>
                    <a:pt x="4" y="26"/>
                    <a:pt x="26" y="4"/>
                    <a:pt x="54" y="4"/>
                  </a:cubicBezTo>
                  <a:cubicBezTo>
                    <a:pt x="82" y="4"/>
                    <a:pt x="104" y="26"/>
                    <a:pt x="104" y="54"/>
                  </a:cubicBezTo>
                  <a:cubicBezTo>
                    <a:pt x="104" y="60"/>
                    <a:pt x="103" y="65"/>
                    <a:pt x="101" y="70"/>
                  </a:cubicBezTo>
                  <a:cubicBezTo>
                    <a:pt x="105" y="71"/>
                    <a:pt x="105" y="71"/>
                    <a:pt x="105" y="71"/>
                  </a:cubicBezTo>
                  <a:cubicBezTo>
                    <a:pt x="105" y="71"/>
                    <a:pt x="105" y="71"/>
                    <a:pt x="105" y="71"/>
                  </a:cubicBezTo>
                  <a:close/>
                  <a:moveTo>
                    <a:pt x="54" y="76"/>
                  </a:moveTo>
                  <a:cubicBezTo>
                    <a:pt x="57" y="76"/>
                    <a:pt x="60" y="73"/>
                    <a:pt x="60" y="70"/>
                  </a:cubicBezTo>
                  <a:cubicBezTo>
                    <a:pt x="60" y="67"/>
                    <a:pt x="57" y="64"/>
                    <a:pt x="54" y="64"/>
                  </a:cubicBezTo>
                  <a:cubicBezTo>
                    <a:pt x="51" y="64"/>
                    <a:pt x="48" y="67"/>
                    <a:pt x="48" y="70"/>
                  </a:cubicBezTo>
                  <a:cubicBezTo>
                    <a:pt x="48" y="73"/>
                    <a:pt x="51" y="76"/>
                    <a:pt x="54" y="76"/>
                  </a:cubicBezTo>
                  <a:cubicBezTo>
                    <a:pt x="54" y="76"/>
                    <a:pt x="54" y="76"/>
                    <a:pt x="54" y="76"/>
                  </a:cubicBezTo>
                  <a:close/>
                  <a:moveTo>
                    <a:pt x="54" y="8"/>
                  </a:moveTo>
                  <a:cubicBezTo>
                    <a:pt x="53" y="8"/>
                    <a:pt x="52" y="9"/>
                    <a:pt x="52" y="10"/>
                  </a:cubicBezTo>
                  <a:cubicBezTo>
                    <a:pt x="52" y="22"/>
                    <a:pt x="52" y="22"/>
                    <a:pt x="52" y="22"/>
                  </a:cubicBezTo>
                  <a:cubicBezTo>
                    <a:pt x="52" y="23"/>
                    <a:pt x="53" y="24"/>
                    <a:pt x="54" y="24"/>
                  </a:cubicBezTo>
                  <a:cubicBezTo>
                    <a:pt x="55" y="24"/>
                    <a:pt x="56" y="23"/>
                    <a:pt x="56" y="22"/>
                  </a:cubicBezTo>
                  <a:cubicBezTo>
                    <a:pt x="56" y="10"/>
                    <a:pt x="56" y="10"/>
                    <a:pt x="56" y="10"/>
                  </a:cubicBezTo>
                  <a:cubicBezTo>
                    <a:pt x="56" y="9"/>
                    <a:pt x="55" y="8"/>
                    <a:pt x="54" y="8"/>
                  </a:cubicBezTo>
                  <a:cubicBezTo>
                    <a:pt x="54" y="8"/>
                    <a:pt x="54" y="8"/>
                    <a:pt x="54" y="8"/>
                  </a:cubicBezTo>
                  <a:close/>
                  <a:moveTo>
                    <a:pt x="81" y="17"/>
                  </a:moveTo>
                  <a:cubicBezTo>
                    <a:pt x="80" y="16"/>
                    <a:pt x="79" y="16"/>
                    <a:pt x="78" y="17"/>
                  </a:cubicBezTo>
                  <a:cubicBezTo>
                    <a:pt x="71" y="27"/>
                    <a:pt x="71" y="27"/>
                    <a:pt x="71" y="27"/>
                  </a:cubicBezTo>
                  <a:cubicBezTo>
                    <a:pt x="71" y="28"/>
                    <a:pt x="71" y="29"/>
                    <a:pt x="72" y="30"/>
                  </a:cubicBezTo>
                  <a:cubicBezTo>
                    <a:pt x="73" y="30"/>
                    <a:pt x="74" y="30"/>
                    <a:pt x="74" y="29"/>
                  </a:cubicBezTo>
                  <a:cubicBezTo>
                    <a:pt x="82" y="20"/>
                    <a:pt x="82" y="20"/>
                    <a:pt x="82" y="20"/>
                  </a:cubicBezTo>
                  <a:cubicBezTo>
                    <a:pt x="82" y="19"/>
                    <a:pt x="82" y="17"/>
                    <a:pt x="81" y="17"/>
                  </a:cubicBezTo>
                  <a:cubicBezTo>
                    <a:pt x="81" y="17"/>
                    <a:pt x="81" y="17"/>
                    <a:pt x="81" y="17"/>
                  </a:cubicBezTo>
                  <a:close/>
                  <a:moveTo>
                    <a:pt x="98" y="40"/>
                  </a:moveTo>
                  <a:cubicBezTo>
                    <a:pt x="97" y="39"/>
                    <a:pt x="96" y="38"/>
                    <a:pt x="95" y="39"/>
                  </a:cubicBezTo>
                  <a:cubicBezTo>
                    <a:pt x="84" y="42"/>
                    <a:pt x="84" y="42"/>
                    <a:pt x="84" y="42"/>
                  </a:cubicBezTo>
                  <a:cubicBezTo>
                    <a:pt x="83" y="43"/>
                    <a:pt x="82" y="44"/>
                    <a:pt x="83" y="45"/>
                  </a:cubicBezTo>
                  <a:cubicBezTo>
                    <a:pt x="83" y="46"/>
                    <a:pt x="84" y="46"/>
                    <a:pt x="85" y="46"/>
                  </a:cubicBezTo>
                  <a:cubicBezTo>
                    <a:pt x="97" y="42"/>
                    <a:pt x="97" y="42"/>
                    <a:pt x="97" y="42"/>
                  </a:cubicBezTo>
                  <a:cubicBezTo>
                    <a:pt x="98" y="42"/>
                    <a:pt x="98" y="41"/>
                    <a:pt x="98" y="40"/>
                  </a:cubicBezTo>
                  <a:cubicBezTo>
                    <a:pt x="98" y="40"/>
                    <a:pt x="98" y="40"/>
                    <a:pt x="98" y="40"/>
                  </a:cubicBezTo>
                  <a:close/>
                  <a:moveTo>
                    <a:pt x="98" y="68"/>
                  </a:moveTo>
                  <a:cubicBezTo>
                    <a:pt x="98" y="67"/>
                    <a:pt x="98" y="66"/>
                    <a:pt x="97" y="66"/>
                  </a:cubicBezTo>
                  <a:cubicBezTo>
                    <a:pt x="85" y="62"/>
                    <a:pt x="85" y="62"/>
                    <a:pt x="85" y="62"/>
                  </a:cubicBezTo>
                  <a:cubicBezTo>
                    <a:pt x="84" y="62"/>
                    <a:pt x="83" y="62"/>
                    <a:pt x="83" y="63"/>
                  </a:cubicBezTo>
                  <a:cubicBezTo>
                    <a:pt x="82" y="64"/>
                    <a:pt x="83" y="65"/>
                    <a:pt x="84" y="66"/>
                  </a:cubicBezTo>
                  <a:cubicBezTo>
                    <a:pt x="95" y="70"/>
                    <a:pt x="95" y="70"/>
                    <a:pt x="95" y="70"/>
                  </a:cubicBezTo>
                  <a:cubicBezTo>
                    <a:pt x="96" y="70"/>
                    <a:pt x="97" y="69"/>
                    <a:pt x="98" y="68"/>
                  </a:cubicBezTo>
                  <a:cubicBezTo>
                    <a:pt x="98" y="68"/>
                    <a:pt x="98" y="68"/>
                    <a:pt x="98" y="68"/>
                  </a:cubicBezTo>
                  <a:close/>
                  <a:moveTo>
                    <a:pt x="10" y="68"/>
                  </a:moveTo>
                  <a:cubicBezTo>
                    <a:pt x="11" y="69"/>
                    <a:pt x="12" y="70"/>
                    <a:pt x="13" y="70"/>
                  </a:cubicBezTo>
                  <a:cubicBezTo>
                    <a:pt x="24" y="66"/>
                    <a:pt x="24" y="66"/>
                    <a:pt x="24" y="66"/>
                  </a:cubicBezTo>
                  <a:cubicBezTo>
                    <a:pt x="25" y="65"/>
                    <a:pt x="26" y="64"/>
                    <a:pt x="25" y="63"/>
                  </a:cubicBezTo>
                  <a:cubicBezTo>
                    <a:pt x="25" y="62"/>
                    <a:pt x="24" y="62"/>
                    <a:pt x="23" y="62"/>
                  </a:cubicBezTo>
                  <a:cubicBezTo>
                    <a:pt x="11" y="66"/>
                    <a:pt x="11" y="66"/>
                    <a:pt x="11" y="66"/>
                  </a:cubicBezTo>
                  <a:cubicBezTo>
                    <a:pt x="10" y="66"/>
                    <a:pt x="10" y="67"/>
                    <a:pt x="10" y="68"/>
                  </a:cubicBezTo>
                  <a:cubicBezTo>
                    <a:pt x="10" y="68"/>
                    <a:pt x="10" y="68"/>
                    <a:pt x="10" y="68"/>
                  </a:cubicBezTo>
                  <a:close/>
                  <a:moveTo>
                    <a:pt x="10" y="40"/>
                  </a:moveTo>
                  <a:cubicBezTo>
                    <a:pt x="10" y="41"/>
                    <a:pt x="10" y="42"/>
                    <a:pt x="11" y="42"/>
                  </a:cubicBezTo>
                  <a:cubicBezTo>
                    <a:pt x="23" y="46"/>
                    <a:pt x="23" y="46"/>
                    <a:pt x="23" y="46"/>
                  </a:cubicBezTo>
                  <a:cubicBezTo>
                    <a:pt x="24" y="46"/>
                    <a:pt x="25" y="46"/>
                    <a:pt x="25" y="45"/>
                  </a:cubicBezTo>
                  <a:cubicBezTo>
                    <a:pt x="26" y="44"/>
                    <a:pt x="25" y="43"/>
                    <a:pt x="24" y="42"/>
                  </a:cubicBezTo>
                  <a:cubicBezTo>
                    <a:pt x="13" y="39"/>
                    <a:pt x="13" y="39"/>
                    <a:pt x="13" y="39"/>
                  </a:cubicBezTo>
                  <a:cubicBezTo>
                    <a:pt x="12" y="38"/>
                    <a:pt x="11" y="39"/>
                    <a:pt x="10" y="40"/>
                  </a:cubicBezTo>
                  <a:cubicBezTo>
                    <a:pt x="10" y="40"/>
                    <a:pt x="10" y="40"/>
                    <a:pt x="10" y="40"/>
                  </a:cubicBezTo>
                  <a:close/>
                  <a:moveTo>
                    <a:pt x="27" y="17"/>
                  </a:moveTo>
                  <a:cubicBezTo>
                    <a:pt x="26" y="17"/>
                    <a:pt x="26" y="19"/>
                    <a:pt x="26" y="20"/>
                  </a:cubicBezTo>
                  <a:cubicBezTo>
                    <a:pt x="34" y="29"/>
                    <a:pt x="34" y="29"/>
                    <a:pt x="34" y="29"/>
                  </a:cubicBezTo>
                  <a:cubicBezTo>
                    <a:pt x="34" y="30"/>
                    <a:pt x="35" y="30"/>
                    <a:pt x="36" y="30"/>
                  </a:cubicBezTo>
                  <a:cubicBezTo>
                    <a:pt x="37" y="29"/>
                    <a:pt x="37" y="28"/>
                    <a:pt x="37" y="27"/>
                  </a:cubicBezTo>
                  <a:cubicBezTo>
                    <a:pt x="30" y="17"/>
                    <a:pt x="30" y="17"/>
                    <a:pt x="30" y="17"/>
                  </a:cubicBezTo>
                  <a:cubicBezTo>
                    <a:pt x="29" y="16"/>
                    <a:pt x="28" y="16"/>
                    <a:pt x="27" y="17"/>
                  </a:cubicBezTo>
                  <a:cubicBezTo>
                    <a:pt x="27" y="17"/>
                    <a:pt x="27" y="17"/>
                    <a:pt x="27" y="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90" name="Group 89"/>
            <p:cNvGrpSpPr/>
            <p:nvPr/>
          </p:nvGrpSpPr>
          <p:grpSpPr>
            <a:xfrm>
              <a:off x="9070046" y="1524259"/>
              <a:ext cx="437424" cy="437422"/>
              <a:chOff x="6226175" y="3414032"/>
              <a:chExt cx="252413" cy="252412"/>
            </a:xfrm>
            <a:grpFill/>
          </p:grpSpPr>
          <p:sp>
            <p:nvSpPr>
              <p:cNvPr id="210" name="Freeform 209"/>
              <p:cNvSpPr>
                <a:spLocks noEditPoints="1"/>
              </p:cNvSpPr>
              <p:nvPr/>
            </p:nvSpPr>
            <p:spPr bwMode="auto">
              <a:xfrm>
                <a:off x="6226175" y="3414032"/>
                <a:ext cx="252413" cy="252412"/>
              </a:xfrm>
              <a:custGeom>
                <a:avLst/>
                <a:gdLst>
                  <a:gd name="T0" fmla="*/ 52 w 104"/>
                  <a:gd name="T1" fmla="*/ 0 h 104"/>
                  <a:gd name="T2" fmla="*/ 0 w 104"/>
                  <a:gd name="T3" fmla="*/ 52 h 104"/>
                  <a:gd name="T4" fmla="*/ 52 w 104"/>
                  <a:gd name="T5" fmla="*/ 104 h 104"/>
                  <a:gd name="T6" fmla="*/ 104 w 104"/>
                  <a:gd name="T7" fmla="*/ 52 h 104"/>
                  <a:gd name="T8" fmla="*/ 52 w 104"/>
                  <a:gd name="T9" fmla="*/ 0 h 104"/>
                  <a:gd name="T10" fmla="*/ 52 w 104"/>
                  <a:gd name="T11" fmla="*/ 100 h 104"/>
                  <a:gd name="T12" fmla="*/ 4 w 104"/>
                  <a:gd name="T13" fmla="*/ 52 h 104"/>
                  <a:gd name="T14" fmla="*/ 52 w 104"/>
                  <a:gd name="T15" fmla="*/ 4 h 104"/>
                  <a:gd name="T16" fmla="*/ 100 w 104"/>
                  <a:gd name="T17" fmla="*/ 52 h 104"/>
                  <a:gd name="T18" fmla="*/ 52 w 104"/>
                  <a:gd name="T19" fmla="*/ 10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04">
                    <a:moveTo>
                      <a:pt x="52" y="0"/>
                    </a:moveTo>
                    <a:cubicBezTo>
                      <a:pt x="23" y="0"/>
                      <a:pt x="0" y="23"/>
                      <a:pt x="0" y="52"/>
                    </a:cubicBezTo>
                    <a:cubicBezTo>
                      <a:pt x="0" y="81"/>
                      <a:pt x="23" y="104"/>
                      <a:pt x="52" y="104"/>
                    </a:cubicBezTo>
                    <a:cubicBezTo>
                      <a:pt x="81" y="104"/>
                      <a:pt x="104" y="81"/>
                      <a:pt x="104" y="52"/>
                    </a:cubicBezTo>
                    <a:cubicBezTo>
                      <a:pt x="104" y="23"/>
                      <a:pt x="81" y="0"/>
                      <a:pt x="52" y="0"/>
                    </a:cubicBezTo>
                    <a:close/>
                    <a:moveTo>
                      <a:pt x="52" y="100"/>
                    </a:moveTo>
                    <a:cubicBezTo>
                      <a:pt x="25" y="100"/>
                      <a:pt x="4" y="79"/>
                      <a:pt x="4" y="52"/>
                    </a:cubicBezTo>
                    <a:cubicBezTo>
                      <a:pt x="4" y="25"/>
                      <a:pt x="25" y="4"/>
                      <a:pt x="52" y="4"/>
                    </a:cubicBezTo>
                    <a:cubicBezTo>
                      <a:pt x="79" y="4"/>
                      <a:pt x="100" y="25"/>
                      <a:pt x="100" y="52"/>
                    </a:cubicBezTo>
                    <a:cubicBezTo>
                      <a:pt x="100" y="79"/>
                      <a:pt x="79" y="100"/>
                      <a:pt x="52"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1" name="Freeform 210"/>
              <p:cNvSpPr>
                <a:spLocks noEditPoints="1"/>
              </p:cNvSpPr>
              <p:nvPr/>
            </p:nvSpPr>
            <p:spPr bwMode="auto">
              <a:xfrm>
                <a:off x="6284913" y="3472770"/>
                <a:ext cx="134938" cy="134937"/>
              </a:xfrm>
              <a:custGeom>
                <a:avLst/>
                <a:gdLst>
                  <a:gd name="T0" fmla="*/ 0 w 56"/>
                  <a:gd name="T1" fmla="*/ 56 h 56"/>
                  <a:gd name="T2" fmla="*/ 36 w 56"/>
                  <a:gd name="T3" fmla="*/ 36 h 56"/>
                  <a:gd name="T4" fmla="*/ 56 w 56"/>
                  <a:gd name="T5" fmla="*/ 0 h 56"/>
                  <a:gd name="T6" fmla="*/ 20 w 56"/>
                  <a:gd name="T7" fmla="*/ 20 h 56"/>
                  <a:gd name="T8" fmla="*/ 0 w 56"/>
                  <a:gd name="T9" fmla="*/ 56 h 56"/>
                  <a:gd name="T10" fmla="*/ 22 w 56"/>
                  <a:gd name="T11" fmla="*/ 22 h 56"/>
                  <a:gd name="T12" fmla="*/ 34 w 56"/>
                  <a:gd name="T13" fmla="*/ 22 h 56"/>
                  <a:gd name="T14" fmla="*/ 34 w 56"/>
                  <a:gd name="T15" fmla="*/ 34 h 56"/>
                  <a:gd name="T16" fmla="*/ 22 w 56"/>
                  <a:gd name="T17" fmla="*/ 34 h 56"/>
                  <a:gd name="T18" fmla="*/ 22 w 56"/>
                  <a:gd name="T19" fmla="*/ 2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0" y="56"/>
                    </a:moveTo>
                    <a:cubicBezTo>
                      <a:pt x="0" y="56"/>
                      <a:pt x="29" y="44"/>
                      <a:pt x="36" y="36"/>
                    </a:cubicBezTo>
                    <a:cubicBezTo>
                      <a:pt x="44" y="29"/>
                      <a:pt x="56" y="0"/>
                      <a:pt x="56" y="0"/>
                    </a:cubicBezTo>
                    <a:cubicBezTo>
                      <a:pt x="56" y="0"/>
                      <a:pt x="27" y="12"/>
                      <a:pt x="20" y="20"/>
                    </a:cubicBezTo>
                    <a:cubicBezTo>
                      <a:pt x="12" y="27"/>
                      <a:pt x="0" y="56"/>
                      <a:pt x="0" y="56"/>
                    </a:cubicBezTo>
                    <a:close/>
                    <a:moveTo>
                      <a:pt x="22" y="22"/>
                    </a:moveTo>
                    <a:cubicBezTo>
                      <a:pt x="25" y="19"/>
                      <a:pt x="31" y="19"/>
                      <a:pt x="34" y="22"/>
                    </a:cubicBezTo>
                    <a:cubicBezTo>
                      <a:pt x="37" y="25"/>
                      <a:pt x="37" y="31"/>
                      <a:pt x="34" y="34"/>
                    </a:cubicBezTo>
                    <a:cubicBezTo>
                      <a:pt x="31" y="37"/>
                      <a:pt x="25" y="37"/>
                      <a:pt x="22" y="34"/>
                    </a:cubicBezTo>
                    <a:cubicBezTo>
                      <a:pt x="19" y="31"/>
                      <a:pt x="19" y="25"/>
                      <a:pt x="2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1" name="Group 90"/>
            <p:cNvGrpSpPr/>
            <p:nvPr/>
          </p:nvGrpSpPr>
          <p:grpSpPr>
            <a:xfrm>
              <a:off x="6013583" y="985854"/>
              <a:ext cx="416528" cy="416526"/>
              <a:chOff x="6821488" y="3418795"/>
              <a:chExt cx="242888" cy="242887"/>
            </a:xfrm>
            <a:grpFill/>
          </p:grpSpPr>
          <p:sp>
            <p:nvSpPr>
              <p:cNvPr id="204" name="Freeform 203"/>
              <p:cNvSpPr>
                <a:spLocks/>
              </p:cNvSpPr>
              <p:nvPr/>
            </p:nvSpPr>
            <p:spPr bwMode="auto">
              <a:xfrm>
                <a:off x="6938963" y="3602945"/>
                <a:ext cx="9525" cy="39687"/>
              </a:xfrm>
              <a:custGeom>
                <a:avLst/>
                <a:gdLst>
                  <a:gd name="T0" fmla="*/ 2 w 4"/>
                  <a:gd name="T1" fmla="*/ 0 h 16"/>
                  <a:gd name="T2" fmla="*/ 0 w 4"/>
                  <a:gd name="T3" fmla="*/ 2 h 16"/>
                  <a:gd name="T4" fmla="*/ 0 w 4"/>
                  <a:gd name="T5" fmla="*/ 14 h 16"/>
                  <a:gd name="T6" fmla="*/ 2 w 4"/>
                  <a:gd name="T7" fmla="*/ 16 h 16"/>
                  <a:gd name="T8" fmla="*/ 4 w 4"/>
                  <a:gd name="T9" fmla="*/ 14 h 16"/>
                  <a:gd name="T10" fmla="*/ 4 w 4"/>
                  <a:gd name="T11" fmla="*/ 2 h 16"/>
                  <a:gd name="T12" fmla="*/ 2 w 4"/>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0"/>
                    </a:moveTo>
                    <a:cubicBezTo>
                      <a:pt x="1" y="0"/>
                      <a:pt x="0" y="1"/>
                      <a:pt x="0" y="2"/>
                    </a:cubicBezTo>
                    <a:cubicBezTo>
                      <a:pt x="0" y="14"/>
                      <a:pt x="0" y="14"/>
                      <a:pt x="0" y="14"/>
                    </a:cubicBezTo>
                    <a:cubicBezTo>
                      <a:pt x="0" y="15"/>
                      <a:pt x="1" y="16"/>
                      <a:pt x="2" y="16"/>
                    </a:cubicBezTo>
                    <a:cubicBezTo>
                      <a:pt x="3" y="16"/>
                      <a:pt x="4" y="15"/>
                      <a:pt x="4" y="14"/>
                    </a:cubicBezTo>
                    <a:cubicBezTo>
                      <a:pt x="4" y="2"/>
                      <a:pt x="4" y="2"/>
                      <a:pt x="4" y="2"/>
                    </a:cubicBezTo>
                    <a:cubicBezTo>
                      <a:pt x="4" y="1"/>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5" name="Freeform 204"/>
              <p:cNvSpPr>
                <a:spLocks/>
              </p:cNvSpPr>
              <p:nvPr/>
            </p:nvSpPr>
            <p:spPr bwMode="auto">
              <a:xfrm>
                <a:off x="6842125" y="3536270"/>
                <a:ext cx="38100" cy="9525"/>
              </a:xfrm>
              <a:custGeom>
                <a:avLst/>
                <a:gdLst>
                  <a:gd name="T0" fmla="*/ 16 w 16"/>
                  <a:gd name="T1" fmla="*/ 2 h 4"/>
                  <a:gd name="T2" fmla="*/ 14 w 16"/>
                  <a:gd name="T3" fmla="*/ 0 h 4"/>
                  <a:gd name="T4" fmla="*/ 2 w 16"/>
                  <a:gd name="T5" fmla="*/ 0 h 4"/>
                  <a:gd name="T6" fmla="*/ 0 w 16"/>
                  <a:gd name="T7" fmla="*/ 2 h 4"/>
                  <a:gd name="T8" fmla="*/ 2 w 16"/>
                  <a:gd name="T9" fmla="*/ 4 h 4"/>
                  <a:gd name="T10" fmla="*/ 14 w 16"/>
                  <a:gd name="T11" fmla="*/ 4 h 4"/>
                  <a:gd name="T12" fmla="*/ 16 w 16"/>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6" y="2"/>
                    </a:moveTo>
                    <a:cubicBezTo>
                      <a:pt x="16" y="1"/>
                      <a:pt x="15" y="0"/>
                      <a:pt x="14" y="0"/>
                    </a:cubicBez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6" name="Freeform 205"/>
              <p:cNvSpPr>
                <a:spLocks/>
              </p:cNvSpPr>
              <p:nvPr/>
            </p:nvSpPr>
            <p:spPr bwMode="auto">
              <a:xfrm>
                <a:off x="6938963" y="3439432"/>
                <a:ext cx="9525" cy="38100"/>
              </a:xfrm>
              <a:custGeom>
                <a:avLst/>
                <a:gdLst>
                  <a:gd name="T0" fmla="*/ 2 w 4"/>
                  <a:gd name="T1" fmla="*/ 16 h 16"/>
                  <a:gd name="T2" fmla="*/ 4 w 4"/>
                  <a:gd name="T3" fmla="*/ 14 h 16"/>
                  <a:gd name="T4" fmla="*/ 4 w 4"/>
                  <a:gd name="T5" fmla="*/ 2 h 16"/>
                  <a:gd name="T6" fmla="*/ 2 w 4"/>
                  <a:gd name="T7" fmla="*/ 0 h 16"/>
                  <a:gd name="T8" fmla="*/ 0 w 4"/>
                  <a:gd name="T9" fmla="*/ 2 h 16"/>
                  <a:gd name="T10" fmla="*/ 0 w 4"/>
                  <a:gd name="T11" fmla="*/ 14 h 16"/>
                  <a:gd name="T12" fmla="*/ 2 w 4"/>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16"/>
                    </a:moveTo>
                    <a:cubicBezTo>
                      <a:pt x="3" y="16"/>
                      <a:pt x="4" y="15"/>
                      <a:pt x="4" y="14"/>
                    </a:cubicBezTo>
                    <a:cubicBezTo>
                      <a:pt x="4" y="2"/>
                      <a:pt x="4" y="2"/>
                      <a:pt x="4" y="2"/>
                    </a:cubicBezTo>
                    <a:cubicBezTo>
                      <a:pt x="4" y="1"/>
                      <a:pt x="3" y="0"/>
                      <a:pt x="2" y="0"/>
                    </a:cubicBezTo>
                    <a:cubicBezTo>
                      <a:pt x="1" y="0"/>
                      <a:pt x="0" y="1"/>
                      <a:pt x="0" y="2"/>
                    </a:cubicBezTo>
                    <a:cubicBezTo>
                      <a:pt x="0" y="14"/>
                      <a:pt x="0" y="14"/>
                      <a:pt x="0" y="14"/>
                    </a:cubicBezTo>
                    <a:cubicBezTo>
                      <a:pt x="0" y="15"/>
                      <a:pt x="1" y="16"/>
                      <a:pt x="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7" name="Freeform 206"/>
              <p:cNvSpPr>
                <a:spLocks noEditPoints="1"/>
              </p:cNvSpPr>
              <p:nvPr/>
            </p:nvSpPr>
            <p:spPr bwMode="auto">
              <a:xfrm>
                <a:off x="6821488" y="3418795"/>
                <a:ext cx="242888" cy="24288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8" name="Freeform 207"/>
              <p:cNvSpPr>
                <a:spLocks noEditPoints="1"/>
              </p:cNvSpPr>
              <p:nvPr/>
            </p:nvSpPr>
            <p:spPr bwMode="auto">
              <a:xfrm>
                <a:off x="6877050" y="3474357"/>
                <a:ext cx="131763" cy="131762"/>
              </a:xfrm>
              <a:custGeom>
                <a:avLst/>
                <a:gdLst>
                  <a:gd name="T0" fmla="*/ 20 w 54"/>
                  <a:gd name="T1" fmla="*/ 20 h 54"/>
                  <a:gd name="T2" fmla="*/ 0 w 54"/>
                  <a:gd name="T3" fmla="*/ 54 h 54"/>
                  <a:gd name="T4" fmla="*/ 34 w 54"/>
                  <a:gd name="T5" fmla="*/ 34 h 54"/>
                  <a:gd name="T6" fmla="*/ 54 w 54"/>
                  <a:gd name="T7" fmla="*/ 0 h 54"/>
                  <a:gd name="T8" fmla="*/ 20 w 54"/>
                  <a:gd name="T9" fmla="*/ 20 h 54"/>
                  <a:gd name="T10" fmla="*/ 31 w 54"/>
                  <a:gd name="T11" fmla="*/ 31 h 54"/>
                  <a:gd name="T12" fmla="*/ 23 w 54"/>
                  <a:gd name="T13" fmla="*/ 31 h 54"/>
                  <a:gd name="T14" fmla="*/ 23 w 54"/>
                  <a:gd name="T15" fmla="*/ 23 h 54"/>
                  <a:gd name="T16" fmla="*/ 31 w 54"/>
                  <a:gd name="T17" fmla="*/ 23 h 54"/>
                  <a:gd name="T18" fmla="*/ 31 w 54"/>
                  <a:gd name="T19"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20" y="20"/>
                    </a:moveTo>
                    <a:cubicBezTo>
                      <a:pt x="13" y="27"/>
                      <a:pt x="0" y="54"/>
                      <a:pt x="0" y="54"/>
                    </a:cubicBezTo>
                    <a:cubicBezTo>
                      <a:pt x="0" y="54"/>
                      <a:pt x="27" y="41"/>
                      <a:pt x="34" y="34"/>
                    </a:cubicBezTo>
                    <a:cubicBezTo>
                      <a:pt x="41" y="27"/>
                      <a:pt x="54" y="0"/>
                      <a:pt x="54" y="0"/>
                    </a:cubicBezTo>
                    <a:cubicBezTo>
                      <a:pt x="54" y="0"/>
                      <a:pt x="27" y="13"/>
                      <a:pt x="20" y="20"/>
                    </a:cubicBezTo>
                    <a:close/>
                    <a:moveTo>
                      <a:pt x="31" y="31"/>
                    </a:moveTo>
                    <a:cubicBezTo>
                      <a:pt x="29" y="34"/>
                      <a:pt x="25" y="34"/>
                      <a:pt x="23" y="31"/>
                    </a:cubicBezTo>
                    <a:cubicBezTo>
                      <a:pt x="20" y="29"/>
                      <a:pt x="20" y="25"/>
                      <a:pt x="23" y="23"/>
                    </a:cubicBezTo>
                    <a:cubicBezTo>
                      <a:pt x="25" y="20"/>
                      <a:pt x="29" y="20"/>
                      <a:pt x="31" y="23"/>
                    </a:cubicBezTo>
                    <a:cubicBezTo>
                      <a:pt x="34" y="25"/>
                      <a:pt x="34" y="29"/>
                      <a:pt x="3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9" name="Freeform 208"/>
              <p:cNvSpPr>
                <a:spLocks/>
              </p:cNvSpPr>
              <p:nvPr/>
            </p:nvSpPr>
            <p:spPr bwMode="auto">
              <a:xfrm>
                <a:off x="7005638" y="3536270"/>
                <a:ext cx="39688" cy="9525"/>
              </a:xfrm>
              <a:custGeom>
                <a:avLst/>
                <a:gdLst>
                  <a:gd name="T0" fmla="*/ 14 w 16"/>
                  <a:gd name="T1" fmla="*/ 0 h 4"/>
                  <a:gd name="T2" fmla="*/ 2 w 16"/>
                  <a:gd name="T3" fmla="*/ 0 h 4"/>
                  <a:gd name="T4" fmla="*/ 0 w 16"/>
                  <a:gd name="T5" fmla="*/ 2 h 4"/>
                  <a:gd name="T6" fmla="*/ 2 w 16"/>
                  <a:gd name="T7" fmla="*/ 4 h 4"/>
                  <a:gd name="T8" fmla="*/ 14 w 16"/>
                  <a:gd name="T9" fmla="*/ 4 h 4"/>
                  <a:gd name="T10" fmla="*/ 16 w 16"/>
                  <a:gd name="T11" fmla="*/ 2 h 4"/>
                  <a:gd name="T12" fmla="*/ 14 w 1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4" y="0"/>
                    </a:move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ubicBezTo>
                      <a:pt x="16" y="1"/>
                      <a:pt x="15" y="0"/>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2" name="Group 91"/>
            <p:cNvGrpSpPr/>
            <p:nvPr/>
          </p:nvGrpSpPr>
          <p:grpSpPr>
            <a:xfrm>
              <a:off x="267594" y="2520469"/>
              <a:ext cx="461863" cy="461861"/>
              <a:chOff x="7412038" y="3215595"/>
              <a:chExt cx="242888" cy="242887"/>
            </a:xfrm>
            <a:grpFill/>
          </p:grpSpPr>
          <p:sp>
            <p:nvSpPr>
              <p:cNvPr id="198" name="Freeform 197"/>
              <p:cNvSpPr>
                <a:spLocks/>
              </p:cNvSpPr>
              <p:nvPr/>
            </p:nvSpPr>
            <p:spPr bwMode="auto">
              <a:xfrm>
                <a:off x="7527925" y="3399745"/>
                <a:ext cx="9525" cy="39687"/>
              </a:xfrm>
              <a:custGeom>
                <a:avLst/>
                <a:gdLst>
                  <a:gd name="T0" fmla="*/ 2 w 4"/>
                  <a:gd name="T1" fmla="*/ 0 h 16"/>
                  <a:gd name="T2" fmla="*/ 0 w 4"/>
                  <a:gd name="T3" fmla="*/ 2 h 16"/>
                  <a:gd name="T4" fmla="*/ 0 w 4"/>
                  <a:gd name="T5" fmla="*/ 14 h 16"/>
                  <a:gd name="T6" fmla="*/ 2 w 4"/>
                  <a:gd name="T7" fmla="*/ 16 h 16"/>
                  <a:gd name="T8" fmla="*/ 4 w 4"/>
                  <a:gd name="T9" fmla="*/ 14 h 16"/>
                  <a:gd name="T10" fmla="*/ 4 w 4"/>
                  <a:gd name="T11" fmla="*/ 2 h 16"/>
                  <a:gd name="T12" fmla="*/ 2 w 4"/>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0"/>
                    </a:moveTo>
                    <a:cubicBezTo>
                      <a:pt x="1" y="0"/>
                      <a:pt x="0" y="1"/>
                      <a:pt x="0" y="2"/>
                    </a:cubicBezTo>
                    <a:cubicBezTo>
                      <a:pt x="0" y="14"/>
                      <a:pt x="0" y="14"/>
                      <a:pt x="0" y="14"/>
                    </a:cubicBezTo>
                    <a:cubicBezTo>
                      <a:pt x="0" y="15"/>
                      <a:pt x="1" y="16"/>
                      <a:pt x="2" y="16"/>
                    </a:cubicBezTo>
                    <a:cubicBezTo>
                      <a:pt x="3" y="16"/>
                      <a:pt x="4" y="15"/>
                      <a:pt x="4" y="14"/>
                    </a:cubicBezTo>
                    <a:cubicBezTo>
                      <a:pt x="4" y="2"/>
                      <a:pt x="4" y="2"/>
                      <a:pt x="4" y="2"/>
                    </a:cubicBezTo>
                    <a:cubicBezTo>
                      <a:pt x="4" y="1"/>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9" name="Freeform 198"/>
              <p:cNvSpPr>
                <a:spLocks/>
              </p:cNvSpPr>
              <p:nvPr/>
            </p:nvSpPr>
            <p:spPr bwMode="auto">
              <a:xfrm>
                <a:off x="7527925" y="3234645"/>
                <a:ext cx="9525" cy="39687"/>
              </a:xfrm>
              <a:custGeom>
                <a:avLst/>
                <a:gdLst>
                  <a:gd name="T0" fmla="*/ 2 w 4"/>
                  <a:gd name="T1" fmla="*/ 16 h 16"/>
                  <a:gd name="T2" fmla="*/ 4 w 4"/>
                  <a:gd name="T3" fmla="*/ 14 h 16"/>
                  <a:gd name="T4" fmla="*/ 4 w 4"/>
                  <a:gd name="T5" fmla="*/ 2 h 16"/>
                  <a:gd name="T6" fmla="*/ 2 w 4"/>
                  <a:gd name="T7" fmla="*/ 0 h 16"/>
                  <a:gd name="T8" fmla="*/ 0 w 4"/>
                  <a:gd name="T9" fmla="*/ 2 h 16"/>
                  <a:gd name="T10" fmla="*/ 0 w 4"/>
                  <a:gd name="T11" fmla="*/ 14 h 16"/>
                  <a:gd name="T12" fmla="*/ 2 w 4"/>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16"/>
                    </a:moveTo>
                    <a:cubicBezTo>
                      <a:pt x="3" y="16"/>
                      <a:pt x="4" y="15"/>
                      <a:pt x="4" y="14"/>
                    </a:cubicBezTo>
                    <a:cubicBezTo>
                      <a:pt x="4" y="2"/>
                      <a:pt x="4" y="2"/>
                      <a:pt x="4" y="2"/>
                    </a:cubicBezTo>
                    <a:cubicBezTo>
                      <a:pt x="4" y="1"/>
                      <a:pt x="3" y="0"/>
                      <a:pt x="2" y="0"/>
                    </a:cubicBezTo>
                    <a:cubicBezTo>
                      <a:pt x="1" y="0"/>
                      <a:pt x="0" y="1"/>
                      <a:pt x="0" y="2"/>
                    </a:cubicBezTo>
                    <a:cubicBezTo>
                      <a:pt x="0" y="14"/>
                      <a:pt x="0" y="14"/>
                      <a:pt x="0" y="14"/>
                    </a:cubicBezTo>
                    <a:cubicBezTo>
                      <a:pt x="0" y="15"/>
                      <a:pt x="1" y="16"/>
                      <a:pt x="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0" name="Freeform 199"/>
              <p:cNvSpPr>
                <a:spLocks/>
              </p:cNvSpPr>
              <p:nvPr/>
            </p:nvSpPr>
            <p:spPr bwMode="auto">
              <a:xfrm>
                <a:off x="7431088" y="3331482"/>
                <a:ext cx="39688" cy="11112"/>
              </a:xfrm>
              <a:custGeom>
                <a:avLst/>
                <a:gdLst>
                  <a:gd name="T0" fmla="*/ 16 w 16"/>
                  <a:gd name="T1" fmla="*/ 2 h 4"/>
                  <a:gd name="T2" fmla="*/ 14 w 16"/>
                  <a:gd name="T3" fmla="*/ 0 h 4"/>
                  <a:gd name="T4" fmla="*/ 2 w 16"/>
                  <a:gd name="T5" fmla="*/ 0 h 4"/>
                  <a:gd name="T6" fmla="*/ 0 w 16"/>
                  <a:gd name="T7" fmla="*/ 2 h 4"/>
                  <a:gd name="T8" fmla="*/ 2 w 16"/>
                  <a:gd name="T9" fmla="*/ 4 h 4"/>
                  <a:gd name="T10" fmla="*/ 14 w 16"/>
                  <a:gd name="T11" fmla="*/ 4 h 4"/>
                  <a:gd name="T12" fmla="*/ 16 w 16"/>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6" y="2"/>
                    </a:moveTo>
                    <a:cubicBezTo>
                      <a:pt x="16" y="1"/>
                      <a:pt x="15" y="0"/>
                      <a:pt x="14" y="0"/>
                    </a:cubicBez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1" name="Freeform 200"/>
              <p:cNvSpPr>
                <a:spLocks noEditPoints="1"/>
              </p:cNvSpPr>
              <p:nvPr/>
            </p:nvSpPr>
            <p:spPr bwMode="auto">
              <a:xfrm>
                <a:off x="7467600" y="3271157"/>
                <a:ext cx="131763" cy="131762"/>
              </a:xfrm>
              <a:custGeom>
                <a:avLst/>
                <a:gdLst>
                  <a:gd name="T0" fmla="*/ 20 w 54"/>
                  <a:gd name="T1" fmla="*/ 20 h 54"/>
                  <a:gd name="T2" fmla="*/ 0 w 54"/>
                  <a:gd name="T3" fmla="*/ 54 h 54"/>
                  <a:gd name="T4" fmla="*/ 34 w 54"/>
                  <a:gd name="T5" fmla="*/ 34 h 54"/>
                  <a:gd name="T6" fmla="*/ 54 w 54"/>
                  <a:gd name="T7" fmla="*/ 0 h 54"/>
                  <a:gd name="T8" fmla="*/ 20 w 54"/>
                  <a:gd name="T9" fmla="*/ 20 h 54"/>
                  <a:gd name="T10" fmla="*/ 9 w 54"/>
                  <a:gd name="T11" fmla="*/ 45 h 54"/>
                  <a:gd name="T12" fmla="*/ 23 w 54"/>
                  <a:gd name="T13" fmla="*/ 23 h 54"/>
                  <a:gd name="T14" fmla="*/ 31 w 54"/>
                  <a:gd name="T15" fmla="*/ 31 h 54"/>
                  <a:gd name="T16" fmla="*/ 9 w 54"/>
                  <a:gd name="T17"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20" y="20"/>
                    </a:moveTo>
                    <a:cubicBezTo>
                      <a:pt x="13" y="27"/>
                      <a:pt x="0" y="54"/>
                      <a:pt x="0" y="54"/>
                    </a:cubicBezTo>
                    <a:cubicBezTo>
                      <a:pt x="0" y="54"/>
                      <a:pt x="27" y="41"/>
                      <a:pt x="34" y="34"/>
                    </a:cubicBezTo>
                    <a:cubicBezTo>
                      <a:pt x="41" y="27"/>
                      <a:pt x="54" y="0"/>
                      <a:pt x="54" y="0"/>
                    </a:cubicBezTo>
                    <a:cubicBezTo>
                      <a:pt x="54" y="0"/>
                      <a:pt x="27" y="13"/>
                      <a:pt x="20" y="20"/>
                    </a:cubicBezTo>
                    <a:close/>
                    <a:moveTo>
                      <a:pt x="9" y="45"/>
                    </a:moveTo>
                    <a:cubicBezTo>
                      <a:pt x="9" y="45"/>
                      <a:pt x="18" y="27"/>
                      <a:pt x="23" y="23"/>
                    </a:cubicBezTo>
                    <a:cubicBezTo>
                      <a:pt x="31" y="31"/>
                      <a:pt x="31" y="31"/>
                      <a:pt x="31" y="31"/>
                    </a:cubicBezTo>
                    <a:cubicBezTo>
                      <a:pt x="27" y="36"/>
                      <a:pt x="9" y="45"/>
                      <a:pt x="9"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2" name="Freeform 201"/>
              <p:cNvSpPr>
                <a:spLocks/>
              </p:cNvSpPr>
              <p:nvPr/>
            </p:nvSpPr>
            <p:spPr bwMode="auto">
              <a:xfrm>
                <a:off x="7596188" y="3331482"/>
                <a:ext cx="38100" cy="11112"/>
              </a:xfrm>
              <a:custGeom>
                <a:avLst/>
                <a:gdLst>
                  <a:gd name="T0" fmla="*/ 14 w 16"/>
                  <a:gd name="T1" fmla="*/ 0 h 4"/>
                  <a:gd name="T2" fmla="*/ 2 w 16"/>
                  <a:gd name="T3" fmla="*/ 0 h 4"/>
                  <a:gd name="T4" fmla="*/ 0 w 16"/>
                  <a:gd name="T5" fmla="*/ 2 h 4"/>
                  <a:gd name="T6" fmla="*/ 2 w 16"/>
                  <a:gd name="T7" fmla="*/ 4 h 4"/>
                  <a:gd name="T8" fmla="*/ 14 w 16"/>
                  <a:gd name="T9" fmla="*/ 4 h 4"/>
                  <a:gd name="T10" fmla="*/ 16 w 16"/>
                  <a:gd name="T11" fmla="*/ 2 h 4"/>
                  <a:gd name="T12" fmla="*/ 14 w 1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4" y="0"/>
                    </a:move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ubicBezTo>
                      <a:pt x="16" y="1"/>
                      <a:pt x="15" y="0"/>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3" name="Freeform 202"/>
              <p:cNvSpPr>
                <a:spLocks noEditPoints="1"/>
              </p:cNvSpPr>
              <p:nvPr/>
            </p:nvSpPr>
            <p:spPr bwMode="auto">
              <a:xfrm>
                <a:off x="7412038" y="3215595"/>
                <a:ext cx="242888" cy="24288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3" name="Group 92"/>
            <p:cNvGrpSpPr/>
            <p:nvPr/>
          </p:nvGrpSpPr>
          <p:grpSpPr>
            <a:xfrm>
              <a:off x="3670301" y="5425487"/>
              <a:ext cx="252413" cy="252412"/>
              <a:chOff x="8002588" y="3414032"/>
              <a:chExt cx="252413" cy="252412"/>
            </a:xfrm>
            <a:grpFill/>
          </p:grpSpPr>
          <p:sp>
            <p:nvSpPr>
              <p:cNvPr id="196" name="Freeform 195"/>
              <p:cNvSpPr>
                <a:spLocks noEditPoints="1"/>
              </p:cNvSpPr>
              <p:nvPr/>
            </p:nvSpPr>
            <p:spPr bwMode="auto">
              <a:xfrm>
                <a:off x="8061325" y="3472770"/>
                <a:ext cx="134938" cy="134937"/>
              </a:xfrm>
              <a:custGeom>
                <a:avLst/>
                <a:gdLst>
                  <a:gd name="T0" fmla="*/ 0 w 56"/>
                  <a:gd name="T1" fmla="*/ 56 h 56"/>
                  <a:gd name="T2" fmla="*/ 36 w 56"/>
                  <a:gd name="T3" fmla="*/ 36 h 56"/>
                  <a:gd name="T4" fmla="*/ 56 w 56"/>
                  <a:gd name="T5" fmla="*/ 0 h 56"/>
                  <a:gd name="T6" fmla="*/ 20 w 56"/>
                  <a:gd name="T7" fmla="*/ 20 h 56"/>
                  <a:gd name="T8" fmla="*/ 0 w 56"/>
                  <a:gd name="T9" fmla="*/ 56 h 56"/>
                  <a:gd name="T10" fmla="*/ 34 w 56"/>
                  <a:gd name="T11" fmla="*/ 34 h 56"/>
                  <a:gd name="T12" fmla="*/ 8 w 56"/>
                  <a:gd name="T13" fmla="*/ 48 h 56"/>
                  <a:gd name="T14" fmla="*/ 22 w 56"/>
                  <a:gd name="T15" fmla="*/ 22 h 56"/>
                  <a:gd name="T16" fmla="*/ 34 w 56"/>
                  <a:gd name="T17" fmla="*/ 3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6">
                    <a:moveTo>
                      <a:pt x="0" y="56"/>
                    </a:moveTo>
                    <a:cubicBezTo>
                      <a:pt x="0" y="56"/>
                      <a:pt x="29" y="44"/>
                      <a:pt x="36" y="36"/>
                    </a:cubicBezTo>
                    <a:cubicBezTo>
                      <a:pt x="44" y="29"/>
                      <a:pt x="56" y="0"/>
                      <a:pt x="56" y="0"/>
                    </a:cubicBezTo>
                    <a:cubicBezTo>
                      <a:pt x="56" y="0"/>
                      <a:pt x="27" y="12"/>
                      <a:pt x="20" y="20"/>
                    </a:cubicBezTo>
                    <a:cubicBezTo>
                      <a:pt x="12" y="27"/>
                      <a:pt x="0" y="56"/>
                      <a:pt x="0" y="56"/>
                    </a:cubicBezTo>
                    <a:close/>
                    <a:moveTo>
                      <a:pt x="34" y="34"/>
                    </a:moveTo>
                    <a:cubicBezTo>
                      <a:pt x="28" y="39"/>
                      <a:pt x="8" y="48"/>
                      <a:pt x="8" y="48"/>
                    </a:cubicBezTo>
                    <a:cubicBezTo>
                      <a:pt x="8" y="48"/>
                      <a:pt x="17" y="28"/>
                      <a:pt x="22" y="22"/>
                    </a:cubicBezTo>
                    <a:lnTo>
                      <a:pt x="3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7" name="Freeform 196"/>
              <p:cNvSpPr>
                <a:spLocks noEditPoints="1"/>
              </p:cNvSpPr>
              <p:nvPr/>
            </p:nvSpPr>
            <p:spPr bwMode="auto">
              <a:xfrm>
                <a:off x="8002588" y="3414032"/>
                <a:ext cx="252413" cy="252412"/>
              </a:xfrm>
              <a:custGeom>
                <a:avLst/>
                <a:gdLst>
                  <a:gd name="T0" fmla="*/ 52 w 104"/>
                  <a:gd name="T1" fmla="*/ 0 h 104"/>
                  <a:gd name="T2" fmla="*/ 0 w 104"/>
                  <a:gd name="T3" fmla="*/ 52 h 104"/>
                  <a:gd name="T4" fmla="*/ 52 w 104"/>
                  <a:gd name="T5" fmla="*/ 104 h 104"/>
                  <a:gd name="T6" fmla="*/ 104 w 104"/>
                  <a:gd name="T7" fmla="*/ 52 h 104"/>
                  <a:gd name="T8" fmla="*/ 52 w 104"/>
                  <a:gd name="T9" fmla="*/ 0 h 104"/>
                  <a:gd name="T10" fmla="*/ 52 w 104"/>
                  <a:gd name="T11" fmla="*/ 100 h 104"/>
                  <a:gd name="T12" fmla="*/ 4 w 104"/>
                  <a:gd name="T13" fmla="*/ 52 h 104"/>
                  <a:gd name="T14" fmla="*/ 52 w 104"/>
                  <a:gd name="T15" fmla="*/ 4 h 104"/>
                  <a:gd name="T16" fmla="*/ 100 w 104"/>
                  <a:gd name="T17" fmla="*/ 52 h 104"/>
                  <a:gd name="T18" fmla="*/ 52 w 104"/>
                  <a:gd name="T19" fmla="*/ 10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04">
                    <a:moveTo>
                      <a:pt x="52" y="0"/>
                    </a:moveTo>
                    <a:cubicBezTo>
                      <a:pt x="23" y="0"/>
                      <a:pt x="0" y="23"/>
                      <a:pt x="0" y="52"/>
                    </a:cubicBezTo>
                    <a:cubicBezTo>
                      <a:pt x="0" y="81"/>
                      <a:pt x="23" y="104"/>
                      <a:pt x="52" y="104"/>
                    </a:cubicBezTo>
                    <a:cubicBezTo>
                      <a:pt x="81" y="104"/>
                      <a:pt x="104" y="81"/>
                      <a:pt x="104" y="52"/>
                    </a:cubicBezTo>
                    <a:cubicBezTo>
                      <a:pt x="104" y="23"/>
                      <a:pt x="81" y="0"/>
                      <a:pt x="52" y="0"/>
                    </a:cubicBezTo>
                    <a:close/>
                    <a:moveTo>
                      <a:pt x="52" y="100"/>
                    </a:moveTo>
                    <a:cubicBezTo>
                      <a:pt x="25" y="100"/>
                      <a:pt x="4" y="79"/>
                      <a:pt x="4" y="52"/>
                    </a:cubicBezTo>
                    <a:cubicBezTo>
                      <a:pt x="4" y="25"/>
                      <a:pt x="25" y="4"/>
                      <a:pt x="52" y="4"/>
                    </a:cubicBezTo>
                    <a:cubicBezTo>
                      <a:pt x="79" y="4"/>
                      <a:pt x="100" y="25"/>
                      <a:pt x="100" y="52"/>
                    </a:cubicBezTo>
                    <a:cubicBezTo>
                      <a:pt x="100" y="79"/>
                      <a:pt x="79" y="100"/>
                      <a:pt x="52"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94" name="Freeform 93"/>
            <p:cNvSpPr>
              <a:spLocks noEditPoints="1"/>
            </p:cNvSpPr>
            <p:nvPr/>
          </p:nvSpPr>
          <p:spPr bwMode="auto">
            <a:xfrm>
              <a:off x="2311353" y="91494"/>
              <a:ext cx="357204" cy="357204"/>
            </a:xfrm>
            <a:custGeom>
              <a:avLst/>
              <a:gdLst>
                <a:gd name="T0" fmla="*/ 68 w 84"/>
                <a:gd name="T1" fmla="*/ 0 h 84"/>
                <a:gd name="T2" fmla="*/ 66 w 84"/>
                <a:gd name="T3" fmla="*/ 0 h 84"/>
                <a:gd name="T4" fmla="*/ 16 w 84"/>
                <a:gd name="T5" fmla="*/ 0 h 84"/>
                <a:gd name="T6" fmla="*/ 0 w 84"/>
                <a:gd name="T7" fmla="*/ 0 h 84"/>
                <a:gd name="T8" fmla="*/ 16 w 84"/>
                <a:gd name="T9" fmla="*/ 36 h 84"/>
                <a:gd name="T10" fmla="*/ 16 w 84"/>
                <a:gd name="T11" fmla="*/ 36 h 84"/>
                <a:gd name="T12" fmla="*/ 40 w 84"/>
                <a:gd name="T13" fmla="*/ 60 h 84"/>
                <a:gd name="T14" fmla="*/ 40 w 84"/>
                <a:gd name="T15" fmla="*/ 80 h 84"/>
                <a:gd name="T16" fmla="*/ 24 w 84"/>
                <a:gd name="T17" fmla="*/ 80 h 84"/>
                <a:gd name="T18" fmla="*/ 24 w 84"/>
                <a:gd name="T19" fmla="*/ 84 h 84"/>
                <a:gd name="T20" fmla="*/ 60 w 84"/>
                <a:gd name="T21" fmla="*/ 84 h 84"/>
                <a:gd name="T22" fmla="*/ 60 w 84"/>
                <a:gd name="T23" fmla="*/ 80 h 84"/>
                <a:gd name="T24" fmla="*/ 44 w 84"/>
                <a:gd name="T25" fmla="*/ 80 h 84"/>
                <a:gd name="T26" fmla="*/ 44 w 84"/>
                <a:gd name="T27" fmla="*/ 60 h 84"/>
                <a:gd name="T28" fmla="*/ 68 w 84"/>
                <a:gd name="T29" fmla="*/ 36 h 84"/>
                <a:gd name="T30" fmla="*/ 68 w 84"/>
                <a:gd name="T31" fmla="*/ 36 h 84"/>
                <a:gd name="T32" fmla="*/ 84 w 84"/>
                <a:gd name="T33" fmla="*/ 0 h 84"/>
                <a:gd name="T34" fmla="*/ 68 w 84"/>
                <a:gd name="T35" fmla="*/ 0 h 84"/>
                <a:gd name="T36" fmla="*/ 16 w 84"/>
                <a:gd name="T37" fmla="*/ 32 h 84"/>
                <a:gd name="T38" fmla="*/ 4 w 84"/>
                <a:gd name="T39" fmla="*/ 4 h 84"/>
                <a:gd name="T40" fmla="*/ 16 w 84"/>
                <a:gd name="T41" fmla="*/ 4 h 84"/>
                <a:gd name="T42" fmla="*/ 16 w 84"/>
                <a:gd name="T43" fmla="*/ 32 h 84"/>
                <a:gd name="T44" fmla="*/ 64 w 84"/>
                <a:gd name="T45" fmla="*/ 36 h 84"/>
                <a:gd name="T46" fmla="*/ 44 w 84"/>
                <a:gd name="T47" fmla="*/ 56 h 84"/>
                <a:gd name="T48" fmla="*/ 40 w 84"/>
                <a:gd name="T49" fmla="*/ 56 h 84"/>
                <a:gd name="T50" fmla="*/ 20 w 84"/>
                <a:gd name="T51" fmla="*/ 36 h 84"/>
                <a:gd name="T52" fmla="*/ 20 w 84"/>
                <a:gd name="T53" fmla="*/ 4 h 84"/>
                <a:gd name="T54" fmla="*/ 64 w 84"/>
                <a:gd name="T55" fmla="*/ 4 h 84"/>
                <a:gd name="T56" fmla="*/ 64 w 84"/>
                <a:gd name="T57" fmla="*/ 36 h 84"/>
                <a:gd name="T58" fmla="*/ 68 w 84"/>
                <a:gd name="T59" fmla="*/ 32 h 84"/>
                <a:gd name="T60" fmla="*/ 68 w 84"/>
                <a:gd name="T61" fmla="*/ 4 h 84"/>
                <a:gd name="T62" fmla="*/ 80 w 84"/>
                <a:gd name="T63" fmla="*/ 4 h 84"/>
                <a:gd name="T64" fmla="*/ 68 w 84"/>
                <a:gd name="T65" fmla="*/ 3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4" h="84">
                  <a:moveTo>
                    <a:pt x="68" y="0"/>
                  </a:moveTo>
                  <a:cubicBezTo>
                    <a:pt x="66" y="0"/>
                    <a:pt x="66" y="0"/>
                    <a:pt x="66" y="0"/>
                  </a:cubicBezTo>
                  <a:cubicBezTo>
                    <a:pt x="16" y="0"/>
                    <a:pt x="16" y="0"/>
                    <a:pt x="16" y="0"/>
                  </a:cubicBezTo>
                  <a:cubicBezTo>
                    <a:pt x="0" y="0"/>
                    <a:pt x="0" y="0"/>
                    <a:pt x="0" y="0"/>
                  </a:cubicBezTo>
                  <a:cubicBezTo>
                    <a:pt x="0" y="0"/>
                    <a:pt x="2" y="30"/>
                    <a:pt x="16" y="36"/>
                  </a:cubicBezTo>
                  <a:cubicBezTo>
                    <a:pt x="16" y="36"/>
                    <a:pt x="16" y="36"/>
                    <a:pt x="16" y="36"/>
                  </a:cubicBezTo>
                  <a:cubicBezTo>
                    <a:pt x="16" y="49"/>
                    <a:pt x="27" y="60"/>
                    <a:pt x="40" y="60"/>
                  </a:cubicBezTo>
                  <a:cubicBezTo>
                    <a:pt x="40" y="80"/>
                    <a:pt x="40" y="80"/>
                    <a:pt x="40" y="80"/>
                  </a:cubicBezTo>
                  <a:cubicBezTo>
                    <a:pt x="24" y="80"/>
                    <a:pt x="24" y="80"/>
                    <a:pt x="24" y="80"/>
                  </a:cubicBezTo>
                  <a:cubicBezTo>
                    <a:pt x="24" y="84"/>
                    <a:pt x="24" y="84"/>
                    <a:pt x="24" y="84"/>
                  </a:cubicBezTo>
                  <a:cubicBezTo>
                    <a:pt x="60" y="84"/>
                    <a:pt x="60" y="84"/>
                    <a:pt x="60" y="84"/>
                  </a:cubicBezTo>
                  <a:cubicBezTo>
                    <a:pt x="60" y="80"/>
                    <a:pt x="60" y="80"/>
                    <a:pt x="60" y="80"/>
                  </a:cubicBezTo>
                  <a:cubicBezTo>
                    <a:pt x="44" y="80"/>
                    <a:pt x="44" y="80"/>
                    <a:pt x="44" y="80"/>
                  </a:cubicBezTo>
                  <a:cubicBezTo>
                    <a:pt x="44" y="60"/>
                    <a:pt x="44" y="60"/>
                    <a:pt x="44" y="60"/>
                  </a:cubicBezTo>
                  <a:cubicBezTo>
                    <a:pt x="57" y="60"/>
                    <a:pt x="68" y="49"/>
                    <a:pt x="68" y="36"/>
                  </a:cubicBezTo>
                  <a:cubicBezTo>
                    <a:pt x="68" y="36"/>
                    <a:pt x="68" y="36"/>
                    <a:pt x="68" y="36"/>
                  </a:cubicBezTo>
                  <a:cubicBezTo>
                    <a:pt x="82" y="30"/>
                    <a:pt x="84" y="0"/>
                    <a:pt x="84" y="0"/>
                  </a:cubicBezTo>
                  <a:lnTo>
                    <a:pt x="68" y="0"/>
                  </a:lnTo>
                  <a:close/>
                  <a:moveTo>
                    <a:pt x="16" y="32"/>
                  </a:moveTo>
                  <a:cubicBezTo>
                    <a:pt x="7" y="25"/>
                    <a:pt x="4" y="4"/>
                    <a:pt x="4" y="4"/>
                  </a:cubicBezTo>
                  <a:cubicBezTo>
                    <a:pt x="16" y="4"/>
                    <a:pt x="16" y="4"/>
                    <a:pt x="16" y="4"/>
                  </a:cubicBezTo>
                  <a:lnTo>
                    <a:pt x="16" y="32"/>
                  </a:lnTo>
                  <a:close/>
                  <a:moveTo>
                    <a:pt x="64" y="36"/>
                  </a:moveTo>
                  <a:cubicBezTo>
                    <a:pt x="64" y="47"/>
                    <a:pt x="55" y="56"/>
                    <a:pt x="44" y="56"/>
                  </a:cubicBezTo>
                  <a:cubicBezTo>
                    <a:pt x="40" y="56"/>
                    <a:pt x="40" y="56"/>
                    <a:pt x="40" y="56"/>
                  </a:cubicBezTo>
                  <a:cubicBezTo>
                    <a:pt x="29" y="56"/>
                    <a:pt x="20" y="47"/>
                    <a:pt x="20" y="36"/>
                  </a:cubicBezTo>
                  <a:cubicBezTo>
                    <a:pt x="20" y="4"/>
                    <a:pt x="20" y="4"/>
                    <a:pt x="20" y="4"/>
                  </a:cubicBezTo>
                  <a:cubicBezTo>
                    <a:pt x="64" y="4"/>
                    <a:pt x="64" y="4"/>
                    <a:pt x="64" y="4"/>
                  </a:cubicBezTo>
                  <a:lnTo>
                    <a:pt x="64" y="36"/>
                  </a:lnTo>
                  <a:close/>
                  <a:moveTo>
                    <a:pt x="68" y="32"/>
                  </a:moveTo>
                  <a:cubicBezTo>
                    <a:pt x="68" y="4"/>
                    <a:pt x="68" y="4"/>
                    <a:pt x="68" y="4"/>
                  </a:cubicBezTo>
                  <a:cubicBezTo>
                    <a:pt x="80" y="4"/>
                    <a:pt x="80" y="4"/>
                    <a:pt x="80" y="4"/>
                  </a:cubicBezTo>
                  <a:cubicBezTo>
                    <a:pt x="80" y="4"/>
                    <a:pt x="76" y="25"/>
                    <a:pt x="68"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95" name="Group 94"/>
            <p:cNvGrpSpPr/>
            <p:nvPr/>
          </p:nvGrpSpPr>
          <p:grpSpPr>
            <a:xfrm>
              <a:off x="1429935" y="5550318"/>
              <a:ext cx="454448" cy="457764"/>
              <a:chOff x="644525" y="2574925"/>
              <a:chExt cx="217488" cy="219075"/>
            </a:xfrm>
            <a:grpFill/>
          </p:grpSpPr>
          <p:sp>
            <p:nvSpPr>
              <p:cNvPr id="194" name="Freeform 193"/>
              <p:cNvSpPr>
                <a:spLocks/>
              </p:cNvSpPr>
              <p:nvPr/>
            </p:nvSpPr>
            <p:spPr bwMode="auto">
              <a:xfrm>
                <a:off x="722313" y="2606675"/>
                <a:ext cx="31750" cy="93662"/>
              </a:xfrm>
              <a:custGeom>
                <a:avLst/>
                <a:gdLst>
                  <a:gd name="T0" fmla="*/ 8 w 12"/>
                  <a:gd name="T1" fmla="*/ 36 h 36"/>
                  <a:gd name="T2" fmla="*/ 12 w 12"/>
                  <a:gd name="T3" fmla="*/ 36 h 36"/>
                  <a:gd name="T4" fmla="*/ 12 w 12"/>
                  <a:gd name="T5" fmla="*/ 0 h 36"/>
                  <a:gd name="T6" fmla="*/ 10 w 12"/>
                  <a:gd name="T7" fmla="*/ 0 h 36"/>
                  <a:gd name="T8" fmla="*/ 0 w 12"/>
                  <a:gd name="T9" fmla="*/ 6 h 36"/>
                  <a:gd name="T10" fmla="*/ 0 w 12"/>
                  <a:gd name="T11" fmla="*/ 12 h 36"/>
                  <a:gd name="T12" fmla="*/ 8 w 12"/>
                  <a:gd name="T13" fmla="*/ 12 h 36"/>
                  <a:gd name="T14" fmla="*/ 8 w 12"/>
                  <a:gd name="T15" fmla="*/ 36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36">
                    <a:moveTo>
                      <a:pt x="8" y="36"/>
                    </a:moveTo>
                    <a:cubicBezTo>
                      <a:pt x="12" y="36"/>
                      <a:pt x="12" y="36"/>
                      <a:pt x="12" y="36"/>
                    </a:cubicBezTo>
                    <a:cubicBezTo>
                      <a:pt x="12" y="0"/>
                      <a:pt x="12" y="0"/>
                      <a:pt x="12" y="0"/>
                    </a:cubicBezTo>
                    <a:cubicBezTo>
                      <a:pt x="10" y="0"/>
                      <a:pt x="10" y="0"/>
                      <a:pt x="10" y="0"/>
                    </a:cubicBezTo>
                    <a:cubicBezTo>
                      <a:pt x="10" y="4"/>
                      <a:pt x="8" y="6"/>
                      <a:pt x="0" y="6"/>
                    </a:cubicBezTo>
                    <a:cubicBezTo>
                      <a:pt x="0" y="12"/>
                      <a:pt x="0" y="12"/>
                      <a:pt x="0" y="12"/>
                    </a:cubicBezTo>
                    <a:cubicBezTo>
                      <a:pt x="8" y="12"/>
                      <a:pt x="8" y="12"/>
                      <a:pt x="8" y="12"/>
                    </a:cubicBezTo>
                    <a:lnTo>
                      <a:pt x="8"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5" name="Freeform 194"/>
              <p:cNvSpPr>
                <a:spLocks noEditPoints="1"/>
              </p:cNvSpPr>
              <p:nvPr/>
            </p:nvSpPr>
            <p:spPr bwMode="auto">
              <a:xfrm>
                <a:off x="644525" y="2574925"/>
                <a:ext cx="217488" cy="219075"/>
              </a:xfrm>
              <a:custGeom>
                <a:avLst/>
                <a:gdLst>
                  <a:gd name="T0" fmla="*/ 68 w 84"/>
                  <a:gd name="T1" fmla="*/ 0 h 84"/>
                  <a:gd name="T2" fmla="*/ 66 w 84"/>
                  <a:gd name="T3" fmla="*/ 0 h 84"/>
                  <a:gd name="T4" fmla="*/ 16 w 84"/>
                  <a:gd name="T5" fmla="*/ 0 h 84"/>
                  <a:gd name="T6" fmla="*/ 0 w 84"/>
                  <a:gd name="T7" fmla="*/ 0 h 84"/>
                  <a:gd name="T8" fmla="*/ 14 w 84"/>
                  <a:gd name="T9" fmla="*/ 34 h 84"/>
                  <a:gd name="T10" fmla="*/ 14 w 84"/>
                  <a:gd name="T11" fmla="*/ 34 h 84"/>
                  <a:gd name="T12" fmla="*/ 38 w 84"/>
                  <a:gd name="T13" fmla="*/ 58 h 84"/>
                  <a:gd name="T14" fmla="*/ 38 w 84"/>
                  <a:gd name="T15" fmla="*/ 80 h 84"/>
                  <a:gd name="T16" fmla="*/ 22 w 84"/>
                  <a:gd name="T17" fmla="*/ 80 h 84"/>
                  <a:gd name="T18" fmla="*/ 22 w 84"/>
                  <a:gd name="T19" fmla="*/ 84 h 84"/>
                  <a:gd name="T20" fmla="*/ 58 w 84"/>
                  <a:gd name="T21" fmla="*/ 84 h 84"/>
                  <a:gd name="T22" fmla="*/ 58 w 84"/>
                  <a:gd name="T23" fmla="*/ 80 h 84"/>
                  <a:gd name="T24" fmla="*/ 42 w 84"/>
                  <a:gd name="T25" fmla="*/ 80 h 84"/>
                  <a:gd name="T26" fmla="*/ 42 w 84"/>
                  <a:gd name="T27" fmla="*/ 58 h 84"/>
                  <a:gd name="T28" fmla="*/ 66 w 84"/>
                  <a:gd name="T29" fmla="*/ 34 h 84"/>
                  <a:gd name="T30" fmla="*/ 66 w 84"/>
                  <a:gd name="T31" fmla="*/ 34 h 84"/>
                  <a:gd name="T32" fmla="*/ 84 w 84"/>
                  <a:gd name="T33" fmla="*/ 0 h 84"/>
                  <a:gd name="T34" fmla="*/ 68 w 84"/>
                  <a:gd name="T35" fmla="*/ 0 h 84"/>
                  <a:gd name="T36" fmla="*/ 14 w 84"/>
                  <a:gd name="T37" fmla="*/ 30 h 84"/>
                  <a:gd name="T38" fmla="*/ 4 w 84"/>
                  <a:gd name="T39" fmla="*/ 4 h 84"/>
                  <a:gd name="T40" fmla="*/ 14 w 84"/>
                  <a:gd name="T41" fmla="*/ 4 h 84"/>
                  <a:gd name="T42" fmla="*/ 14 w 84"/>
                  <a:gd name="T43" fmla="*/ 30 h 84"/>
                  <a:gd name="T44" fmla="*/ 62 w 84"/>
                  <a:gd name="T45" fmla="*/ 34 h 84"/>
                  <a:gd name="T46" fmla="*/ 44 w 84"/>
                  <a:gd name="T47" fmla="*/ 56 h 84"/>
                  <a:gd name="T48" fmla="*/ 40 w 84"/>
                  <a:gd name="T49" fmla="*/ 56 h 84"/>
                  <a:gd name="T50" fmla="*/ 18 w 84"/>
                  <a:gd name="T51" fmla="*/ 34 h 84"/>
                  <a:gd name="T52" fmla="*/ 18 w 84"/>
                  <a:gd name="T53" fmla="*/ 4 h 84"/>
                  <a:gd name="T54" fmla="*/ 62 w 84"/>
                  <a:gd name="T55" fmla="*/ 4 h 84"/>
                  <a:gd name="T56" fmla="*/ 62 w 84"/>
                  <a:gd name="T57" fmla="*/ 34 h 84"/>
                  <a:gd name="T58" fmla="*/ 66 w 84"/>
                  <a:gd name="T59" fmla="*/ 30 h 84"/>
                  <a:gd name="T60" fmla="*/ 66 w 84"/>
                  <a:gd name="T61" fmla="*/ 4 h 84"/>
                  <a:gd name="T62" fmla="*/ 80 w 84"/>
                  <a:gd name="T63" fmla="*/ 4 h 84"/>
                  <a:gd name="T64" fmla="*/ 66 w 84"/>
                  <a:gd name="T65"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4" h="84">
                    <a:moveTo>
                      <a:pt x="68" y="0"/>
                    </a:moveTo>
                    <a:cubicBezTo>
                      <a:pt x="66" y="0"/>
                      <a:pt x="66" y="0"/>
                      <a:pt x="66" y="0"/>
                    </a:cubicBezTo>
                    <a:cubicBezTo>
                      <a:pt x="16" y="0"/>
                      <a:pt x="16" y="0"/>
                      <a:pt x="16" y="0"/>
                    </a:cubicBezTo>
                    <a:cubicBezTo>
                      <a:pt x="0" y="0"/>
                      <a:pt x="0" y="0"/>
                      <a:pt x="0" y="0"/>
                    </a:cubicBezTo>
                    <a:cubicBezTo>
                      <a:pt x="0" y="0"/>
                      <a:pt x="2" y="28"/>
                      <a:pt x="14" y="34"/>
                    </a:cubicBezTo>
                    <a:cubicBezTo>
                      <a:pt x="14" y="34"/>
                      <a:pt x="14" y="34"/>
                      <a:pt x="14" y="34"/>
                    </a:cubicBezTo>
                    <a:cubicBezTo>
                      <a:pt x="14" y="47"/>
                      <a:pt x="26" y="58"/>
                      <a:pt x="38" y="58"/>
                    </a:cubicBezTo>
                    <a:cubicBezTo>
                      <a:pt x="38" y="80"/>
                      <a:pt x="38" y="80"/>
                      <a:pt x="38" y="80"/>
                    </a:cubicBezTo>
                    <a:cubicBezTo>
                      <a:pt x="22" y="80"/>
                      <a:pt x="22" y="80"/>
                      <a:pt x="22" y="80"/>
                    </a:cubicBezTo>
                    <a:cubicBezTo>
                      <a:pt x="22" y="84"/>
                      <a:pt x="22" y="84"/>
                      <a:pt x="22" y="84"/>
                    </a:cubicBezTo>
                    <a:cubicBezTo>
                      <a:pt x="58" y="84"/>
                      <a:pt x="58" y="84"/>
                      <a:pt x="58" y="84"/>
                    </a:cubicBezTo>
                    <a:cubicBezTo>
                      <a:pt x="58" y="80"/>
                      <a:pt x="58" y="80"/>
                      <a:pt x="58" y="80"/>
                    </a:cubicBezTo>
                    <a:cubicBezTo>
                      <a:pt x="42" y="80"/>
                      <a:pt x="42" y="80"/>
                      <a:pt x="42" y="80"/>
                    </a:cubicBezTo>
                    <a:cubicBezTo>
                      <a:pt x="42" y="58"/>
                      <a:pt x="42" y="58"/>
                      <a:pt x="42" y="58"/>
                    </a:cubicBezTo>
                    <a:cubicBezTo>
                      <a:pt x="58" y="58"/>
                      <a:pt x="66" y="47"/>
                      <a:pt x="66" y="34"/>
                    </a:cubicBezTo>
                    <a:cubicBezTo>
                      <a:pt x="66" y="34"/>
                      <a:pt x="66" y="34"/>
                      <a:pt x="66" y="34"/>
                    </a:cubicBezTo>
                    <a:cubicBezTo>
                      <a:pt x="82" y="28"/>
                      <a:pt x="84" y="0"/>
                      <a:pt x="84" y="0"/>
                    </a:cubicBezTo>
                    <a:lnTo>
                      <a:pt x="68" y="0"/>
                    </a:lnTo>
                    <a:close/>
                    <a:moveTo>
                      <a:pt x="14" y="30"/>
                    </a:moveTo>
                    <a:cubicBezTo>
                      <a:pt x="6" y="23"/>
                      <a:pt x="4" y="4"/>
                      <a:pt x="4" y="4"/>
                    </a:cubicBezTo>
                    <a:cubicBezTo>
                      <a:pt x="14" y="4"/>
                      <a:pt x="14" y="4"/>
                      <a:pt x="14" y="4"/>
                    </a:cubicBezTo>
                    <a:lnTo>
                      <a:pt x="14" y="30"/>
                    </a:lnTo>
                    <a:close/>
                    <a:moveTo>
                      <a:pt x="62" y="34"/>
                    </a:moveTo>
                    <a:cubicBezTo>
                      <a:pt x="62" y="45"/>
                      <a:pt x="55" y="56"/>
                      <a:pt x="44" y="56"/>
                    </a:cubicBezTo>
                    <a:cubicBezTo>
                      <a:pt x="40" y="56"/>
                      <a:pt x="40" y="56"/>
                      <a:pt x="40" y="56"/>
                    </a:cubicBezTo>
                    <a:cubicBezTo>
                      <a:pt x="29" y="56"/>
                      <a:pt x="18" y="45"/>
                      <a:pt x="18" y="34"/>
                    </a:cubicBezTo>
                    <a:cubicBezTo>
                      <a:pt x="18" y="4"/>
                      <a:pt x="18" y="4"/>
                      <a:pt x="18" y="4"/>
                    </a:cubicBezTo>
                    <a:cubicBezTo>
                      <a:pt x="62" y="4"/>
                      <a:pt x="62" y="4"/>
                      <a:pt x="62" y="4"/>
                    </a:cubicBezTo>
                    <a:lnTo>
                      <a:pt x="62" y="34"/>
                    </a:lnTo>
                    <a:close/>
                    <a:moveTo>
                      <a:pt x="66" y="30"/>
                    </a:moveTo>
                    <a:cubicBezTo>
                      <a:pt x="66" y="4"/>
                      <a:pt x="66" y="4"/>
                      <a:pt x="66" y="4"/>
                    </a:cubicBezTo>
                    <a:cubicBezTo>
                      <a:pt x="80" y="4"/>
                      <a:pt x="80" y="4"/>
                      <a:pt x="80" y="4"/>
                    </a:cubicBezTo>
                    <a:cubicBezTo>
                      <a:pt x="80" y="4"/>
                      <a:pt x="78" y="23"/>
                      <a:pt x="6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96" name="Freeform 95"/>
            <p:cNvSpPr>
              <a:spLocks noEditPoints="1"/>
            </p:cNvSpPr>
            <p:nvPr/>
          </p:nvSpPr>
          <p:spPr bwMode="auto">
            <a:xfrm>
              <a:off x="9490404" y="5593748"/>
              <a:ext cx="503012" cy="627844"/>
            </a:xfrm>
            <a:custGeom>
              <a:avLst/>
              <a:gdLst>
                <a:gd name="T0" fmla="*/ 68 w 84"/>
                <a:gd name="T1" fmla="*/ 34 h 104"/>
                <a:gd name="T2" fmla="*/ 68 w 84"/>
                <a:gd name="T3" fmla="*/ 34 h 104"/>
                <a:gd name="T4" fmla="*/ 84 w 84"/>
                <a:gd name="T5" fmla="*/ 0 h 104"/>
                <a:gd name="T6" fmla="*/ 68 w 84"/>
                <a:gd name="T7" fmla="*/ 0 h 104"/>
                <a:gd name="T8" fmla="*/ 66 w 84"/>
                <a:gd name="T9" fmla="*/ 0 h 104"/>
                <a:gd name="T10" fmla="*/ 16 w 84"/>
                <a:gd name="T11" fmla="*/ 0 h 104"/>
                <a:gd name="T12" fmla="*/ 0 w 84"/>
                <a:gd name="T13" fmla="*/ 0 h 104"/>
                <a:gd name="T14" fmla="*/ 16 w 84"/>
                <a:gd name="T15" fmla="*/ 34 h 104"/>
                <a:gd name="T16" fmla="*/ 16 w 84"/>
                <a:gd name="T17" fmla="*/ 34 h 104"/>
                <a:gd name="T18" fmla="*/ 40 w 84"/>
                <a:gd name="T19" fmla="*/ 58 h 104"/>
                <a:gd name="T20" fmla="*/ 40 w 84"/>
                <a:gd name="T21" fmla="*/ 76 h 104"/>
                <a:gd name="T22" fmla="*/ 24 w 84"/>
                <a:gd name="T23" fmla="*/ 76 h 104"/>
                <a:gd name="T24" fmla="*/ 24 w 84"/>
                <a:gd name="T25" fmla="*/ 88 h 104"/>
                <a:gd name="T26" fmla="*/ 12 w 84"/>
                <a:gd name="T27" fmla="*/ 88 h 104"/>
                <a:gd name="T28" fmla="*/ 12 w 84"/>
                <a:gd name="T29" fmla="*/ 104 h 104"/>
                <a:gd name="T30" fmla="*/ 72 w 84"/>
                <a:gd name="T31" fmla="*/ 104 h 104"/>
                <a:gd name="T32" fmla="*/ 72 w 84"/>
                <a:gd name="T33" fmla="*/ 88 h 104"/>
                <a:gd name="T34" fmla="*/ 60 w 84"/>
                <a:gd name="T35" fmla="*/ 88 h 104"/>
                <a:gd name="T36" fmla="*/ 60 w 84"/>
                <a:gd name="T37" fmla="*/ 76 h 104"/>
                <a:gd name="T38" fmla="*/ 44 w 84"/>
                <a:gd name="T39" fmla="*/ 76 h 104"/>
                <a:gd name="T40" fmla="*/ 44 w 84"/>
                <a:gd name="T41" fmla="*/ 58 h 104"/>
                <a:gd name="T42" fmla="*/ 68 w 84"/>
                <a:gd name="T43" fmla="*/ 34 h 104"/>
                <a:gd name="T44" fmla="*/ 68 w 84"/>
                <a:gd name="T45" fmla="*/ 4 h 104"/>
                <a:gd name="T46" fmla="*/ 80 w 84"/>
                <a:gd name="T47" fmla="*/ 4 h 104"/>
                <a:gd name="T48" fmla="*/ 68 w 84"/>
                <a:gd name="T49" fmla="*/ 30 h 104"/>
                <a:gd name="T50" fmla="*/ 68 w 84"/>
                <a:gd name="T51" fmla="*/ 4 h 104"/>
                <a:gd name="T52" fmla="*/ 16 w 84"/>
                <a:gd name="T53" fmla="*/ 30 h 104"/>
                <a:gd name="T54" fmla="*/ 4 w 84"/>
                <a:gd name="T55" fmla="*/ 4 h 104"/>
                <a:gd name="T56" fmla="*/ 16 w 84"/>
                <a:gd name="T57" fmla="*/ 4 h 104"/>
                <a:gd name="T58" fmla="*/ 16 w 84"/>
                <a:gd name="T59" fmla="*/ 30 h 104"/>
                <a:gd name="T60" fmla="*/ 68 w 84"/>
                <a:gd name="T61" fmla="*/ 92 h 104"/>
                <a:gd name="T62" fmla="*/ 68 w 84"/>
                <a:gd name="T63" fmla="*/ 100 h 104"/>
                <a:gd name="T64" fmla="*/ 16 w 84"/>
                <a:gd name="T65" fmla="*/ 100 h 104"/>
                <a:gd name="T66" fmla="*/ 16 w 84"/>
                <a:gd name="T67" fmla="*/ 92 h 104"/>
                <a:gd name="T68" fmla="*/ 68 w 84"/>
                <a:gd name="T69" fmla="*/ 92 h 104"/>
                <a:gd name="T70" fmla="*/ 56 w 84"/>
                <a:gd name="T71" fmla="*/ 80 h 104"/>
                <a:gd name="T72" fmla="*/ 56 w 84"/>
                <a:gd name="T73" fmla="*/ 88 h 104"/>
                <a:gd name="T74" fmla="*/ 28 w 84"/>
                <a:gd name="T75" fmla="*/ 88 h 104"/>
                <a:gd name="T76" fmla="*/ 28 w 84"/>
                <a:gd name="T77" fmla="*/ 80 h 104"/>
                <a:gd name="T78" fmla="*/ 56 w 84"/>
                <a:gd name="T79" fmla="*/ 80 h 104"/>
                <a:gd name="T80" fmla="*/ 44 w 84"/>
                <a:gd name="T81" fmla="*/ 56 h 104"/>
                <a:gd name="T82" fmla="*/ 40 w 84"/>
                <a:gd name="T83" fmla="*/ 56 h 104"/>
                <a:gd name="T84" fmla="*/ 20 w 84"/>
                <a:gd name="T85" fmla="*/ 34 h 104"/>
                <a:gd name="T86" fmla="*/ 20 w 84"/>
                <a:gd name="T87" fmla="*/ 4 h 104"/>
                <a:gd name="T88" fmla="*/ 64 w 84"/>
                <a:gd name="T89" fmla="*/ 4 h 104"/>
                <a:gd name="T90" fmla="*/ 64 w 84"/>
                <a:gd name="T91" fmla="*/ 34 h 104"/>
                <a:gd name="T92" fmla="*/ 44 w 84"/>
                <a:gd name="T93" fmla="*/ 5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4" h="104">
                  <a:moveTo>
                    <a:pt x="68" y="34"/>
                  </a:moveTo>
                  <a:cubicBezTo>
                    <a:pt x="68" y="34"/>
                    <a:pt x="68" y="34"/>
                    <a:pt x="68" y="34"/>
                  </a:cubicBezTo>
                  <a:cubicBezTo>
                    <a:pt x="82" y="28"/>
                    <a:pt x="84" y="0"/>
                    <a:pt x="84" y="0"/>
                  </a:cubicBezTo>
                  <a:cubicBezTo>
                    <a:pt x="68" y="0"/>
                    <a:pt x="68" y="0"/>
                    <a:pt x="68" y="0"/>
                  </a:cubicBezTo>
                  <a:cubicBezTo>
                    <a:pt x="66" y="0"/>
                    <a:pt x="66" y="0"/>
                    <a:pt x="66" y="0"/>
                  </a:cubicBezTo>
                  <a:cubicBezTo>
                    <a:pt x="16" y="0"/>
                    <a:pt x="16" y="0"/>
                    <a:pt x="16" y="0"/>
                  </a:cubicBezTo>
                  <a:cubicBezTo>
                    <a:pt x="0" y="0"/>
                    <a:pt x="0" y="0"/>
                    <a:pt x="0" y="0"/>
                  </a:cubicBezTo>
                  <a:cubicBezTo>
                    <a:pt x="0" y="0"/>
                    <a:pt x="2" y="28"/>
                    <a:pt x="16" y="34"/>
                  </a:cubicBezTo>
                  <a:cubicBezTo>
                    <a:pt x="16" y="34"/>
                    <a:pt x="16" y="34"/>
                    <a:pt x="16" y="34"/>
                  </a:cubicBezTo>
                  <a:cubicBezTo>
                    <a:pt x="16" y="47"/>
                    <a:pt x="27" y="58"/>
                    <a:pt x="40" y="58"/>
                  </a:cubicBezTo>
                  <a:cubicBezTo>
                    <a:pt x="40" y="76"/>
                    <a:pt x="40" y="76"/>
                    <a:pt x="40" y="76"/>
                  </a:cubicBezTo>
                  <a:cubicBezTo>
                    <a:pt x="24" y="76"/>
                    <a:pt x="24" y="76"/>
                    <a:pt x="24" y="76"/>
                  </a:cubicBezTo>
                  <a:cubicBezTo>
                    <a:pt x="24" y="88"/>
                    <a:pt x="24" y="88"/>
                    <a:pt x="24" y="88"/>
                  </a:cubicBezTo>
                  <a:cubicBezTo>
                    <a:pt x="12" y="88"/>
                    <a:pt x="12" y="88"/>
                    <a:pt x="12" y="88"/>
                  </a:cubicBezTo>
                  <a:cubicBezTo>
                    <a:pt x="12" y="104"/>
                    <a:pt x="12" y="104"/>
                    <a:pt x="12" y="104"/>
                  </a:cubicBezTo>
                  <a:cubicBezTo>
                    <a:pt x="72" y="104"/>
                    <a:pt x="72" y="104"/>
                    <a:pt x="72" y="104"/>
                  </a:cubicBezTo>
                  <a:cubicBezTo>
                    <a:pt x="72" y="88"/>
                    <a:pt x="72" y="88"/>
                    <a:pt x="72" y="88"/>
                  </a:cubicBezTo>
                  <a:cubicBezTo>
                    <a:pt x="60" y="88"/>
                    <a:pt x="60" y="88"/>
                    <a:pt x="60" y="88"/>
                  </a:cubicBezTo>
                  <a:cubicBezTo>
                    <a:pt x="60" y="76"/>
                    <a:pt x="60" y="76"/>
                    <a:pt x="60" y="76"/>
                  </a:cubicBezTo>
                  <a:cubicBezTo>
                    <a:pt x="44" y="76"/>
                    <a:pt x="44" y="76"/>
                    <a:pt x="44" y="76"/>
                  </a:cubicBezTo>
                  <a:cubicBezTo>
                    <a:pt x="44" y="58"/>
                    <a:pt x="44" y="58"/>
                    <a:pt x="44" y="58"/>
                  </a:cubicBezTo>
                  <a:cubicBezTo>
                    <a:pt x="57" y="58"/>
                    <a:pt x="68" y="47"/>
                    <a:pt x="68" y="34"/>
                  </a:cubicBezTo>
                  <a:close/>
                  <a:moveTo>
                    <a:pt x="68" y="4"/>
                  </a:moveTo>
                  <a:cubicBezTo>
                    <a:pt x="80" y="4"/>
                    <a:pt x="80" y="4"/>
                    <a:pt x="80" y="4"/>
                  </a:cubicBezTo>
                  <a:cubicBezTo>
                    <a:pt x="80" y="4"/>
                    <a:pt x="76" y="23"/>
                    <a:pt x="68" y="30"/>
                  </a:cubicBezTo>
                  <a:lnTo>
                    <a:pt x="68" y="4"/>
                  </a:lnTo>
                  <a:close/>
                  <a:moveTo>
                    <a:pt x="16" y="30"/>
                  </a:moveTo>
                  <a:cubicBezTo>
                    <a:pt x="7" y="23"/>
                    <a:pt x="4" y="4"/>
                    <a:pt x="4" y="4"/>
                  </a:cubicBezTo>
                  <a:cubicBezTo>
                    <a:pt x="16" y="4"/>
                    <a:pt x="16" y="4"/>
                    <a:pt x="16" y="4"/>
                  </a:cubicBezTo>
                  <a:lnTo>
                    <a:pt x="16" y="30"/>
                  </a:lnTo>
                  <a:close/>
                  <a:moveTo>
                    <a:pt x="68" y="92"/>
                  </a:moveTo>
                  <a:cubicBezTo>
                    <a:pt x="68" y="100"/>
                    <a:pt x="68" y="100"/>
                    <a:pt x="68" y="100"/>
                  </a:cubicBezTo>
                  <a:cubicBezTo>
                    <a:pt x="16" y="100"/>
                    <a:pt x="16" y="100"/>
                    <a:pt x="16" y="100"/>
                  </a:cubicBezTo>
                  <a:cubicBezTo>
                    <a:pt x="16" y="92"/>
                    <a:pt x="16" y="92"/>
                    <a:pt x="16" y="92"/>
                  </a:cubicBezTo>
                  <a:lnTo>
                    <a:pt x="68" y="92"/>
                  </a:lnTo>
                  <a:close/>
                  <a:moveTo>
                    <a:pt x="56" y="80"/>
                  </a:moveTo>
                  <a:cubicBezTo>
                    <a:pt x="56" y="88"/>
                    <a:pt x="56" y="88"/>
                    <a:pt x="56" y="88"/>
                  </a:cubicBezTo>
                  <a:cubicBezTo>
                    <a:pt x="28" y="88"/>
                    <a:pt x="28" y="88"/>
                    <a:pt x="28" y="88"/>
                  </a:cubicBezTo>
                  <a:cubicBezTo>
                    <a:pt x="28" y="80"/>
                    <a:pt x="28" y="80"/>
                    <a:pt x="28" y="80"/>
                  </a:cubicBezTo>
                  <a:lnTo>
                    <a:pt x="56" y="80"/>
                  </a:lnTo>
                  <a:close/>
                  <a:moveTo>
                    <a:pt x="44" y="56"/>
                  </a:moveTo>
                  <a:cubicBezTo>
                    <a:pt x="40" y="56"/>
                    <a:pt x="40" y="56"/>
                    <a:pt x="40" y="56"/>
                  </a:cubicBezTo>
                  <a:cubicBezTo>
                    <a:pt x="29" y="56"/>
                    <a:pt x="20" y="45"/>
                    <a:pt x="20" y="34"/>
                  </a:cubicBezTo>
                  <a:cubicBezTo>
                    <a:pt x="20" y="4"/>
                    <a:pt x="20" y="4"/>
                    <a:pt x="20" y="4"/>
                  </a:cubicBezTo>
                  <a:cubicBezTo>
                    <a:pt x="64" y="4"/>
                    <a:pt x="64" y="4"/>
                    <a:pt x="64" y="4"/>
                  </a:cubicBezTo>
                  <a:cubicBezTo>
                    <a:pt x="64" y="34"/>
                    <a:pt x="64" y="34"/>
                    <a:pt x="64" y="34"/>
                  </a:cubicBezTo>
                  <a:cubicBezTo>
                    <a:pt x="64" y="45"/>
                    <a:pt x="55" y="56"/>
                    <a:pt x="44" y="5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97" name="Group 96"/>
            <p:cNvGrpSpPr/>
            <p:nvPr/>
          </p:nvGrpSpPr>
          <p:grpSpPr>
            <a:xfrm>
              <a:off x="6609819" y="4374460"/>
              <a:ext cx="505129" cy="639830"/>
              <a:chOff x="6350000" y="2533650"/>
              <a:chExt cx="238125" cy="301625"/>
            </a:xfrm>
            <a:grpFill/>
          </p:grpSpPr>
          <p:sp>
            <p:nvSpPr>
              <p:cNvPr id="191" name="Freeform 190"/>
              <p:cNvSpPr>
                <a:spLocks noEditPoints="1"/>
              </p:cNvSpPr>
              <p:nvPr/>
            </p:nvSpPr>
            <p:spPr bwMode="auto">
              <a:xfrm>
                <a:off x="6440488" y="2665413"/>
                <a:ext cx="77788" cy="79375"/>
              </a:xfrm>
              <a:custGeom>
                <a:avLst/>
                <a:gdLst>
                  <a:gd name="T0" fmla="*/ 29 w 30"/>
                  <a:gd name="T1" fmla="*/ 1 h 30"/>
                  <a:gd name="T2" fmla="*/ 26 w 30"/>
                  <a:gd name="T3" fmla="*/ 1 h 30"/>
                  <a:gd name="T4" fmla="*/ 14 w 30"/>
                  <a:gd name="T5" fmla="*/ 14 h 30"/>
                  <a:gd name="T6" fmla="*/ 11 w 30"/>
                  <a:gd name="T7" fmla="*/ 13 h 30"/>
                  <a:gd name="T8" fmla="*/ 5 w 30"/>
                  <a:gd name="T9" fmla="*/ 19 h 30"/>
                  <a:gd name="T10" fmla="*/ 6 w 30"/>
                  <a:gd name="T11" fmla="*/ 22 h 30"/>
                  <a:gd name="T12" fmla="*/ 1 w 30"/>
                  <a:gd name="T13" fmla="*/ 26 h 30"/>
                  <a:gd name="T14" fmla="*/ 1 w 30"/>
                  <a:gd name="T15" fmla="*/ 29 h 30"/>
                  <a:gd name="T16" fmla="*/ 4 w 30"/>
                  <a:gd name="T17" fmla="*/ 29 h 30"/>
                  <a:gd name="T18" fmla="*/ 8 w 30"/>
                  <a:gd name="T19" fmla="*/ 24 h 30"/>
                  <a:gd name="T20" fmla="*/ 11 w 30"/>
                  <a:gd name="T21" fmla="*/ 25 h 30"/>
                  <a:gd name="T22" fmla="*/ 17 w 30"/>
                  <a:gd name="T23" fmla="*/ 19 h 30"/>
                  <a:gd name="T24" fmla="*/ 16 w 30"/>
                  <a:gd name="T25" fmla="*/ 16 h 30"/>
                  <a:gd name="T26" fmla="*/ 29 w 30"/>
                  <a:gd name="T27" fmla="*/ 4 h 30"/>
                  <a:gd name="T28" fmla="*/ 29 w 30"/>
                  <a:gd name="T29" fmla="*/ 1 h 30"/>
                  <a:gd name="T30" fmla="*/ 11 w 30"/>
                  <a:gd name="T31" fmla="*/ 21 h 30"/>
                  <a:gd name="T32" fmla="*/ 9 w 30"/>
                  <a:gd name="T33" fmla="*/ 19 h 30"/>
                  <a:gd name="T34" fmla="*/ 11 w 30"/>
                  <a:gd name="T35" fmla="*/ 17 h 30"/>
                  <a:gd name="T36" fmla="*/ 13 w 30"/>
                  <a:gd name="T37" fmla="*/ 19 h 30"/>
                  <a:gd name="T38" fmla="*/ 11 w 30"/>
                  <a:gd name="T39" fmla="*/ 2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0">
                    <a:moveTo>
                      <a:pt x="29" y="1"/>
                    </a:moveTo>
                    <a:cubicBezTo>
                      <a:pt x="28" y="0"/>
                      <a:pt x="27" y="0"/>
                      <a:pt x="26" y="1"/>
                    </a:cubicBezTo>
                    <a:cubicBezTo>
                      <a:pt x="14" y="14"/>
                      <a:pt x="14" y="14"/>
                      <a:pt x="14" y="14"/>
                    </a:cubicBezTo>
                    <a:cubicBezTo>
                      <a:pt x="13" y="13"/>
                      <a:pt x="12" y="13"/>
                      <a:pt x="11" y="13"/>
                    </a:cubicBezTo>
                    <a:cubicBezTo>
                      <a:pt x="8" y="13"/>
                      <a:pt x="5" y="16"/>
                      <a:pt x="5" y="19"/>
                    </a:cubicBezTo>
                    <a:cubicBezTo>
                      <a:pt x="5" y="20"/>
                      <a:pt x="5" y="21"/>
                      <a:pt x="6" y="22"/>
                    </a:cubicBezTo>
                    <a:cubicBezTo>
                      <a:pt x="1" y="26"/>
                      <a:pt x="1" y="26"/>
                      <a:pt x="1" y="26"/>
                    </a:cubicBezTo>
                    <a:cubicBezTo>
                      <a:pt x="0" y="27"/>
                      <a:pt x="0" y="28"/>
                      <a:pt x="1" y="29"/>
                    </a:cubicBezTo>
                    <a:cubicBezTo>
                      <a:pt x="2" y="30"/>
                      <a:pt x="3" y="30"/>
                      <a:pt x="4" y="29"/>
                    </a:cubicBezTo>
                    <a:cubicBezTo>
                      <a:pt x="8" y="24"/>
                      <a:pt x="8" y="24"/>
                      <a:pt x="8" y="24"/>
                    </a:cubicBezTo>
                    <a:cubicBezTo>
                      <a:pt x="9" y="25"/>
                      <a:pt x="10" y="25"/>
                      <a:pt x="11" y="25"/>
                    </a:cubicBezTo>
                    <a:cubicBezTo>
                      <a:pt x="14" y="25"/>
                      <a:pt x="17" y="22"/>
                      <a:pt x="17" y="19"/>
                    </a:cubicBezTo>
                    <a:cubicBezTo>
                      <a:pt x="17" y="18"/>
                      <a:pt x="17" y="17"/>
                      <a:pt x="16" y="16"/>
                    </a:cubicBezTo>
                    <a:cubicBezTo>
                      <a:pt x="29" y="4"/>
                      <a:pt x="29" y="4"/>
                      <a:pt x="29" y="4"/>
                    </a:cubicBezTo>
                    <a:cubicBezTo>
                      <a:pt x="30" y="3"/>
                      <a:pt x="30" y="2"/>
                      <a:pt x="29" y="1"/>
                    </a:cubicBezTo>
                    <a:close/>
                    <a:moveTo>
                      <a:pt x="11" y="21"/>
                    </a:moveTo>
                    <a:cubicBezTo>
                      <a:pt x="10" y="21"/>
                      <a:pt x="9" y="20"/>
                      <a:pt x="9" y="19"/>
                    </a:cubicBezTo>
                    <a:cubicBezTo>
                      <a:pt x="9" y="18"/>
                      <a:pt x="10" y="17"/>
                      <a:pt x="11" y="17"/>
                    </a:cubicBezTo>
                    <a:cubicBezTo>
                      <a:pt x="12" y="17"/>
                      <a:pt x="13" y="18"/>
                      <a:pt x="13" y="19"/>
                    </a:cubicBezTo>
                    <a:cubicBezTo>
                      <a:pt x="13" y="20"/>
                      <a:pt x="12" y="21"/>
                      <a:pt x="1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2" name="Freeform 191"/>
              <p:cNvSpPr>
                <a:spLocks noEditPoints="1"/>
              </p:cNvSpPr>
              <p:nvPr/>
            </p:nvSpPr>
            <p:spPr bwMode="auto">
              <a:xfrm>
                <a:off x="6380163" y="2627313"/>
                <a:ext cx="177800" cy="176212"/>
              </a:xfrm>
              <a:custGeom>
                <a:avLst/>
                <a:gdLst>
                  <a:gd name="T0" fmla="*/ 34 w 68"/>
                  <a:gd name="T1" fmla="*/ 0 h 68"/>
                  <a:gd name="T2" fmla="*/ 0 w 68"/>
                  <a:gd name="T3" fmla="*/ 34 h 68"/>
                  <a:gd name="T4" fmla="*/ 34 w 68"/>
                  <a:gd name="T5" fmla="*/ 68 h 68"/>
                  <a:gd name="T6" fmla="*/ 68 w 68"/>
                  <a:gd name="T7" fmla="*/ 34 h 68"/>
                  <a:gd name="T8" fmla="*/ 34 w 68"/>
                  <a:gd name="T9" fmla="*/ 0 h 68"/>
                  <a:gd name="T10" fmla="*/ 36 w 68"/>
                  <a:gd name="T11" fmla="*/ 64 h 68"/>
                  <a:gd name="T12" fmla="*/ 36 w 68"/>
                  <a:gd name="T13" fmla="*/ 54 h 68"/>
                  <a:gd name="T14" fmla="*/ 34 w 68"/>
                  <a:gd name="T15" fmla="*/ 52 h 68"/>
                  <a:gd name="T16" fmla="*/ 32 w 68"/>
                  <a:gd name="T17" fmla="*/ 54 h 68"/>
                  <a:gd name="T18" fmla="*/ 32 w 68"/>
                  <a:gd name="T19" fmla="*/ 64 h 68"/>
                  <a:gd name="T20" fmla="*/ 4 w 68"/>
                  <a:gd name="T21" fmla="*/ 36 h 68"/>
                  <a:gd name="T22" fmla="*/ 14 w 68"/>
                  <a:gd name="T23" fmla="*/ 36 h 68"/>
                  <a:gd name="T24" fmla="*/ 16 w 68"/>
                  <a:gd name="T25" fmla="*/ 34 h 68"/>
                  <a:gd name="T26" fmla="*/ 14 w 68"/>
                  <a:gd name="T27" fmla="*/ 32 h 68"/>
                  <a:gd name="T28" fmla="*/ 4 w 68"/>
                  <a:gd name="T29" fmla="*/ 32 h 68"/>
                  <a:gd name="T30" fmla="*/ 32 w 68"/>
                  <a:gd name="T31" fmla="*/ 4 h 68"/>
                  <a:gd name="T32" fmla="*/ 32 w 68"/>
                  <a:gd name="T33" fmla="*/ 14 h 68"/>
                  <a:gd name="T34" fmla="*/ 34 w 68"/>
                  <a:gd name="T35" fmla="*/ 16 h 68"/>
                  <a:gd name="T36" fmla="*/ 36 w 68"/>
                  <a:gd name="T37" fmla="*/ 14 h 68"/>
                  <a:gd name="T38" fmla="*/ 36 w 68"/>
                  <a:gd name="T39" fmla="*/ 4 h 68"/>
                  <a:gd name="T40" fmla="*/ 64 w 68"/>
                  <a:gd name="T41" fmla="*/ 32 h 68"/>
                  <a:gd name="T42" fmla="*/ 54 w 68"/>
                  <a:gd name="T43" fmla="*/ 32 h 68"/>
                  <a:gd name="T44" fmla="*/ 52 w 68"/>
                  <a:gd name="T45" fmla="*/ 34 h 68"/>
                  <a:gd name="T46" fmla="*/ 54 w 68"/>
                  <a:gd name="T47" fmla="*/ 36 h 68"/>
                  <a:gd name="T48" fmla="*/ 64 w 68"/>
                  <a:gd name="T49" fmla="*/ 36 h 68"/>
                  <a:gd name="T50" fmla="*/ 36 w 68"/>
                  <a:gd name="T51" fmla="*/ 6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 h="68">
                    <a:moveTo>
                      <a:pt x="34" y="0"/>
                    </a:moveTo>
                    <a:cubicBezTo>
                      <a:pt x="15" y="0"/>
                      <a:pt x="0" y="15"/>
                      <a:pt x="0" y="34"/>
                    </a:cubicBezTo>
                    <a:cubicBezTo>
                      <a:pt x="0" y="53"/>
                      <a:pt x="15" y="68"/>
                      <a:pt x="34" y="68"/>
                    </a:cubicBezTo>
                    <a:cubicBezTo>
                      <a:pt x="53" y="68"/>
                      <a:pt x="68" y="53"/>
                      <a:pt x="68" y="34"/>
                    </a:cubicBezTo>
                    <a:cubicBezTo>
                      <a:pt x="68" y="15"/>
                      <a:pt x="53" y="0"/>
                      <a:pt x="34" y="0"/>
                    </a:cubicBezTo>
                    <a:close/>
                    <a:moveTo>
                      <a:pt x="36" y="64"/>
                    </a:moveTo>
                    <a:cubicBezTo>
                      <a:pt x="36" y="54"/>
                      <a:pt x="36" y="54"/>
                      <a:pt x="36" y="54"/>
                    </a:cubicBezTo>
                    <a:cubicBezTo>
                      <a:pt x="36" y="53"/>
                      <a:pt x="35" y="52"/>
                      <a:pt x="34" y="52"/>
                    </a:cubicBezTo>
                    <a:cubicBezTo>
                      <a:pt x="33" y="52"/>
                      <a:pt x="32" y="53"/>
                      <a:pt x="32" y="54"/>
                    </a:cubicBezTo>
                    <a:cubicBezTo>
                      <a:pt x="32" y="64"/>
                      <a:pt x="32" y="64"/>
                      <a:pt x="32" y="64"/>
                    </a:cubicBezTo>
                    <a:cubicBezTo>
                      <a:pt x="17" y="63"/>
                      <a:pt x="5" y="52"/>
                      <a:pt x="4" y="36"/>
                    </a:cubicBezTo>
                    <a:cubicBezTo>
                      <a:pt x="14" y="36"/>
                      <a:pt x="14" y="36"/>
                      <a:pt x="14" y="36"/>
                    </a:cubicBezTo>
                    <a:cubicBezTo>
                      <a:pt x="15" y="36"/>
                      <a:pt x="16" y="35"/>
                      <a:pt x="16" y="34"/>
                    </a:cubicBezTo>
                    <a:cubicBezTo>
                      <a:pt x="16" y="33"/>
                      <a:pt x="15" y="32"/>
                      <a:pt x="14" y="32"/>
                    </a:cubicBezTo>
                    <a:cubicBezTo>
                      <a:pt x="4" y="32"/>
                      <a:pt x="4" y="32"/>
                      <a:pt x="4" y="32"/>
                    </a:cubicBezTo>
                    <a:cubicBezTo>
                      <a:pt x="5" y="16"/>
                      <a:pt x="17" y="5"/>
                      <a:pt x="32" y="4"/>
                    </a:cubicBezTo>
                    <a:cubicBezTo>
                      <a:pt x="32" y="14"/>
                      <a:pt x="32" y="14"/>
                      <a:pt x="32" y="14"/>
                    </a:cubicBezTo>
                    <a:cubicBezTo>
                      <a:pt x="32" y="15"/>
                      <a:pt x="33" y="16"/>
                      <a:pt x="34" y="16"/>
                    </a:cubicBezTo>
                    <a:cubicBezTo>
                      <a:pt x="35" y="16"/>
                      <a:pt x="36" y="15"/>
                      <a:pt x="36" y="14"/>
                    </a:cubicBezTo>
                    <a:cubicBezTo>
                      <a:pt x="36" y="4"/>
                      <a:pt x="36" y="4"/>
                      <a:pt x="36" y="4"/>
                    </a:cubicBezTo>
                    <a:cubicBezTo>
                      <a:pt x="51" y="5"/>
                      <a:pt x="63" y="16"/>
                      <a:pt x="64" y="32"/>
                    </a:cubicBezTo>
                    <a:cubicBezTo>
                      <a:pt x="54" y="32"/>
                      <a:pt x="54" y="32"/>
                      <a:pt x="54" y="32"/>
                    </a:cubicBezTo>
                    <a:cubicBezTo>
                      <a:pt x="53" y="32"/>
                      <a:pt x="52" y="33"/>
                      <a:pt x="52" y="34"/>
                    </a:cubicBezTo>
                    <a:cubicBezTo>
                      <a:pt x="52" y="35"/>
                      <a:pt x="53" y="36"/>
                      <a:pt x="54" y="36"/>
                    </a:cubicBezTo>
                    <a:cubicBezTo>
                      <a:pt x="64" y="36"/>
                      <a:pt x="64" y="36"/>
                      <a:pt x="64" y="36"/>
                    </a:cubicBezTo>
                    <a:cubicBezTo>
                      <a:pt x="63" y="52"/>
                      <a:pt x="51" y="63"/>
                      <a:pt x="36"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3" name="Freeform 192"/>
              <p:cNvSpPr>
                <a:spLocks noEditPoints="1"/>
              </p:cNvSpPr>
              <p:nvPr/>
            </p:nvSpPr>
            <p:spPr bwMode="auto">
              <a:xfrm>
                <a:off x="6350000" y="2533650"/>
                <a:ext cx="238125" cy="301625"/>
              </a:xfrm>
              <a:custGeom>
                <a:avLst/>
                <a:gdLst>
                  <a:gd name="T0" fmla="*/ 80 w 92"/>
                  <a:gd name="T1" fmla="*/ 39 h 116"/>
                  <a:gd name="T2" fmla="*/ 85 w 92"/>
                  <a:gd name="T3" fmla="*/ 34 h 116"/>
                  <a:gd name="T4" fmla="*/ 88 w 92"/>
                  <a:gd name="T5" fmla="*/ 37 h 116"/>
                  <a:gd name="T6" fmla="*/ 90 w 92"/>
                  <a:gd name="T7" fmla="*/ 34 h 116"/>
                  <a:gd name="T8" fmla="*/ 82 w 92"/>
                  <a:gd name="T9" fmla="*/ 26 h 116"/>
                  <a:gd name="T10" fmla="*/ 79 w 92"/>
                  <a:gd name="T11" fmla="*/ 28 h 116"/>
                  <a:gd name="T12" fmla="*/ 82 w 92"/>
                  <a:gd name="T13" fmla="*/ 31 h 116"/>
                  <a:gd name="T14" fmla="*/ 77 w 92"/>
                  <a:gd name="T15" fmla="*/ 36 h 116"/>
                  <a:gd name="T16" fmla="*/ 55 w 92"/>
                  <a:gd name="T17" fmla="*/ 25 h 116"/>
                  <a:gd name="T18" fmla="*/ 60 w 92"/>
                  <a:gd name="T19" fmla="*/ 14 h 116"/>
                  <a:gd name="T20" fmla="*/ 46 w 92"/>
                  <a:gd name="T21" fmla="*/ 0 h 116"/>
                  <a:gd name="T22" fmla="*/ 32 w 92"/>
                  <a:gd name="T23" fmla="*/ 14 h 116"/>
                  <a:gd name="T24" fmla="*/ 37 w 92"/>
                  <a:gd name="T25" fmla="*/ 25 h 116"/>
                  <a:gd name="T26" fmla="*/ 15 w 92"/>
                  <a:gd name="T27" fmla="*/ 36 h 116"/>
                  <a:gd name="T28" fmla="*/ 10 w 92"/>
                  <a:gd name="T29" fmla="*/ 31 h 116"/>
                  <a:gd name="T30" fmla="*/ 13 w 92"/>
                  <a:gd name="T31" fmla="*/ 28 h 116"/>
                  <a:gd name="T32" fmla="*/ 10 w 92"/>
                  <a:gd name="T33" fmla="*/ 26 h 116"/>
                  <a:gd name="T34" fmla="*/ 2 w 92"/>
                  <a:gd name="T35" fmla="*/ 34 h 116"/>
                  <a:gd name="T36" fmla="*/ 4 w 92"/>
                  <a:gd name="T37" fmla="*/ 37 h 116"/>
                  <a:gd name="T38" fmla="*/ 7 w 92"/>
                  <a:gd name="T39" fmla="*/ 34 h 116"/>
                  <a:gd name="T40" fmla="*/ 12 w 92"/>
                  <a:gd name="T41" fmla="*/ 39 h 116"/>
                  <a:gd name="T42" fmla="*/ 0 w 92"/>
                  <a:gd name="T43" fmla="*/ 70 h 116"/>
                  <a:gd name="T44" fmla="*/ 46 w 92"/>
                  <a:gd name="T45" fmla="*/ 116 h 116"/>
                  <a:gd name="T46" fmla="*/ 92 w 92"/>
                  <a:gd name="T47" fmla="*/ 70 h 116"/>
                  <a:gd name="T48" fmla="*/ 80 w 92"/>
                  <a:gd name="T49" fmla="*/ 39 h 116"/>
                  <a:gd name="T50" fmla="*/ 36 w 92"/>
                  <a:gd name="T51" fmla="*/ 14 h 116"/>
                  <a:gd name="T52" fmla="*/ 46 w 92"/>
                  <a:gd name="T53" fmla="*/ 4 h 116"/>
                  <a:gd name="T54" fmla="*/ 56 w 92"/>
                  <a:gd name="T55" fmla="*/ 14 h 116"/>
                  <a:gd name="T56" fmla="*/ 48 w 92"/>
                  <a:gd name="T57" fmla="*/ 24 h 116"/>
                  <a:gd name="T58" fmla="*/ 48 w 92"/>
                  <a:gd name="T59" fmla="*/ 16 h 116"/>
                  <a:gd name="T60" fmla="*/ 52 w 92"/>
                  <a:gd name="T61" fmla="*/ 16 h 116"/>
                  <a:gd name="T62" fmla="*/ 52 w 92"/>
                  <a:gd name="T63" fmla="*/ 12 h 116"/>
                  <a:gd name="T64" fmla="*/ 40 w 92"/>
                  <a:gd name="T65" fmla="*/ 12 h 116"/>
                  <a:gd name="T66" fmla="*/ 40 w 92"/>
                  <a:gd name="T67" fmla="*/ 16 h 116"/>
                  <a:gd name="T68" fmla="*/ 44 w 92"/>
                  <a:gd name="T69" fmla="*/ 16 h 116"/>
                  <a:gd name="T70" fmla="*/ 44 w 92"/>
                  <a:gd name="T71" fmla="*/ 24 h 116"/>
                  <a:gd name="T72" fmla="*/ 36 w 92"/>
                  <a:gd name="T73" fmla="*/ 14 h 116"/>
                  <a:gd name="T74" fmla="*/ 46 w 92"/>
                  <a:gd name="T75" fmla="*/ 112 h 116"/>
                  <a:gd name="T76" fmla="*/ 4 w 92"/>
                  <a:gd name="T77" fmla="*/ 70 h 116"/>
                  <a:gd name="T78" fmla="*/ 46 w 92"/>
                  <a:gd name="T79" fmla="*/ 28 h 116"/>
                  <a:gd name="T80" fmla="*/ 88 w 92"/>
                  <a:gd name="T81" fmla="*/ 70 h 116"/>
                  <a:gd name="T82" fmla="*/ 46 w 92"/>
                  <a:gd name="T8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2" h="116">
                    <a:moveTo>
                      <a:pt x="80" y="39"/>
                    </a:moveTo>
                    <a:cubicBezTo>
                      <a:pt x="85" y="34"/>
                      <a:pt x="85" y="34"/>
                      <a:pt x="85" y="34"/>
                    </a:cubicBezTo>
                    <a:cubicBezTo>
                      <a:pt x="88" y="37"/>
                      <a:pt x="88" y="37"/>
                      <a:pt x="88" y="37"/>
                    </a:cubicBezTo>
                    <a:cubicBezTo>
                      <a:pt x="90" y="34"/>
                      <a:pt x="90" y="34"/>
                      <a:pt x="90" y="34"/>
                    </a:cubicBezTo>
                    <a:cubicBezTo>
                      <a:pt x="82" y="26"/>
                      <a:pt x="82" y="26"/>
                      <a:pt x="82" y="26"/>
                    </a:cubicBezTo>
                    <a:cubicBezTo>
                      <a:pt x="79" y="28"/>
                      <a:pt x="79" y="28"/>
                      <a:pt x="79" y="28"/>
                    </a:cubicBezTo>
                    <a:cubicBezTo>
                      <a:pt x="82" y="31"/>
                      <a:pt x="82" y="31"/>
                      <a:pt x="82" y="31"/>
                    </a:cubicBezTo>
                    <a:cubicBezTo>
                      <a:pt x="77" y="36"/>
                      <a:pt x="77" y="36"/>
                      <a:pt x="77" y="36"/>
                    </a:cubicBezTo>
                    <a:cubicBezTo>
                      <a:pt x="71" y="30"/>
                      <a:pt x="63" y="27"/>
                      <a:pt x="55" y="25"/>
                    </a:cubicBezTo>
                    <a:cubicBezTo>
                      <a:pt x="58" y="22"/>
                      <a:pt x="60" y="18"/>
                      <a:pt x="60" y="14"/>
                    </a:cubicBezTo>
                    <a:cubicBezTo>
                      <a:pt x="60" y="6"/>
                      <a:pt x="54" y="0"/>
                      <a:pt x="46" y="0"/>
                    </a:cubicBezTo>
                    <a:cubicBezTo>
                      <a:pt x="38" y="0"/>
                      <a:pt x="32" y="6"/>
                      <a:pt x="32" y="14"/>
                    </a:cubicBezTo>
                    <a:cubicBezTo>
                      <a:pt x="32" y="18"/>
                      <a:pt x="34" y="22"/>
                      <a:pt x="37" y="25"/>
                    </a:cubicBezTo>
                    <a:cubicBezTo>
                      <a:pt x="29" y="27"/>
                      <a:pt x="21" y="30"/>
                      <a:pt x="15" y="36"/>
                    </a:cubicBezTo>
                    <a:cubicBezTo>
                      <a:pt x="10" y="31"/>
                      <a:pt x="10" y="31"/>
                      <a:pt x="10" y="31"/>
                    </a:cubicBezTo>
                    <a:cubicBezTo>
                      <a:pt x="13" y="28"/>
                      <a:pt x="13" y="28"/>
                      <a:pt x="13" y="28"/>
                    </a:cubicBezTo>
                    <a:cubicBezTo>
                      <a:pt x="10" y="26"/>
                      <a:pt x="10" y="26"/>
                      <a:pt x="10" y="26"/>
                    </a:cubicBezTo>
                    <a:cubicBezTo>
                      <a:pt x="2" y="34"/>
                      <a:pt x="2" y="34"/>
                      <a:pt x="2" y="34"/>
                    </a:cubicBezTo>
                    <a:cubicBezTo>
                      <a:pt x="4" y="37"/>
                      <a:pt x="4" y="37"/>
                      <a:pt x="4" y="37"/>
                    </a:cubicBezTo>
                    <a:cubicBezTo>
                      <a:pt x="7" y="34"/>
                      <a:pt x="7" y="34"/>
                      <a:pt x="7" y="34"/>
                    </a:cubicBezTo>
                    <a:cubicBezTo>
                      <a:pt x="12" y="39"/>
                      <a:pt x="12" y="39"/>
                      <a:pt x="12" y="39"/>
                    </a:cubicBezTo>
                    <a:cubicBezTo>
                      <a:pt x="5" y="47"/>
                      <a:pt x="0" y="58"/>
                      <a:pt x="0" y="70"/>
                    </a:cubicBezTo>
                    <a:cubicBezTo>
                      <a:pt x="0" y="95"/>
                      <a:pt x="21" y="116"/>
                      <a:pt x="46" y="116"/>
                    </a:cubicBezTo>
                    <a:cubicBezTo>
                      <a:pt x="71" y="116"/>
                      <a:pt x="92" y="95"/>
                      <a:pt x="92" y="70"/>
                    </a:cubicBezTo>
                    <a:cubicBezTo>
                      <a:pt x="92" y="58"/>
                      <a:pt x="87" y="47"/>
                      <a:pt x="80" y="39"/>
                    </a:cubicBezTo>
                    <a:close/>
                    <a:moveTo>
                      <a:pt x="36" y="14"/>
                    </a:moveTo>
                    <a:cubicBezTo>
                      <a:pt x="36" y="8"/>
                      <a:pt x="40" y="4"/>
                      <a:pt x="46" y="4"/>
                    </a:cubicBezTo>
                    <a:cubicBezTo>
                      <a:pt x="52" y="4"/>
                      <a:pt x="56" y="8"/>
                      <a:pt x="56" y="14"/>
                    </a:cubicBezTo>
                    <a:cubicBezTo>
                      <a:pt x="56" y="19"/>
                      <a:pt x="53" y="23"/>
                      <a:pt x="48" y="24"/>
                    </a:cubicBezTo>
                    <a:cubicBezTo>
                      <a:pt x="48" y="16"/>
                      <a:pt x="48" y="16"/>
                      <a:pt x="48" y="16"/>
                    </a:cubicBezTo>
                    <a:cubicBezTo>
                      <a:pt x="52" y="16"/>
                      <a:pt x="52" y="16"/>
                      <a:pt x="52" y="16"/>
                    </a:cubicBezTo>
                    <a:cubicBezTo>
                      <a:pt x="52" y="12"/>
                      <a:pt x="52" y="12"/>
                      <a:pt x="52" y="12"/>
                    </a:cubicBezTo>
                    <a:cubicBezTo>
                      <a:pt x="40" y="12"/>
                      <a:pt x="40" y="12"/>
                      <a:pt x="40" y="12"/>
                    </a:cubicBezTo>
                    <a:cubicBezTo>
                      <a:pt x="40" y="16"/>
                      <a:pt x="40" y="16"/>
                      <a:pt x="40" y="16"/>
                    </a:cubicBezTo>
                    <a:cubicBezTo>
                      <a:pt x="44" y="16"/>
                      <a:pt x="44" y="16"/>
                      <a:pt x="44" y="16"/>
                    </a:cubicBezTo>
                    <a:cubicBezTo>
                      <a:pt x="44" y="24"/>
                      <a:pt x="44" y="24"/>
                      <a:pt x="44" y="24"/>
                    </a:cubicBezTo>
                    <a:cubicBezTo>
                      <a:pt x="39" y="23"/>
                      <a:pt x="36" y="19"/>
                      <a:pt x="36" y="14"/>
                    </a:cubicBezTo>
                    <a:close/>
                    <a:moveTo>
                      <a:pt x="46" y="112"/>
                    </a:moveTo>
                    <a:cubicBezTo>
                      <a:pt x="23" y="112"/>
                      <a:pt x="4" y="93"/>
                      <a:pt x="4" y="70"/>
                    </a:cubicBezTo>
                    <a:cubicBezTo>
                      <a:pt x="4" y="47"/>
                      <a:pt x="23" y="28"/>
                      <a:pt x="46" y="28"/>
                    </a:cubicBezTo>
                    <a:cubicBezTo>
                      <a:pt x="69" y="28"/>
                      <a:pt x="88" y="47"/>
                      <a:pt x="88" y="70"/>
                    </a:cubicBezTo>
                    <a:cubicBezTo>
                      <a:pt x="88" y="93"/>
                      <a:pt x="69" y="112"/>
                      <a:pt x="46"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8" name="Group 97"/>
            <p:cNvGrpSpPr/>
            <p:nvPr/>
          </p:nvGrpSpPr>
          <p:grpSpPr>
            <a:xfrm>
              <a:off x="11075581" y="528361"/>
              <a:ext cx="462862" cy="508841"/>
              <a:chOff x="6983413" y="2554288"/>
              <a:chExt cx="239713" cy="263525"/>
            </a:xfrm>
            <a:grpFill/>
          </p:grpSpPr>
          <p:sp>
            <p:nvSpPr>
              <p:cNvPr id="189" name="Freeform 188"/>
              <p:cNvSpPr>
                <a:spLocks noEditPoints="1"/>
              </p:cNvSpPr>
              <p:nvPr/>
            </p:nvSpPr>
            <p:spPr bwMode="auto">
              <a:xfrm>
                <a:off x="7088188" y="2619375"/>
                <a:ext cx="30163" cy="114300"/>
              </a:xfrm>
              <a:custGeom>
                <a:avLst/>
                <a:gdLst>
                  <a:gd name="T0" fmla="*/ 8 w 12"/>
                  <a:gd name="T1" fmla="*/ 24 h 44"/>
                  <a:gd name="T2" fmla="*/ 8 w 12"/>
                  <a:gd name="T3" fmla="*/ 2 h 44"/>
                  <a:gd name="T4" fmla="*/ 6 w 12"/>
                  <a:gd name="T5" fmla="*/ 0 h 44"/>
                  <a:gd name="T6" fmla="*/ 4 w 12"/>
                  <a:gd name="T7" fmla="*/ 2 h 44"/>
                  <a:gd name="T8" fmla="*/ 4 w 12"/>
                  <a:gd name="T9" fmla="*/ 24 h 44"/>
                  <a:gd name="T10" fmla="*/ 0 w 12"/>
                  <a:gd name="T11" fmla="*/ 30 h 44"/>
                  <a:gd name="T12" fmla="*/ 4 w 12"/>
                  <a:gd name="T13" fmla="*/ 36 h 44"/>
                  <a:gd name="T14" fmla="*/ 4 w 12"/>
                  <a:gd name="T15" fmla="*/ 42 h 44"/>
                  <a:gd name="T16" fmla="*/ 6 w 12"/>
                  <a:gd name="T17" fmla="*/ 44 h 44"/>
                  <a:gd name="T18" fmla="*/ 8 w 12"/>
                  <a:gd name="T19" fmla="*/ 42 h 44"/>
                  <a:gd name="T20" fmla="*/ 8 w 12"/>
                  <a:gd name="T21" fmla="*/ 36 h 44"/>
                  <a:gd name="T22" fmla="*/ 12 w 12"/>
                  <a:gd name="T23" fmla="*/ 30 h 44"/>
                  <a:gd name="T24" fmla="*/ 8 w 12"/>
                  <a:gd name="T25" fmla="*/ 24 h 44"/>
                  <a:gd name="T26" fmla="*/ 6 w 12"/>
                  <a:gd name="T27" fmla="*/ 32 h 44"/>
                  <a:gd name="T28" fmla="*/ 4 w 12"/>
                  <a:gd name="T29" fmla="*/ 30 h 44"/>
                  <a:gd name="T30" fmla="*/ 6 w 12"/>
                  <a:gd name="T31" fmla="*/ 28 h 44"/>
                  <a:gd name="T32" fmla="*/ 8 w 12"/>
                  <a:gd name="T33" fmla="*/ 30 h 44"/>
                  <a:gd name="T34" fmla="*/ 6 w 12"/>
                  <a:gd name="T35" fmla="*/ 3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 h="44">
                    <a:moveTo>
                      <a:pt x="8" y="24"/>
                    </a:moveTo>
                    <a:cubicBezTo>
                      <a:pt x="8" y="2"/>
                      <a:pt x="8" y="2"/>
                      <a:pt x="8" y="2"/>
                    </a:cubicBezTo>
                    <a:cubicBezTo>
                      <a:pt x="8" y="1"/>
                      <a:pt x="7" y="0"/>
                      <a:pt x="6" y="0"/>
                    </a:cubicBezTo>
                    <a:cubicBezTo>
                      <a:pt x="5" y="0"/>
                      <a:pt x="4" y="1"/>
                      <a:pt x="4" y="2"/>
                    </a:cubicBezTo>
                    <a:cubicBezTo>
                      <a:pt x="4" y="24"/>
                      <a:pt x="4" y="24"/>
                      <a:pt x="4" y="24"/>
                    </a:cubicBezTo>
                    <a:cubicBezTo>
                      <a:pt x="2" y="25"/>
                      <a:pt x="0" y="27"/>
                      <a:pt x="0" y="30"/>
                    </a:cubicBezTo>
                    <a:cubicBezTo>
                      <a:pt x="0" y="33"/>
                      <a:pt x="2" y="35"/>
                      <a:pt x="4" y="36"/>
                    </a:cubicBezTo>
                    <a:cubicBezTo>
                      <a:pt x="4" y="42"/>
                      <a:pt x="4" y="42"/>
                      <a:pt x="4" y="42"/>
                    </a:cubicBezTo>
                    <a:cubicBezTo>
                      <a:pt x="4" y="43"/>
                      <a:pt x="5" y="44"/>
                      <a:pt x="6" y="44"/>
                    </a:cubicBezTo>
                    <a:cubicBezTo>
                      <a:pt x="7" y="44"/>
                      <a:pt x="8" y="43"/>
                      <a:pt x="8" y="42"/>
                    </a:cubicBezTo>
                    <a:cubicBezTo>
                      <a:pt x="8" y="36"/>
                      <a:pt x="8" y="36"/>
                      <a:pt x="8" y="36"/>
                    </a:cubicBezTo>
                    <a:cubicBezTo>
                      <a:pt x="10" y="35"/>
                      <a:pt x="12" y="33"/>
                      <a:pt x="12" y="30"/>
                    </a:cubicBezTo>
                    <a:cubicBezTo>
                      <a:pt x="12" y="27"/>
                      <a:pt x="10" y="25"/>
                      <a:pt x="8" y="24"/>
                    </a:cubicBezTo>
                    <a:close/>
                    <a:moveTo>
                      <a:pt x="6" y="32"/>
                    </a:moveTo>
                    <a:cubicBezTo>
                      <a:pt x="5" y="32"/>
                      <a:pt x="4" y="31"/>
                      <a:pt x="4" y="30"/>
                    </a:cubicBezTo>
                    <a:cubicBezTo>
                      <a:pt x="4" y="29"/>
                      <a:pt x="5" y="28"/>
                      <a:pt x="6" y="28"/>
                    </a:cubicBezTo>
                    <a:cubicBezTo>
                      <a:pt x="7" y="28"/>
                      <a:pt x="8" y="29"/>
                      <a:pt x="8" y="30"/>
                    </a:cubicBezTo>
                    <a:cubicBezTo>
                      <a:pt x="8" y="31"/>
                      <a:pt x="7" y="32"/>
                      <a:pt x="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0" name="Freeform 189"/>
              <p:cNvSpPr>
                <a:spLocks noEditPoints="1"/>
              </p:cNvSpPr>
              <p:nvPr/>
            </p:nvSpPr>
            <p:spPr bwMode="auto">
              <a:xfrm>
                <a:off x="6983413" y="2554288"/>
                <a:ext cx="239713" cy="263525"/>
              </a:xfrm>
              <a:custGeom>
                <a:avLst/>
                <a:gdLst>
                  <a:gd name="T0" fmla="*/ 80 w 92"/>
                  <a:gd name="T1" fmla="*/ 24 h 101"/>
                  <a:gd name="T2" fmla="*/ 85 w 92"/>
                  <a:gd name="T3" fmla="*/ 19 h 101"/>
                  <a:gd name="T4" fmla="*/ 88 w 92"/>
                  <a:gd name="T5" fmla="*/ 22 h 101"/>
                  <a:gd name="T6" fmla="*/ 90 w 92"/>
                  <a:gd name="T7" fmla="*/ 19 h 101"/>
                  <a:gd name="T8" fmla="*/ 82 w 92"/>
                  <a:gd name="T9" fmla="*/ 11 h 101"/>
                  <a:gd name="T10" fmla="*/ 79 w 92"/>
                  <a:gd name="T11" fmla="*/ 13 h 101"/>
                  <a:gd name="T12" fmla="*/ 82 w 92"/>
                  <a:gd name="T13" fmla="*/ 16 h 101"/>
                  <a:gd name="T14" fmla="*/ 77 w 92"/>
                  <a:gd name="T15" fmla="*/ 21 h 101"/>
                  <a:gd name="T16" fmla="*/ 48 w 92"/>
                  <a:gd name="T17" fmla="*/ 9 h 101"/>
                  <a:gd name="T18" fmla="*/ 48 w 92"/>
                  <a:gd name="T19" fmla="*/ 4 h 101"/>
                  <a:gd name="T20" fmla="*/ 52 w 92"/>
                  <a:gd name="T21" fmla="*/ 4 h 101"/>
                  <a:gd name="T22" fmla="*/ 52 w 92"/>
                  <a:gd name="T23" fmla="*/ 0 h 101"/>
                  <a:gd name="T24" fmla="*/ 40 w 92"/>
                  <a:gd name="T25" fmla="*/ 0 h 101"/>
                  <a:gd name="T26" fmla="*/ 40 w 92"/>
                  <a:gd name="T27" fmla="*/ 4 h 101"/>
                  <a:gd name="T28" fmla="*/ 44 w 92"/>
                  <a:gd name="T29" fmla="*/ 4 h 101"/>
                  <a:gd name="T30" fmla="*/ 44 w 92"/>
                  <a:gd name="T31" fmla="*/ 9 h 101"/>
                  <a:gd name="T32" fmla="*/ 0 w 92"/>
                  <a:gd name="T33" fmla="*/ 55 h 101"/>
                  <a:gd name="T34" fmla="*/ 46 w 92"/>
                  <a:gd name="T35" fmla="*/ 101 h 101"/>
                  <a:gd name="T36" fmla="*/ 92 w 92"/>
                  <a:gd name="T37" fmla="*/ 55 h 101"/>
                  <a:gd name="T38" fmla="*/ 80 w 92"/>
                  <a:gd name="T39" fmla="*/ 24 h 101"/>
                  <a:gd name="T40" fmla="*/ 46 w 92"/>
                  <a:gd name="T41" fmla="*/ 97 h 101"/>
                  <a:gd name="T42" fmla="*/ 4 w 92"/>
                  <a:gd name="T43" fmla="*/ 55 h 101"/>
                  <a:gd name="T44" fmla="*/ 46 w 92"/>
                  <a:gd name="T45" fmla="*/ 13 h 101"/>
                  <a:gd name="T46" fmla="*/ 88 w 92"/>
                  <a:gd name="T47" fmla="*/ 55 h 101"/>
                  <a:gd name="T48" fmla="*/ 46 w 92"/>
                  <a:gd name="T49" fmla="*/ 9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2" h="101">
                    <a:moveTo>
                      <a:pt x="80" y="24"/>
                    </a:moveTo>
                    <a:cubicBezTo>
                      <a:pt x="85" y="19"/>
                      <a:pt x="85" y="19"/>
                      <a:pt x="85" y="19"/>
                    </a:cubicBezTo>
                    <a:cubicBezTo>
                      <a:pt x="88" y="22"/>
                      <a:pt x="88" y="22"/>
                      <a:pt x="88" y="22"/>
                    </a:cubicBezTo>
                    <a:cubicBezTo>
                      <a:pt x="90" y="19"/>
                      <a:pt x="90" y="19"/>
                      <a:pt x="90" y="19"/>
                    </a:cubicBezTo>
                    <a:cubicBezTo>
                      <a:pt x="82" y="11"/>
                      <a:pt x="82" y="11"/>
                      <a:pt x="82" y="11"/>
                    </a:cubicBezTo>
                    <a:cubicBezTo>
                      <a:pt x="79" y="13"/>
                      <a:pt x="79" y="13"/>
                      <a:pt x="79" y="13"/>
                    </a:cubicBezTo>
                    <a:cubicBezTo>
                      <a:pt x="82" y="16"/>
                      <a:pt x="82" y="16"/>
                      <a:pt x="82" y="16"/>
                    </a:cubicBezTo>
                    <a:cubicBezTo>
                      <a:pt x="77" y="21"/>
                      <a:pt x="77" y="21"/>
                      <a:pt x="77" y="21"/>
                    </a:cubicBezTo>
                    <a:cubicBezTo>
                      <a:pt x="69" y="14"/>
                      <a:pt x="59" y="10"/>
                      <a:pt x="48" y="9"/>
                    </a:cubicBezTo>
                    <a:cubicBezTo>
                      <a:pt x="48" y="4"/>
                      <a:pt x="48" y="4"/>
                      <a:pt x="48" y="4"/>
                    </a:cubicBezTo>
                    <a:cubicBezTo>
                      <a:pt x="52" y="4"/>
                      <a:pt x="52" y="4"/>
                      <a:pt x="52" y="4"/>
                    </a:cubicBezTo>
                    <a:cubicBezTo>
                      <a:pt x="52" y="0"/>
                      <a:pt x="52" y="0"/>
                      <a:pt x="52" y="0"/>
                    </a:cubicBezTo>
                    <a:cubicBezTo>
                      <a:pt x="40" y="0"/>
                      <a:pt x="40" y="0"/>
                      <a:pt x="40" y="0"/>
                    </a:cubicBezTo>
                    <a:cubicBezTo>
                      <a:pt x="40" y="4"/>
                      <a:pt x="40" y="4"/>
                      <a:pt x="40" y="4"/>
                    </a:cubicBezTo>
                    <a:cubicBezTo>
                      <a:pt x="44" y="4"/>
                      <a:pt x="44" y="4"/>
                      <a:pt x="44" y="4"/>
                    </a:cubicBezTo>
                    <a:cubicBezTo>
                      <a:pt x="44" y="9"/>
                      <a:pt x="44" y="9"/>
                      <a:pt x="44" y="9"/>
                    </a:cubicBezTo>
                    <a:cubicBezTo>
                      <a:pt x="20" y="10"/>
                      <a:pt x="0" y="30"/>
                      <a:pt x="0" y="55"/>
                    </a:cubicBezTo>
                    <a:cubicBezTo>
                      <a:pt x="0" y="80"/>
                      <a:pt x="21" y="101"/>
                      <a:pt x="46" y="101"/>
                    </a:cubicBezTo>
                    <a:cubicBezTo>
                      <a:pt x="71" y="101"/>
                      <a:pt x="92" y="80"/>
                      <a:pt x="92" y="55"/>
                    </a:cubicBezTo>
                    <a:cubicBezTo>
                      <a:pt x="92" y="43"/>
                      <a:pt x="87" y="32"/>
                      <a:pt x="80" y="24"/>
                    </a:cubicBezTo>
                    <a:close/>
                    <a:moveTo>
                      <a:pt x="46" y="97"/>
                    </a:moveTo>
                    <a:cubicBezTo>
                      <a:pt x="23" y="97"/>
                      <a:pt x="4" y="78"/>
                      <a:pt x="4" y="55"/>
                    </a:cubicBezTo>
                    <a:cubicBezTo>
                      <a:pt x="4" y="32"/>
                      <a:pt x="23" y="13"/>
                      <a:pt x="46" y="13"/>
                    </a:cubicBezTo>
                    <a:cubicBezTo>
                      <a:pt x="69" y="13"/>
                      <a:pt x="88" y="32"/>
                      <a:pt x="88" y="55"/>
                    </a:cubicBezTo>
                    <a:cubicBezTo>
                      <a:pt x="88" y="78"/>
                      <a:pt x="69" y="97"/>
                      <a:pt x="46" y="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9" name="Group 98"/>
            <p:cNvGrpSpPr/>
            <p:nvPr/>
          </p:nvGrpSpPr>
          <p:grpSpPr>
            <a:xfrm>
              <a:off x="2480489" y="2779292"/>
              <a:ext cx="239713" cy="292100"/>
              <a:chOff x="1273175" y="3175000"/>
              <a:chExt cx="239713" cy="292100"/>
            </a:xfrm>
            <a:grpFill/>
          </p:grpSpPr>
          <p:sp>
            <p:nvSpPr>
              <p:cNvPr id="187" name="Oval 186"/>
              <p:cNvSpPr>
                <a:spLocks noChangeArrowheads="1"/>
              </p:cNvSpPr>
              <p:nvPr/>
            </p:nvSpPr>
            <p:spPr bwMode="auto">
              <a:xfrm>
                <a:off x="1419225" y="3403600"/>
                <a:ext cx="31750" cy="2063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8" name="Freeform 187"/>
              <p:cNvSpPr>
                <a:spLocks noEditPoints="1"/>
              </p:cNvSpPr>
              <p:nvPr/>
            </p:nvSpPr>
            <p:spPr bwMode="auto">
              <a:xfrm>
                <a:off x="1273175" y="3175000"/>
                <a:ext cx="239713" cy="292100"/>
              </a:xfrm>
              <a:custGeom>
                <a:avLst/>
                <a:gdLst>
                  <a:gd name="T0" fmla="*/ 46 w 92"/>
                  <a:gd name="T1" fmla="*/ 76 h 112"/>
                  <a:gd name="T2" fmla="*/ 32 w 92"/>
                  <a:gd name="T3" fmla="*/ 77 h 112"/>
                  <a:gd name="T4" fmla="*/ 32 w 92"/>
                  <a:gd name="T5" fmla="*/ 46 h 112"/>
                  <a:gd name="T6" fmla="*/ 84 w 92"/>
                  <a:gd name="T7" fmla="*/ 24 h 112"/>
                  <a:gd name="T8" fmla="*/ 28 w 92"/>
                  <a:gd name="T9" fmla="*/ 0 h 112"/>
                  <a:gd name="T10" fmla="*/ 28 w 92"/>
                  <a:gd name="T11" fmla="*/ 26 h 112"/>
                  <a:gd name="T12" fmla="*/ 28 w 92"/>
                  <a:gd name="T13" fmla="*/ 77 h 112"/>
                  <a:gd name="T14" fmla="*/ 0 w 92"/>
                  <a:gd name="T15" fmla="*/ 94 h 112"/>
                  <a:gd name="T16" fmla="*/ 46 w 92"/>
                  <a:gd name="T17" fmla="*/ 112 h 112"/>
                  <a:gd name="T18" fmla="*/ 92 w 92"/>
                  <a:gd name="T19" fmla="*/ 94 h 112"/>
                  <a:gd name="T20" fmla="*/ 46 w 92"/>
                  <a:gd name="T21" fmla="*/ 76 h 112"/>
                  <a:gd name="T22" fmla="*/ 32 w 92"/>
                  <a:gd name="T23" fmla="*/ 6 h 112"/>
                  <a:gd name="T24" fmla="*/ 74 w 92"/>
                  <a:gd name="T25" fmla="*/ 24 h 112"/>
                  <a:gd name="T26" fmla="*/ 32 w 92"/>
                  <a:gd name="T27" fmla="*/ 42 h 112"/>
                  <a:gd name="T28" fmla="*/ 32 w 92"/>
                  <a:gd name="T29" fmla="*/ 6 h 112"/>
                  <a:gd name="T30" fmla="*/ 46 w 92"/>
                  <a:gd name="T31" fmla="*/ 108 h 112"/>
                  <a:gd name="T32" fmla="*/ 4 w 92"/>
                  <a:gd name="T33" fmla="*/ 94 h 112"/>
                  <a:gd name="T34" fmla="*/ 28 w 92"/>
                  <a:gd name="T35" fmla="*/ 81 h 112"/>
                  <a:gd name="T36" fmla="*/ 28 w 92"/>
                  <a:gd name="T37" fmla="*/ 88 h 112"/>
                  <a:gd name="T38" fmla="*/ 20 w 92"/>
                  <a:gd name="T39" fmla="*/ 94 h 112"/>
                  <a:gd name="T40" fmla="*/ 30 w 92"/>
                  <a:gd name="T41" fmla="*/ 100 h 112"/>
                  <a:gd name="T42" fmla="*/ 40 w 92"/>
                  <a:gd name="T43" fmla="*/ 94 h 112"/>
                  <a:gd name="T44" fmla="*/ 32 w 92"/>
                  <a:gd name="T45" fmla="*/ 88 h 112"/>
                  <a:gd name="T46" fmla="*/ 32 w 92"/>
                  <a:gd name="T47" fmla="*/ 81 h 112"/>
                  <a:gd name="T48" fmla="*/ 46 w 92"/>
                  <a:gd name="T49" fmla="*/ 80 h 112"/>
                  <a:gd name="T50" fmla="*/ 88 w 92"/>
                  <a:gd name="T51" fmla="*/ 94 h 112"/>
                  <a:gd name="T52" fmla="*/ 46 w 92"/>
                  <a:gd name="T53" fmla="*/ 10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2" h="112">
                    <a:moveTo>
                      <a:pt x="46" y="76"/>
                    </a:moveTo>
                    <a:cubicBezTo>
                      <a:pt x="41" y="76"/>
                      <a:pt x="36" y="76"/>
                      <a:pt x="32" y="77"/>
                    </a:cubicBezTo>
                    <a:cubicBezTo>
                      <a:pt x="32" y="46"/>
                      <a:pt x="32" y="46"/>
                      <a:pt x="32" y="46"/>
                    </a:cubicBezTo>
                    <a:cubicBezTo>
                      <a:pt x="84" y="24"/>
                      <a:pt x="84" y="24"/>
                      <a:pt x="84" y="24"/>
                    </a:cubicBezTo>
                    <a:cubicBezTo>
                      <a:pt x="28" y="0"/>
                      <a:pt x="28" y="0"/>
                      <a:pt x="28" y="0"/>
                    </a:cubicBezTo>
                    <a:cubicBezTo>
                      <a:pt x="28" y="26"/>
                      <a:pt x="28" y="26"/>
                      <a:pt x="28" y="26"/>
                    </a:cubicBezTo>
                    <a:cubicBezTo>
                      <a:pt x="28" y="77"/>
                      <a:pt x="28" y="77"/>
                      <a:pt x="28" y="77"/>
                    </a:cubicBezTo>
                    <a:cubicBezTo>
                      <a:pt x="12" y="80"/>
                      <a:pt x="0" y="87"/>
                      <a:pt x="0" y="94"/>
                    </a:cubicBezTo>
                    <a:cubicBezTo>
                      <a:pt x="0" y="104"/>
                      <a:pt x="21" y="112"/>
                      <a:pt x="46" y="112"/>
                    </a:cubicBezTo>
                    <a:cubicBezTo>
                      <a:pt x="71" y="112"/>
                      <a:pt x="92" y="104"/>
                      <a:pt x="92" y="94"/>
                    </a:cubicBezTo>
                    <a:cubicBezTo>
                      <a:pt x="92" y="84"/>
                      <a:pt x="71" y="76"/>
                      <a:pt x="46" y="76"/>
                    </a:cubicBezTo>
                    <a:close/>
                    <a:moveTo>
                      <a:pt x="32" y="6"/>
                    </a:moveTo>
                    <a:cubicBezTo>
                      <a:pt x="74" y="24"/>
                      <a:pt x="74" y="24"/>
                      <a:pt x="74" y="24"/>
                    </a:cubicBezTo>
                    <a:cubicBezTo>
                      <a:pt x="32" y="42"/>
                      <a:pt x="32" y="42"/>
                      <a:pt x="32" y="42"/>
                    </a:cubicBezTo>
                    <a:lnTo>
                      <a:pt x="32" y="6"/>
                    </a:lnTo>
                    <a:close/>
                    <a:moveTo>
                      <a:pt x="46" y="108"/>
                    </a:moveTo>
                    <a:cubicBezTo>
                      <a:pt x="23" y="108"/>
                      <a:pt x="4" y="102"/>
                      <a:pt x="4" y="94"/>
                    </a:cubicBezTo>
                    <a:cubicBezTo>
                      <a:pt x="4" y="88"/>
                      <a:pt x="14" y="84"/>
                      <a:pt x="28" y="81"/>
                    </a:cubicBezTo>
                    <a:cubicBezTo>
                      <a:pt x="28" y="88"/>
                      <a:pt x="28" y="88"/>
                      <a:pt x="28" y="88"/>
                    </a:cubicBezTo>
                    <a:cubicBezTo>
                      <a:pt x="23" y="89"/>
                      <a:pt x="20" y="91"/>
                      <a:pt x="20" y="94"/>
                    </a:cubicBezTo>
                    <a:cubicBezTo>
                      <a:pt x="20" y="97"/>
                      <a:pt x="24" y="100"/>
                      <a:pt x="30" y="100"/>
                    </a:cubicBezTo>
                    <a:cubicBezTo>
                      <a:pt x="36" y="100"/>
                      <a:pt x="40" y="97"/>
                      <a:pt x="40" y="94"/>
                    </a:cubicBezTo>
                    <a:cubicBezTo>
                      <a:pt x="40" y="91"/>
                      <a:pt x="37" y="89"/>
                      <a:pt x="32" y="88"/>
                    </a:cubicBezTo>
                    <a:cubicBezTo>
                      <a:pt x="32" y="81"/>
                      <a:pt x="32" y="81"/>
                      <a:pt x="32" y="81"/>
                    </a:cubicBezTo>
                    <a:cubicBezTo>
                      <a:pt x="36" y="80"/>
                      <a:pt x="41" y="80"/>
                      <a:pt x="46" y="80"/>
                    </a:cubicBezTo>
                    <a:cubicBezTo>
                      <a:pt x="69" y="80"/>
                      <a:pt x="88" y="86"/>
                      <a:pt x="88" y="94"/>
                    </a:cubicBezTo>
                    <a:cubicBezTo>
                      <a:pt x="88" y="102"/>
                      <a:pt x="69" y="108"/>
                      <a:pt x="4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00" name="Freeform 99"/>
            <p:cNvSpPr>
              <a:spLocks noEditPoints="1"/>
            </p:cNvSpPr>
            <p:nvPr/>
          </p:nvSpPr>
          <p:spPr bwMode="auto">
            <a:xfrm>
              <a:off x="9288758" y="231629"/>
              <a:ext cx="590966" cy="590964"/>
            </a:xfrm>
            <a:custGeom>
              <a:avLst/>
              <a:gdLst>
                <a:gd name="T0" fmla="*/ 16 w 96"/>
                <a:gd name="T1" fmla="*/ 83 h 96"/>
                <a:gd name="T2" fmla="*/ 16 w 96"/>
                <a:gd name="T3" fmla="*/ 84 h 96"/>
                <a:gd name="T4" fmla="*/ 16 w 96"/>
                <a:gd name="T5" fmla="*/ 96 h 96"/>
                <a:gd name="T6" fmla="*/ 12 w 96"/>
                <a:gd name="T7" fmla="*/ 87 h 96"/>
                <a:gd name="T8" fmla="*/ 4 w 96"/>
                <a:gd name="T9" fmla="*/ 89 h 96"/>
                <a:gd name="T10" fmla="*/ 0 w 96"/>
                <a:gd name="T11" fmla="*/ 84 h 96"/>
                <a:gd name="T12" fmla="*/ 13 w 96"/>
                <a:gd name="T13" fmla="*/ 80 h 96"/>
                <a:gd name="T14" fmla="*/ 17 w 96"/>
                <a:gd name="T15" fmla="*/ 76 h 96"/>
                <a:gd name="T16" fmla="*/ 8 w 96"/>
                <a:gd name="T17" fmla="*/ 72 h 96"/>
                <a:gd name="T18" fmla="*/ 43 w 96"/>
                <a:gd name="T19" fmla="*/ 51 h 96"/>
                <a:gd name="T20" fmla="*/ 40 w 96"/>
                <a:gd name="T21" fmla="*/ 48 h 96"/>
                <a:gd name="T22" fmla="*/ 48 w 96"/>
                <a:gd name="T23" fmla="*/ 56 h 96"/>
                <a:gd name="T24" fmla="*/ 24 w 96"/>
                <a:gd name="T25" fmla="*/ 75 h 96"/>
                <a:gd name="T26" fmla="*/ 24 w 96"/>
                <a:gd name="T27" fmla="*/ 88 h 96"/>
                <a:gd name="T28" fmla="*/ 20 w 96"/>
                <a:gd name="T29" fmla="*/ 79 h 96"/>
                <a:gd name="T30" fmla="*/ 8 w 96"/>
                <a:gd name="T31" fmla="*/ 44 h 96"/>
                <a:gd name="T32" fmla="*/ 96 w 96"/>
                <a:gd name="T33" fmla="*/ 44 h 96"/>
                <a:gd name="T34" fmla="*/ 28 w 96"/>
                <a:gd name="T35" fmla="*/ 81 h 96"/>
                <a:gd name="T36" fmla="*/ 28 w 96"/>
                <a:gd name="T37" fmla="*/ 76 h 96"/>
                <a:gd name="T38" fmla="*/ 92 w 96"/>
                <a:gd name="T39" fmla="*/ 44 h 96"/>
                <a:gd name="T40" fmla="*/ 12 w 96"/>
                <a:gd name="T41" fmla="*/ 44 h 96"/>
                <a:gd name="T42" fmla="*/ 20 w 96"/>
                <a:gd name="T43" fmla="*/ 68 h 96"/>
                <a:gd name="T44" fmla="*/ 15 w 96"/>
                <a:gd name="T45" fmla="*/ 68 h 96"/>
                <a:gd name="T46" fmla="*/ 40 w 96"/>
                <a:gd name="T47" fmla="*/ 44 h 96"/>
                <a:gd name="T48" fmla="*/ 64 w 96"/>
                <a:gd name="T49" fmla="*/ 44 h 96"/>
                <a:gd name="T50" fmla="*/ 51 w 96"/>
                <a:gd name="T51" fmla="*/ 56 h 96"/>
                <a:gd name="T52" fmla="*/ 53 w 96"/>
                <a:gd name="T53" fmla="*/ 52 h 96"/>
                <a:gd name="T54" fmla="*/ 52 w 96"/>
                <a:gd name="T55" fmla="*/ 36 h 96"/>
                <a:gd name="T56" fmla="*/ 40 w 96"/>
                <a:gd name="T57" fmla="*/ 45 h 96"/>
                <a:gd name="T58" fmla="*/ 28 w 96"/>
                <a:gd name="T59" fmla="*/ 59 h 96"/>
                <a:gd name="T60" fmla="*/ 52 w 96"/>
                <a:gd name="T61" fmla="*/ 16 h 96"/>
                <a:gd name="T62" fmla="*/ 52 w 96"/>
                <a:gd name="T63" fmla="*/ 72 h 96"/>
                <a:gd name="T64" fmla="*/ 40 w 96"/>
                <a:gd name="T65" fmla="*/ 65 h 96"/>
                <a:gd name="T66" fmla="*/ 76 w 96"/>
                <a:gd name="T67" fmla="*/ 44 h 96"/>
                <a:gd name="T68" fmla="*/ 28 w 96"/>
                <a:gd name="T69" fmla="*/ 44 h 96"/>
                <a:gd name="T70" fmla="*/ 28 w 96"/>
                <a:gd name="T71" fmla="*/ 5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6" h="96">
                  <a:moveTo>
                    <a:pt x="20" y="79"/>
                  </a:moveTo>
                  <a:cubicBezTo>
                    <a:pt x="16" y="83"/>
                    <a:pt x="16" y="83"/>
                    <a:pt x="16" y="83"/>
                  </a:cubicBezTo>
                  <a:cubicBezTo>
                    <a:pt x="16" y="84"/>
                    <a:pt x="16" y="84"/>
                    <a:pt x="16" y="84"/>
                  </a:cubicBezTo>
                  <a:cubicBezTo>
                    <a:pt x="16" y="84"/>
                    <a:pt x="16" y="84"/>
                    <a:pt x="16" y="84"/>
                  </a:cubicBezTo>
                  <a:cubicBezTo>
                    <a:pt x="16" y="84"/>
                    <a:pt x="16" y="84"/>
                    <a:pt x="16" y="84"/>
                  </a:cubicBezTo>
                  <a:cubicBezTo>
                    <a:pt x="16" y="96"/>
                    <a:pt x="16" y="96"/>
                    <a:pt x="16" y="96"/>
                  </a:cubicBezTo>
                  <a:cubicBezTo>
                    <a:pt x="12" y="96"/>
                    <a:pt x="12" y="96"/>
                    <a:pt x="12" y="96"/>
                  </a:cubicBezTo>
                  <a:cubicBezTo>
                    <a:pt x="12" y="87"/>
                    <a:pt x="12" y="87"/>
                    <a:pt x="12" y="87"/>
                  </a:cubicBezTo>
                  <a:cubicBezTo>
                    <a:pt x="7" y="92"/>
                    <a:pt x="7" y="92"/>
                    <a:pt x="7" y="92"/>
                  </a:cubicBezTo>
                  <a:cubicBezTo>
                    <a:pt x="4" y="89"/>
                    <a:pt x="4" y="89"/>
                    <a:pt x="4" y="89"/>
                  </a:cubicBezTo>
                  <a:cubicBezTo>
                    <a:pt x="9" y="84"/>
                    <a:pt x="9" y="84"/>
                    <a:pt x="9" y="84"/>
                  </a:cubicBezTo>
                  <a:cubicBezTo>
                    <a:pt x="0" y="84"/>
                    <a:pt x="0" y="84"/>
                    <a:pt x="0" y="84"/>
                  </a:cubicBezTo>
                  <a:cubicBezTo>
                    <a:pt x="0" y="80"/>
                    <a:pt x="0" y="80"/>
                    <a:pt x="0" y="80"/>
                  </a:cubicBezTo>
                  <a:cubicBezTo>
                    <a:pt x="13" y="80"/>
                    <a:pt x="13" y="80"/>
                    <a:pt x="13" y="80"/>
                  </a:cubicBezTo>
                  <a:cubicBezTo>
                    <a:pt x="13" y="80"/>
                    <a:pt x="13" y="80"/>
                    <a:pt x="13" y="80"/>
                  </a:cubicBezTo>
                  <a:cubicBezTo>
                    <a:pt x="17" y="76"/>
                    <a:pt x="17" y="76"/>
                    <a:pt x="17" y="76"/>
                  </a:cubicBezTo>
                  <a:cubicBezTo>
                    <a:pt x="8" y="76"/>
                    <a:pt x="8" y="76"/>
                    <a:pt x="8" y="76"/>
                  </a:cubicBezTo>
                  <a:cubicBezTo>
                    <a:pt x="8" y="72"/>
                    <a:pt x="8" y="72"/>
                    <a:pt x="8" y="72"/>
                  </a:cubicBezTo>
                  <a:cubicBezTo>
                    <a:pt x="21" y="72"/>
                    <a:pt x="21" y="72"/>
                    <a:pt x="21" y="72"/>
                  </a:cubicBezTo>
                  <a:cubicBezTo>
                    <a:pt x="43" y="51"/>
                    <a:pt x="43" y="51"/>
                    <a:pt x="43" y="51"/>
                  </a:cubicBezTo>
                  <a:cubicBezTo>
                    <a:pt x="43" y="51"/>
                    <a:pt x="43" y="51"/>
                    <a:pt x="43" y="51"/>
                  </a:cubicBezTo>
                  <a:cubicBezTo>
                    <a:pt x="40" y="48"/>
                    <a:pt x="40" y="48"/>
                    <a:pt x="40" y="48"/>
                  </a:cubicBezTo>
                  <a:cubicBezTo>
                    <a:pt x="52" y="44"/>
                    <a:pt x="52" y="44"/>
                    <a:pt x="52" y="44"/>
                  </a:cubicBezTo>
                  <a:cubicBezTo>
                    <a:pt x="48" y="56"/>
                    <a:pt x="48" y="56"/>
                    <a:pt x="48" y="56"/>
                  </a:cubicBezTo>
                  <a:cubicBezTo>
                    <a:pt x="46" y="54"/>
                    <a:pt x="46" y="54"/>
                    <a:pt x="46" y="54"/>
                  </a:cubicBezTo>
                  <a:cubicBezTo>
                    <a:pt x="24" y="75"/>
                    <a:pt x="24" y="75"/>
                    <a:pt x="24" y="75"/>
                  </a:cubicBezTo>
                  <a:cubicBezTo>
                    <a:pt x="24" y="76"/>
                    <a:pt x="24" y="76"/>
                    <a:pt x="24" y="76"/>
                  </a:cubicBezTo>
                  <a:cubicBezTo>
                    <a:pt x="24" y="88"/>
                    <a:pt x="24" y="88"/>
                    <a:pt x="24" y="88"/>
                  </a:cubicBezTo>
                  <a:cubicBezTo>
                    <a:pt x="20" y="88"/>
                    <a:pt x="20" y="88"/>
                    <a:pt x="20" y="88"/>
                  </a:cubicBezTo>
                  <a:cubicBezTo>
                    <a:pt x="20" y="79"/>
                    <a:pt x="20" y="79"/>
                    <a:pt x="20" y="79"/>
                  </a:cubicBezTo>
                  <a:close/>
                  <a:moveTo>
                    <a:pt x="15" y="68"/>
                  </a:moveTo>
                  <a:cubicBezTo>
                    <a:pt x="11" y="61"/>
                    <a:pt x="8" y="53"/>
                    <a:pt x="8" y="44"/>
                  </a:cubicBezTo>
                  <a:cubicBezTo>
                    <a:pt x="8" y="20"/>
                    <a:pt x="28" y="0"/>
                    <a:pt x="52" y="0"/>
                  </a:cubicBezTo>
                  <a:cubicBezTo>
                    <a:pt x="76" y="0"/>
                    <a:pt x="96" y="20"/>
                    <a:pt x="96" y="44"/>
                  </a:cubicBezTo>
                  <a:cubicBezTo>
                    <a:pt x="96" y="68"/>
                    <a:pt x="76" y="88"/>
                    <a:pt x="52" y="88"/>
                  </a:cubicBezTo>
                  <a:cubicBezTo>
                    <a:pt x="43" y="88"/>
                    <a:pt x="35" y="85"/>
                    <a:pt x="28" y="81"/>
                  </a:cubicBezTo>
                  <a:cubicBezTo>
                    <a:pt x="28" y="77"/>
                    <a:pt x="28" y="77"/>
                    <a:pt x="28" y="77"/>
                  </a:cubicBezTo>
                  <a:cubicBezTo>
                    <a:pt x="28" y="76"/>
                    <a:pt x="28" y="76"/>
                    <a:pt x="28" y="76"/>
                  </a:cubicBezTo>
                  <a:cubicBezTo>
                    <a:pt x="35" y="81"/>
                    <a:pt x="43" y="84"/>
                    <a:pt x="52" y="84"/>
                  </a:cubicBezTo>
                  <a:cubicBezTo>
                    <a:pt x="74" y="84"/>
                    <a:pt x="92" y="66"/>
                    <a:pt x="92" y="44"/>
                  </a:cubicBezTo>
                  <a:cubicBezTo>
                    <a:pt x="92" y="22"/>
                    <a:pt x="74" y="4"/>
                    <a:pt x="52" y="4"/>
                  </a:cubicBezTo>
                  <a:cubicBezTo>
                    <a:pt x="30" y="4"/>
                    <a:pt x="12" y="22"/>
                    <a:pt x="12" y="44"/>
                  </a:cubicBezTo>
                  <a:cubicBezTo>
                    <a:pt x="12" y="53"/>
                    <a:pt x="15" y="61"/>
                    <a:pt x="20" y="68"/>
                  </a:cubicBezTo>
                  <a:cubicBezTo>
                    <a:pt x="20" y="68"/>
                    <a:pt x="20" y="68"/>
                    <a:pt x="20" y="68"/>
                  </a:cubicBezTo>
                  <a:cubicBezTo>
                    <a:pt x="15" y="68"/>
                    <a:pt x="15" y="68"/>
                    <a:pt x="15" y="68"/>
                  </a:cubicBezTo>
                  <a:cubicBezTo>
                    <a:pt x="15" y="68"/>
                    <a:pt x="15" y="68"/>
                    <a:pt x="15" y="68"/>
                  </a:cubicBezTo>
                  <a:close/>
                  <a:moveTo>
                    <a:pt x="40" y="45"/>
                  </a:moveTo>
                  <a:cubicBezTo>
                    <a:pt x="40" y="44"/>
                    <a:pt x="40" y="44"/>
                    <a:pt x="40" y="44"/>
                  </a:cubicBezTo>
                  <a:cubicBezTo>
                    <a:pt x="40" y="37"/>
                    <a:pt x="45" y="32"/>
                    <a:pt x="52" y="32"/>
                  </a:cubicBezTo>
                  <a:cubicBezTo>
                    <a:pt x="59" y="32"/>
                    <a:pt x="64" y="37"/>
                    <a:pt x="64" y="44"/>
                  </a:cubicBezTo>
                  <a:cubicBezTo>
                    <a:pt x="64" y="51"/>
                    <a:pt x="59" y="56"/>
                    <a:pt x="52" y="56"/>
                  </a:cubicBezTo>
                  <a:cubicBezTo>
                    <a:pt x="52" y="56"/>
                    <a:pt x="52" y="56"/>
                    <a:pt x="51" y="56"/>
                  </a:cubicBezTo>
                  <a:cubicBezTo>
                    <a:pt x="53" y="52"/>
                    <a:pt x="53" y="52"/>
                    <a:pt x="53" y="52"/>
                  </a:cubicBezTo>
                  <a:cubicBezTo>
                    <a:pt x="53" y="52"/>
                    <a:pt x="53" y="52"/>
                    <a:pt x="53" y="52"/>
                  </a:cubicBezTo>
                  <a:cubicBezTo>
                    <a:pt x="57" y="52"/>
                    <a:pt x="60" y="48"/>
                    <a:pt x="60" y="44"/>
                  </a:cubicBezTo>
                  <a:cubicBezTo>
                    <a:pt x="60" y="40"/>
                    <a:pt x="56" y="36"/>
                    <a:pt x="52" y="36"/>
                  </a:cubicBezTo>
                  <a:cubicBezTo>
                    <a:pt x="48" y="36"/>
                    <a:pt x="44" y="39"/>
                    <a:pt x="44" y="43"/>
                  </a:cubicBezTo>
                  <a:cubicBezTo>
                    <a:pt x="40" y="45"/>
                    <a:pt x="40" y="45"/>
                    <a:pt x="40" y="45"/>
                  </a:cubicBezTo>
                  <a:cubicBezTo>
                    <a:pt x="40" y="45"/>
                    <a:pt x="40" y="45"/>
                    <a:pt x="40" y="45"/>
                  </a:cubicBezTo>
                  <a:close/>
                  <a:moveTo>
                    <a:pt x="28" y="59"/>
                  </a:moveTo>
                  <a:cubicBezTo>
                    <a:pt x="26" y="55"/>
                    <a:pt x="24" y="50"/>
                    <a:pt x="24" y="44"/>
                  </a:cubicBezTo>
                  <a:cubicBezTo>
                    <a:pt x="24" y="29"/>
                    <a:pt x="37" y="16"/>
                    <a:pt x="52" y="16"/>
                  </a:cubicBezTo>
                  <a:cubicBezTo>
                    <a:pt x="67" y="16"/>
                    <a:pt x="80" y="29"/>
                    <a:pt x="80" y="44"/>
                  </a:cubicBezTo>
                  <a:cubicBezTo>
                    <a:pt x="80" y="59"/>
                    <a:pt x="67" y="72"/>
                    <a:pt x="52" y="72"/>
                  </a:cubicBezTo>
                  <a:cubicBezTo>
                    <a:pt x="46" y="72"/>
                    <a:pt x="41" y="70"/>
                    <a:pt x="37" y="68"/>
                  </a:cubicBezTo>
                  <a:cubicBezTo>
                    <a:pt x="40" y="65"/>
                    <a:pt x="40" y="65"/>
                    <a:pt x="40" y="65"/>
                  </a:cubicBezTo>
                  <a:cubicBezTo>
                    <a:pt x="43" y="67"/>
                    <a:pt x="48" y="68"/>
                    <a:pt x="52" y="68"/>
                  </a:cubicBezTo>
                  <a:cubicBezTo>
                    <a:pt x="65" y="68"/>
                    <a:pt x="76" y="57"/>
                    <a:pt x="76" y="44"/>
                  </a:cubicBezTo>
                  <a:cubicBezTo>
                    <a:pt x="76" y="31"/>
                    <a:pt x="65" y="20"/>
                    <a:pt x="52" y="20"/>
                  </a:cubicBezTo>
                  <a:cubicBezTo>
                    <a:pt x="39" y="20"/>
                    <a:pt x="28" y="31"/>
                    <a:pt x="28" y="44"/>
                  </a:cubicBezTo>
                  <a:cubicBezTo>
                    <a:pt x="28" y="48"/>
                    <a:pt x="29" y="53"/>
                    <a:pt x="31" y="56"/>
                  </a:cubicBezTo>
                  <a:cubicBezTo>
                    <a:pt x="28" y="59"/>
                    <a:pt x="28" y="59"/>
                    <a:pt x="28" y="59"/>
                  </a:cubicBezTo>
                  <a:cubicBezTo>
                    <a:pt x="28" y="59"/>
                    <a:pt x="28" y="59"/>
                    <a:pt x="28" y="5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01" name="Group 100"/>
            <p:cNvGrpSpPr/>
            <p:nvPr/>
          </p:nvGrpSpPr>
          <p:grpSpPr>
            <a:xfrm>
              <a:off x="2623073" y="5695915"/>
              <a:ext cx="636112" cy="640528"/>
              <a:chOff x="1908175" y="3841750"/>
              <a:chExt cx="228600" cy="230187"/>
            </a:xfrm>
            <a:grpFill/>
          </p:grpSpPr>
          <p:sp>
            <p:nvSpPr>
              <p:cNvPr id="184" name="Freeform 183"/>
              <p:cNvSpPr>
                <a:spLocks noEditPoints="1"/>
              </p:cNvSpPr>
              <p:nvPr/>
            </p:nvSpPr>
            <p:spPr bwMode="auto">
              <a:xfrm>
                <a:off x="1990725" y="3925888"/>
                <a:ext cx="63500" cy="61912"/>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5" name="Freeform 184"/>
              <p:cNvSpPr>
                <a:spLocks noEditPoints="1"/>
              </p:cNvSpPr>
              <p:nvPr/>
            </p:nvSpPr>
            <p:spPr bwMode="auto">
              <a:xfrm>
                <a:off x="1908175" y="3841750"/>
                <a:ext cx="228600" cy="230187"/>
              </a:xfrm>
              <a:custGeom>
                <a:avLst/>
                <a:gdLst>
                  <a:gd name="T0" fmla="*/ 44 w 88"/>
                  <a:gd name="T1" fmla="*/ 0 h 88"/>
                  <a:gd name="T2" fmla="*/ 0 w 88"/>
                  <a:gd name="T3" fmla="*/ 44 h 88"/>
                  <a:gd name="T4" fmla="*/ 44 w 88"/>
                  <a:gd name="T5" fmla="*/ 88 h 88"/>
                  <a:gd name="T6" fmla="*/ 88 w 88"/>
                  <a:gd name="T7" fmla="*/ 44 h 88"/>
                  <a:gd name="T8" fmla="*/ 44 w 88"/>
                  <a:gd name="T9" fmla="*/ 0 h 88"/>
                  <a:gd name="T10" fmla="*/ 44 w 88"/>
                  <a:gd name="T11" fmla="*/ 84 h 88"/>
                  <a:gd name="T12" fmla="*/ 4 w 88"/>
                  <a:gd name="T13" fmla="*/ 44 h 88"/>
                  <a:gd name="T14" fmla="*/ 44 w 88"/>
                  <a:gd name="T15" fmla="*/ 4 h 88"/>
                  <a:gd name="T16" fmla="*/ 84 w 88"/>
                  <a:gd name="T17" fmla="*/ 44 h 88"/>
                  <a:gd name="T18" fmla="*/ 44 w 88"/>
                  <a:gd name="T19" fmla="*/ 8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0"/>
                    </a:moveTo>
                    <a:cubicBezTo>
                      <a:pt x="20" y="0"/>
                      <a:pt x="0" y="20"/>
                      <a:pt x="0" y="44"/>
                    </a:cubicBezTo>
                    <a:cubicBezTo>
                      <a:pt x="0" y="68"/>
                      <a:pt x="20" y="88"/>
                      <a:pt x="44" y="88"/>
                    </a:cubicBezTo>
                    <a:cubicBezTo>
                      <a:pt x="68" y="88"/>
                      <a:pt x="88" y="68"/>
                      <a:pt x="88" y="44"/>
                    </a:cubicBezTo>
                    <a:cubicBezTo>
                      <a:pt x="88" y="20"/>
                      <a:pt x="68" y="0"/>
                      <a:pt x="44" y="0"/>
                    </a:cubicBezTo>
                    <a:close/>
                    <a:moveTo>
                      <a:pt x="44" y="84"/>
                    </a:moveTo>
                    <a:cubicBezTo>
                      <a:pt x="22" y="84"/>
                      <a:pt x="4" y="66"/>
                      <a:pt x="4" y="44"/>
                    </a:cubicBezTo>
                    <a:cubicBezTo>
                      <a:pt x="4" y="22"/>
                      <a:pt x="22" y="4"/>
                      <a:pt x="44" y="4"/>
                    </a:cubicBezTo>
                    <a:cubicBezTo>
                      <a:pt x="66" y="4"/>
                      <a:pt x="84" y="22"/>
                      <a:pt x="84" y="44"/>
                    </a:cubicBezTo>
                    <a:cubicBezTo>
                      <a:pt x="84" y="66"/>
                      <a:pt x="66" y="84"/>
                      <a:pt x="4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6" name="Freeform 185"/>
              <p:cNvSpPr>
                <a:spLocks noEditPoints="1"/>
              </p:cNvSpPr>
              <p:nvPr/>
            </p:nvSpPr>
            <p:spPr bwMode="auto">
              <a:xfrm>
                <a:off x="1949450" y="3884613"/>
                <a:ext cx="146050" cy="146050"/>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2 h 56"/>
                  <a:gd name="T12" fmla="*/ 4 w 56"/>
                  <a:gd name="T13" fmla="*/ 28 h 56"/>
                  <a:gd name="T14" fmla="*/ 28 w 56"/>
                  <a:gd name="T15" fmla="*/ 4 h 56"/>
                  <a:gd name="T16" fmla="*/ 52 w 56"/>
                  <a:gd name="T17" fmla="*/ 28 h 56"/>
                  <a:gd name="T18" fmla="*/ 28 w 56"/>
                  <a:gd name="T19" fmla="*/ 5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2"/>
                    </a:moveTo>
                    <a:cubicBezTo>
                      <a:pt x="15" y="52"/>
                      <a:pt x="4" y="41"/>
                      <a:pt x="4" y="28"/>
                    </a:cubicBezTo>
                    <a:cubicBezTo>
                      <a:pt x="4" y="15"/>
                      <a:pt x="15" y="4"/>
                      <a:pt x="28" y="4"/>
                    </a:cubicBezTo>
                    <a:cubicBezTo>
                      <a:pt x="41" y="4"/>
                      <a:pt x="52" y="15"/>
                      <a:pt x="52" y="28"/>
                    </a:cubicBezTo>
                    <a:cubicBezTo>
                      <a:pt x="52" y="41"/>
                      <a:pt x="41" y="52"/>
                      <a:pt x="28"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02" name="Freeform 151"/>
            <p:cNvSpPr>
              <a:spLocks noEditPoints="1"/>
            </p:cNvSpPr>
            <p:nvPr/>
          </p:nvSpPr>
          <p:spPr bwMode="auto">
            <a:xfrm>
              <a:off x="8087826" y="2246792"/>
              <a:ext cx="1002608" cy="1002614"/>
            </a:xfrm>
            <a:custGeom>
              <a:avLst/>
              <a:gdLst>
                <a:gd name="T0" fmla="*/ 88 w 176"/>
                <a:gd name="T1" fmla="*/ 0 h 176"/>
                <a:gd name="T2" fmla="*/ 0 w 176"/>
                <a:gd name="T3" fmla="*/ 88 h 176"/>
                <a:gd name="T4" fmla="*/ 88 w 176"/>
                <a:gd name="T5" fmla="*/ 176 h 176"/>
                <a:gd name="T6" fmla="*/ 176 w 176"/>
                <a:gd name="T7" fmla="*/ 88 h 176"/>
                <a:gd name="T8" fmla="*/ 88 w 176"/>
                <a:gd name="T9" fmla="*/ 0 h 176"/>
                <a:gd name="T10" fmla="*/ 88 w 176"/>
                <a:gd name="T11" fmla="*/ 168 h 176"/>
                <a:gd name="T12" fmla="*/ 36 w 176"/>
                <a:gd name="T13" fmla="*/ 149 h 176"/>
                <a:gd name="T14" fmla="*/ 64 w 176"/>
                <a:gd name="T15" fmla="*/ 131 h 176"/>
                <a:gd name="T16" fmla="*/ 77 w 176"/>
                <a:gd name="T17" fmla="*/ 102 h 176"/>
                <a:gd name="T18" fmla="*/ 73 w 176"/>
                <a:gd name="T19" fmla="*/ 95 h 176"/>
                <a:gd name="T20" fmla="*/ 64 w 176"/>
                <a:gd name="T21" fmla="*/ 59 h 176"/>
                <a:gd name="T22" fmla="*/ 84 w 176"/>
                <a:gd name="T23" fmla="*/ 35 h 176"/>
                <a:gd name="T24" fmla="*/ 96 w 176"/>
                <a:gd name="T25" fmla="*/ 33 h 176"/>
                <a:gd name="T26" fmla="*/ 100 w 176"/>
                <a:gd name="T27" fmla="*/ 32 h 176"/>
                <a:gd name="T28" fmla="*/ 116 w 176"/>
                <a:gd name="T29" fmla="*/ 60 h 176"/>
                <a:gd name="T30" fmla="*/ 108 w 176"/>
                <a:gd name="T31" fmla="*/ 94 h 176"/>
                <a:gd name="T32" fmla="*/ 104 w 176"/>
                <a:gd name="T33" fmla="*/ 102 h 176"/>
                <a:gd name="T34" fmla="*/ 102 w 176"/>
                <a:gd name="T35" fmla="*/ 117 h 176"/>
                <a:gd name="T36" fmla="*/ 120 w 176"/>
                <a:gd name="T37" fmla="*/ 133 h 176"/>
                <a:gd name="T38" fmla="*/ 141 w 176"/>
                <a:gd name="T39" fmla="*/ 148 h 176"/>
                <a:gd name="T40" fmla="*/ 88 w 176"/>
                <a:gd name="T41" fmla="*/ 168 h 176"/>
                <a:gd name="T42" fmla="*/ 146 w 176"/>
                <a:gd name="T43" fmla="*/ 143 h 176"/>
                <a:gd name="T44" fmla="*/ 123 w 176"/>
                <a:gd name="T45" fmla="*/ 126 h 176"/>
                <a:gd name="T46" fmla="*/ 110 w 176"/>
                <a:gd name="T47" fmla="*/ 115 h 176"/>
                <a:gd name="T48" fmla="*/ 111 w 176"/>
                <a:gd name="T49" fmla="*/ 105 h 176"/>
                <a:gd name="T50" fmla="*/ 115 w 176"/>
                <a:gd name="T51" fmla="*/ 98 h 176"/>
                <a:gd name="T52" fmla="*/ 124 w 176"/>
                <a:gd name="T53" fmla="*/ 60 h 176"/>
                <a:gd name="T54" fmla="*/ 100 w 176"/>
                <a:gd name="T55" fmla="*/ 24 h 176"/>
                <a:gd name="T56" fmla="*/ 93 w 176"/>
                <a:gd name="T57" fmla="*/ 25 h 176"/>
                <a:gd name="T58" fmla="*/ 84 w 176"/>
                <a:gd name="T59" fmla="*/ 27 h 176"/>
                <a:gd name="T60" fmla="*/ 56 w 176"/>
                <a:gd name="T61" fmla="*/ 59 h 176"/>
                <a:gd name="T62" fmla="*/ 66 w 176"/>
                <a:gd name="T63" fmla="*/ 99 h 176"/>
                <a:gd name="T64" fmla="*/ 69 w 176"/>
                <a:gd name="T65" fmla="*/ 105 h 176"/>
                <a:gd name="T66" fmla="*/ 61 w 176"/>
                <a:gd name="T67" fmla="*/ 124 h 176"/>
                <a:gd name="T68" fmla="*/ 30 w 176"/>
                <a:gd name="T69" fmla="*/ 143 h 176"/>
                <a:gd name="T70" fmla="*/ 8 w 176"/>
                <a:gd name="T71" fmla="*/ 88 h 176"/>
                <a:gd name="T72" fmla="*/ 88 w 176"/>
                <a:gd name="T73" fmla="*/ 8 h 176"/>
                <a:gd name="T74" fmla="*/ 168 w 176"/>
                <a:gd name="T75" fmla="*/ 88 h 176"/>
                <a:gd name="T76" fmla="*/ 146 w 176"/>
                <a:gd name="T77" fmla="*/ 143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6" h="176">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68" y="168"/>
                    <a:pt x="50" y="161"/>
                    <a:pt x="36" y="149"/>
                  </a:cubicBezTo>
                  <a:cubicBezTo>
                    <a:pt x="47" y="139"/>
                    <a:pt x="52" y="137"/>
                    <a:pt x="64" y="131"/>
                  </a:cubicBezTo>
                  <a:cubicBezTo>
                    <a:pt x="78" y="125"/>
                    <a:pt x="82" y="114"/>
                    <a:pt x="77" y="102"/>
                  </a:cubicBezTo>
                  <a:cubicBezTo>
                    <a:pt x="76" y="99"/>
                    <a:pt x="74" y="97"/>
                    <a:pt x="73" y="95"/>
                  </a:cubicBezTo>
                  <a:cubicBezTo>
                    <a:pt x="69" y="87"/>
                    <a:pt x="64" y="79"/>
                    <a:pt x="64" y="59"/>
                  </a:cubicBezTo>
                  <a:cubicBezTo>
                    <a:pt x="64" y="35"/>
                    <a:pt x="75" y="35"/>
                    <a:pt x="84" y="35"/>
                  </a:cubicBezTo>
                  <a:cubicBezTo>
                    <a:pt x="90" y="35"/>
                    <a:pt x="93" y="34"/>
                    <a:pt x="96" y="33"/>
                  </a:cubicBezTo>
                  <a:cubicBezTo>
                    <a:pt x="97" y="32"/>
                    <a:pt x="98" y="32"/>
                    <a:pt x="100" y="32"/>
                  </a:cubicBezTo>
                  <a:cubicBezTo>
                    <a:pt x="108" y="32"/>
                    <a:pt x="116" y="39"/>
                    <a:pt x="116" y="60"/>
                  </a:cubicBezTo>
                  <a:cubicBezTo>
                    <a:pt x="116" y="81"/>
                    <a:pt x="113" y="86"/>
                    <a:pt x="108" y="94"/>
                  </a:cubicBezTo>
                  <a:cubicBezTo>
                    <a:pt x="107" y="96"/>
                    <a:pt x="105" y="99"/>
                    <a:pt x="104" y="102"/>
                  </a:cubicBezTo>
                  <a:cubicBezTo>
                    <a:pt x="101" y="107"/>
                    <a:pt x="101" y="112"/>
                    <a:pt x="102" y="117"/>
                  </a:cubicBezTo>
                  <a:cubicBezTo>
                    <a:pt x="105" y="123"/>
                    <a:pt x="110" y="128"/>
                    <a:pt x="120" y="133"/>
                  </a:cubicBezTo>
                  <a:cubicBezTo>
                    <a:pt x="128" y="137"/>
                    <a:pt x="136" y="144"/>
                    <a:pt x="141" y="148"/>
                  </a:cubicBezTo>
                  <a:cubicBezTo>
                    <a:pt x="127" y="160"/>
                    <a:pt x="108" y="168"/>
                    <a:pt x="88" y="168"/>
                  </a:cubicBezTo>
                  <a:moveTo>
                    <a:pt x="146" y="143"/>
                  </a:moveTo>
                  <a:cubicBezTo>
                    <a:pt x="142" y="138"/>
                    <a:pt x="132" y="130"/>
                    <a:pt x="123" y="126"/>
                  </a:cubicBezTo>
                  <a:cubicBezTo>
                    <a:pt x="116" y="122"/>
                    <a:pt x="111" y="118"/>
                    <a:pt x="110" y="115"/>
                  </a:cubicBezTo>
                  <a:cubicBezTo>
                    <a:pt x="109" y="112"/>
                    <a:pt x="109" y="109"/>
                    <a:pt x="111" y="105"/>
                  </a:cubicBezTo>
                  <a:cubicBezTo>
                    <a:pt x="113" y="102"/>
                    <a:pt x="114" y="100"/>
                    <a:pt x="115" y="98"/>
                  </a:cubicBezTo>
                  <a:cubicBezTo>
                    <a:pt x="120" y="89"/>
                    <a:pt x="124" y="83"/>
                    <a:pt x="124" y="60"/>
                  </a:cubicBezTo>
                  <a:cubicBezTo>
                    <a:pt x="124" y="26"/>
                    <a:pt x="104" y="24"/>
                    <a:pt x="100" y="24"/>
                  </a:cubicBezTo>
                  <a:cubicBezTo>
                    <a:pt x="97" y="24"/>
                    <a:pt x="95" y="25"/>
                    <a:pt x="93" y="25"/>
                  </a:cubicBezTo>
                  <a:cubicBezTo>
                    <a:pt x="91" y="26"/>
                    <a:pt x="89" y="27"/>
                    <a:pt x="84" y="27"/>
                  </a:cubicBezTo>
                  <a:cubicBezTo>
                    <a:pt x="75" y="27"/>
                    <a:pt x="56" y="28"/>
                    <a:pt x="56" y="59"/>
                  </a:cubicBezTo>
                  <a:cubicBezTo>
                    <a:pt x="56" y="81"/>
                    <a:pt x="62" y="91"/>
                    <a:pt x="66" y="99"/>
                  </a:cubicBezTo>
                  <a:cubicBezTo>
                    <a:pt x="67" y="101"/>
                    <a:pt x="68" y="103"/>
                    <a:pt x="69" y="105"/>
                  </a:cubicBezTo>
                  <a:cubicBezTo>
                    <a:pt x="73" y="114"/>
                    <a:pt x="70" y="120"/>
                    <a:pt x="61" y="124"/>
                  </a:cubicBezTo>
                  <a:cubicBezTo>
                    <a:pt x="48" y="130"/>
                    <a:pt x="42" y="132"/>
                    <a:pt x="30" y="143"/>
                  </a:cubicBezTo>
                  <a:cubicBezTo>
                    <a:pt x="16" y="129"/>
                    <a:pt x="8" y="109"/>
                    <a:pt x="8" y="88"/>
                  </a:cubicBezTo>
                  <a:cubicBezTo>
                    <a:pt x="8" y="44"/>
                    <a:pt x="44" y="8"/>
                    <a:pt x="88" y="8"/>
                  </a:cubicBezTo>
                  <a:cubicBezTo>
                    <a:pt x="132" y="8"/>
                    <a:pt x="168" y="44"/>
                    <a:pt x="168" y="88"/>
                  </a:cubicBezTo>
                  <a:cubicBezTo>
                    <a:pt x="168" y="109"/>
                    <a:pt x="160" y="128"/>
                    <a:pt x="146" y="14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3" name="Freeform 152"/>
            <p:cNvSpPr>
              <a:spLocks noEditPoints="1"/>
            </p:cNvSpPr>
            <p:nvPr/>
          </p:nvSpPr>
          <p:spPr bwMode="auto">
            <a:xfrm>
              <a:off x="608526" y="399766"/>
              <a:ext cx="1007478" cy="1002614"/>
            </a:xfrm>
            <a:custGeom>
              <a:avLst/>
              <a:gdLst>
                <a:gd name="T0" fmla="*/ 88 w 176"/>
                <a:gd name="T1" fmla="*/ 0 h 176"/>
                <a:gd name="T2" fmla="*/ 0 w 176"/>
                <a:gd name="T3" fmla="*/ 88 h 176"/>
                <a:gd name="T4" fmla="*/ 88 w 176"/>
                <a:gd name="T5" fmla="*/ 176 h 176"/>
                <a:gd name="T6" fmla="*/ 176 w 176"/>
                <a:gd name="T7" fmla="*/ 88 h 176"/>
                <a:gd name="T8" fmla="*/ 88 w 176"/>
                <a:gd name="T9" fmla="*/ 0 h 176"/>
                <a:gd name="T10" fmla="*/ 88 w 176"/>
                <a:gd name="T11" fmla="*/ 168 h 176"/>
                <a:gd name="T12" fmla="*/ 38 w 176"/>
                <a:gd name="T13" fmla="*/ 151 h 176"/>
                <a:gd name="T14" fmla="*/ 64 w 176"/>
                <a:gd name="T15" fmla="*/ 133 h 176"/>
                <a:gd name="T16" fmla="*/ 74 w 176"/>
                <a:gd name="T17" fmla="*/ 124 h 176"/>
                <a:gd name="T18" fmla="*/ 71 w 176"/>
                <a:gd name="T19" fmla="*/ 116 h 176"/>
                <a:gd name="T20" fmla="*/ 67 w 176"/>
                <a:gd name="T21" fmla="*/ 115 h 176"/>
                <a:gd name="T22" fmla="*/ 50 w 176"/>
                <a:gd name="T23" fmla="*/ 112 h 176"/>
                <a:gd name="T24" fmla="*/ 56 w 176"/>
                <a:gd name="T25" fmla="*/ 72 h 176"/>
                <a:gd name="T26" fmla="*/ 90 w 176"/>
                <a:gd name="T27" fmla="*/ 32 h 176"/>
                <a:gd name="T28" fmla="*/ 120 w 176"/>
                <a:gd name="T29" fmla="*/ 74 h 176"/>
                <a:gd name="T30" fmla="*/ 126 w 176"/>
                <a:gd name="T31" fmla="*/ 111 h 176"/>
                <a:gd name="T32" fmla="*/ 107 w 176"/>
                <a:gd name="T33" fmla="*/ 114 h 176"/>
                <a:gd name="T34" fmla="*/ 103 w 176"/>
                <a:gd name="T35" fmla="*/ 116 h 176"/>
                <a:gd name="T36" fmla="*/ 111 w 176"/>
                <a:gd name="T37" fmla="*/ 132 h 176"/>
                <a:gd name="T38" fmla="*/ 137 w 176"/>
                <a:gd name="T39" fmla="*/ 151 h 176"/>
                <a:gd name="T40" fmla="*/ 88 w 176"/>
                <a:gd name="T41" fmla="*/ 168 h 176"/>
                <a:gd name="T42" fmla="*/ 143 w 176"/>
                <a:gd name="T43" fmla="*/ 146 h 176"/>
                <a:gd name="T44" fmla="*/ 115 w 176"/>
                <a:gd name="T45" fmla="*/ 125 h 176"/>
                <a:gd name="T46" fmla="*/ 111 w 176"/>
                <a:gd name="T47" fmla="*/ 122 h 176"/>
                <a:gd name="T48" fmla="*/ 135 w 176"/>
                <a:gd name="T49" fmla="*/ 116 h 176"/>
                <a:gd name="T50" fmla="*/ 137 w 176"/>
                <a:gd name="T51" fmla="*/ 112 h 176"/>
                <a:gd name="T52" fmla="*/ 135 w 176"/>
                <a:gd name="T53" fmla="*/ 109 h 176"/>
                <a:gd name="T54" fmla="*/ 128 w 176"/>
                <a:gd name="T55" fmla="*/ 74 h 176"/>
                <a:gd name="T56" fmla="*/ 90 w 176"/>
                <a:gd name="T57" fmla="*/ 24 h 176"/>
                <a:gd name="T58" fmla="*/ 48 w 176"/>
                <a:gd name="T59" fmla="*/ 72 h 176"/>
                <a:gd name="T60" fmla="*/ 42 w 176"/>
                <a:gd name="T61" fmla="*/ 109 h 176"/>
                <a:gd name="T62" fmla="*/ 39 w 176"/>
                <a:gd name="T63" fmla="*/ 112 h 176"/>
                <a:gd name="T64" fmla="*/ 41 w 176"/>
                <a:gd name="T65" fmla="*/ 116 h 176"/>
                <a:gd name="T66" fmla="*/ 66 w 176"/>
                <a:gd name="T67" fmla="*/ 123 h 176"/>
                <a:gd name="T68" fmla="*/ 62 w 176"/>
                <a:gd name="T69" fmla="*/ 125 h 176"/>
                <a:gd name="T70" fmla="*/ 32 w 176"/>
                <a:gd name="T71" fmla="*/ 145 h 176"/>
                <a:gd name="T72" fmla="*/ 8 w 176"/>
                <a:gd name="T73" fmla="*/ 88 h 176"/>
                <a:gd name="T74" fmla="*/ 88 w 176"/>
                <a:gd name="T75" fmla="*/ 8 h 176"/>
                <a:gd name="T76" fmla="*/ 168 w 176"/>
                <a:gd name="T77" fmla="*/ 88 h 176"/>
                <a:gd name="T78" fmla="*/ 143 w 176"/>
                <a:gd name="T79" fmla="*/ 14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6" h="176">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69" y="168"/>
                    <a:pt x="52" y="161"/>
                    <a:pt x="38" y="151"/>
                  </a:cubicBezTo>
                  <a:cubicBezTo>
                    <a:pt x="44" y="143"/>
                    <a:pt x="55" y="136"/>
                    <a:pt x="64" y="133"/>
                  </a:cubicBezTo>
                  <a:cubicBezTo>
                    <a:pt x="70" y="131"/>
                    <a:pt x="73" y="128"/>
                    <a:pt x="74" y="124"/>
                  </a:cubicBezTo>
                  <a:cubicBezTo>
                    <a:pt x="75" y="119"/>
                    <a:pt x="72" y="116"/>
                    <a:pt x="71" y="116"/>
                  </a:cubicBezTo>
                  <a:cubicBezTo>
                    <a:pt x="70" y="115"/>
                    <a:pt x="69" y="114"/>
                    <a:pt x="67" y="115"/>
                  </a:cubicBezTo>
                  <a:cubicBezTo>
                    <a:pt x="67" y="115"/>
                    <a:pt x="60" y="117"/>
                    <a:pt x="50" y="112"/>
                  </a:cubicBezTo>
                  <a:cubicBezTo>
                    <a:pt x="53" y="106"/>
                    <a:pt x="56" y="95"/>
                    <a:pt x="56" y="72"/>
                  </a:cubicBezTo>
                  <a:cubicBezTo>
                    <a:pt x="56" y="35"/>
                    <a:pt x="72" y="32"/>
                    <a:pt x="90" y="32"/>
                  </a:cubicBezTo>
                  <a:cubicBezTo>
                    <a:pt x="103" y="32"/>
                    <a:pt x="120" y="36"/>
                    <a:pt x="120" y="74"/>
                  </a:cubicBezTo>
                  <a:cubicBezTo>
                    <a:pt x="120" y="95"/>
                    <a:pt x="123" y="106"/>
                    <a:pt x="126" y="111"/>
                  </a:cubicBezTo>
                  <a:cubicBezTo>
                    <a:pt x="122" y="113"/>
                    <a:pt x="115" y="115"/>
                    <a:pt x="107" y="114"/>
                  </a:cubicBezTo>
                  <a:cubicBezTo>
                    <a:pt x="105" y="114"/>
                    <a:pt x="103" y="115"/>
                    <a:pt x="103" y="116"/>
                  </a:cubicBezTo>
                  <a:cubicBezTo>
                    <a:pt x="101" y="120"/>
                    <a:pt x="101" y="128"/>
                    <a:pt x="111" y="132"/>
                  </a:cubicBezTo>
                  <a:cubicBezTo>
                    <a:pt x="120" y="136"/>
                    <a:pt x="129" y="141"/>
                    <a:pt x="137" y="151"/>
                  </a:cubicBezTo>
                  <a:cubicBezTo>
                    <a:pt x="124" y="162"/>
                    <a:pt x="107" y="168"/>
                    <a:pt x="88" y="168"/>
                  </a:cubicBezTo>
                  <a:moveTo>
                    <a:pt x="143" y="146"/>
                  </a:moveTo>
                  <a:cubicBezTo>
                    <a:pt x="135" y="135"/>
                    <a:pt x="124" y="129"/>
                    <a:pt x="115" y="125"/>
                  </a:cubicBezTo>
                  <a:cubicBezTo>
                    <a:pt x="113" y="124"/>
                    <a:pt x="112" y="123"/>
                    <a:pt x="111" y="122"/>
                  </a:cubicBezTo>
                  <a:cubicBezTo>
                    <a:pt x="124" y="122"/>
                    <a:pt x="135" y="116"/>
                    <a:pt x="135" y="116"/>
                  </a:cubicBezTo>
                  <a:cubicBezTo>
                    <a:pt x="136" y="115"/>
                    <a:pt x="137" y="113"/>
                    <a:pt x="137" y="112"/>
                  </a:cubicBezTo>
                  <a:cubicBezTo>
                    <a:pt x="137" y="110"/>
                    <a:pt x="136" y="109"/>
                    <a:pt x="135" y="109"/>
                  </a:cubicBezTo>
                  <a:cubicBezTo>
                    <a:pt x="134" y="108"/>
                    <a:pt x="128" y="103"/>
                    <a:pt x="128" y="74"/>
                  </a:cubicBezTo>
                  <a:cubicBezTo>
                    <a:pt x="128" y="41"/>
                    <a:pt x="115" y="24"/>
                    <a:pt x="90" y="24"/>
                  </a:cubicBezTo>
                  <a:cubicBezTo>
                    <a:pt x="69" y="24"/>
                    <a:pt x="48" y="30"/>
                    <a:pt x="48" y="72"/>
                  </a:cubicBezTo>
                  <a:cubicBezTo>
                    <a:pt x="48" y="102"/>
                    <a:pt x="43" y="108"/>
                    <a:pt x="42" y="109"/>
                  </a:cubicBezTo>
                  <a:cubicBezTo>
                    <a:pt x="40" y="109"/>
                    <a:pt x="39" y="110"/>
                    <a:pt x="39" y="112"/>
                  </a:cubicBezTo>
                  <a:cubicBezTo>
                    <a:pt x="39" y="114"/>
                    <a:pt x="39" y="115"/>
                    <a:pt x="41" y="116"/>
                  </a:cubicBezTo>
                  <a:cubicBezTo>
                    <a:pt x="52" y="123"/>
                    <a:pt x="61" y="123"/>
                    <a:pt x="66" y="123"/>
                  </a:cubicBezTo>
                  <a:cubicBezTo>
                    <a:pt x="65" y="123"/>
                    <a:pt x="64" y="124"/>
                    <a:pt x="62" y="125"/>
                  </a:cubicBezTo>
                  <a:cubicBezTo>
                    <a:pt x="51" y="129"/>
                    <a:pt x="39" y="137"/>
                    <a:pt x="32" y="145"/>
                  </a:cubicBezTo>
                  <a:cubicBezTo>
                    <a:pt x="17" y="131"/>
                    <a:pt x="8" y="110"/>
                    <a:pt x="8" y="88"/>
                  </a:cubicBezTo>
                  <a:cubicBezTo>
                    <a:pt x="8" y="44"/>
                    <a:pt x="44" y="8"/>
                    <a:pt x="88" y="8"/>
                  </a:cubicBezTo>
                  <a:cubicBezTo>
                    <a:pt x="132" y="8"/>
                    <a:pt x="168" y="44"/>
                    <a:pt x="168" y="88"/>
                  </a:cubicBezTo>
                  <a:cubicBezTo>
                    <a:pt x="168" y="111"/>
                    <a:pt x="159" y="131"/>
                    <a:pt x="143" y="14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4" name="Freeform 153"/>
            <p:cNvSpPr>
              <a:spLocks noEditPoints="1"/>
            </p:cNvSpPr>
            <p:nvPr/>
          </p:nvSpPr>
          <p:spPr bwMode="auto">
            <a:xfrm>
              <a:off x="1519359" y="3906624"/>
              <a:ext cx="1002610" cy="910140"/>
            </a:xfrm>
            <a:custGeom>
              <a:avLst/>
              <a:gdLst>
                <a:gd name="T0" fmla="*/ 132 w 176"/>
                <a:gd name="T1" fmla="*/ 98 h 160"/>
                <a:gd name="T2" fmla="*/ 143 w 176"/>
                <a:gd name="T3" fmla="*/ 60 h 160"/>
                <a:gd name="T4" fmla="*/ 131 w 176"/>
                <a:gd name="T5" fmla="*/ 11 h 160"/>
                <a:gd name="T6" fmla="*/ 104 w 176"/>
                <a:gd name="T7" fmla="*/ 11 h 160"/>
                <a:gd name="T8" fmla="*/ 107 w 176"/>
                <a:gd name="T9" fmla="*/ 18 h 160"/>
                <a:gd name="T10" fmla="*/ 127 w 176"/>
                <a:gd name="T11" fmla="*/ 18 h 160"/>
                <a:gd name="T12" fmla="*/ 137 w 176"/>
                <a:gd name="T13" fmla="*/ 55 h 160"/>
                <a:gd name="T14" fmla="*/ 136 w 176"/>
                <a:gd name="T15" fmla="*/ 72 h 160"/>
                <a:gd name="T16" fmla="*/ 134 w 176"/>
                <a:gd name="T17" fmla="*/ 74 h 160"/>
                <a:gd name="T18" fmla="*/ 145 w 176"/>
                <a:gd name="T19" fmla="*/ 125 h 160"/>
                <a:gd name="T20" fmla="*/ 142 w 176"/>
                <a:gd name="T21" fmla="*/ 144 h 160"/>
                <a:gd name="T22" fmla="*/ 172 w 176"/>
                <a:gd name="T23" fmla="*/ 152 h 160"/>
                <a:gd name="T24" fmla="*/ 147 w 176"/>
                <a:gd name="T25" fmla="*/ 117 h 160"/>
                <a:gd name="T26" fmla="*/ 88 w 176"/>
                <a:gd name="T27" fmla="*/ 101 h 160"/>
                <a:gd name="T28" fmla="*/ 99 w 176"/>
                <a:gd name="T29" fmla="*/ 58 h 160"/>
                <a:gd name="T30" fmla="*/ 86 w 176"/>
                <a:gd name="T31" fmla="*/ 3 h 160"/>
                <a:gd name="T32" fmla="*/ 55 w 176"/>
                <a:gd name="T33" fmla="*/ 5 h 160"/>
                <a:gd name="T34" fmla="*/ 37 w 176"/>
                <a:gd name="T35" fmla="*/ 57 h 160"/>
                <a:gd name="T36" fmla="*/ 48 w 176"/>
                <a:gd name="T37" fmla="*/ 101 h 160"/>
                <a:gd name="T38" fmla="*/ 0 w 176"/>
                <a:gd name="T39" fmla="*/ 156 h 160"/>
                <a:gd name="T40" fmla="*/ 132 w 176"/>
                <a:gd name="T41" fmla="*/ 160 h 160"/>
                <a:gd name="T42" fmla="*/ 104 w 176"/>
                <a:gd name="T43" fmla="*/ 121 h 160"/>
                <a:gd name="T44" fmla="*/ 34 w 176"/>
                <a:gd name="T45" fmla="*/ 129 h 160"/>
                <a:gd name="T46" fmla="*/ 46 w 176"/>
                <a:gd name="T47" fmla="*/ 74 h 160"/>
                <a:gd name="T48" fmla="*/ 45 w 176"/>
                <a:gd name="T49" fmla="*/ 72 h 160"/>
                <a:gd name="T50" fmla="*/ 45 w 176"/>
                <a:gd name="T51" fmla="*/ 54 h 160"/>
                <a:gd name="T52" fmla="*/ 58 w 176"/>
                <a:gd name="T53" fmla="*/ 12 h 160"/>
                <a:gd name="T54" fmla="*/ 74 w 176"/>
                <a:gd name="T55" fmla="*/ 8 h 160"/>
                <a:gd name="T56" fmla="*/ 92 w 176"/>
                <a:gd name="T57" fmla="*/ 24 h 160"/>
                <a:gd name="T58" fmla="*/ 91 w 176"/>
                <a:gd name="T59" fmla="*/ 60 h 160"/>
                <a:gd name="T60" fmla="*/ 91 w 176"/>
                <a:gd name="T61" fmla="*/ 72 h 160"/>
                <a:gd name="T62" fmla="*/ 80 w 176"/>
                <a:gd name="T63" fmla="*/ 101 h 160"/>
                <a:gd name="T64" fmla="*/ 128 w 176"/>
                <a:gd name="T65" fmla="*/ 15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6" h="160">
                  <a:moveTo>
                    <a:pt x="147" y="117"/>
                  </a:moveTo>
                  <a:cubicBezTo>
                    <a:pt x="147" y="117"/>
                    <a:pt x="132" y="113"/>
                    <a:pt x="132" y="98"/>
                  </a:cubicBezTo>
                  <a:cubicBezTo>
                    <a:pt x="132" y="85"/>
                    <a:pt x="139" y="81"/>
                    <a:pt x="142" y="77"/>
                  </a:cubicBezTo>
                  <a:cubicBezTo>
                    <a:pt x="142" y="77"/>
                    <a:pt x="146" y="73"/>
                    <a:pt x="143" y="60"/>
                  </a:cubicBezTo>
                  <a:cubicBezTo>
                    <a:pt x="149" y="53"/>
                    <a:pt x="150" y="40"/>
                    <a:pt x="144" y="27"/>
                  </a:cubicBezTo>
                  <a:cubicBezTo>
                    <a:pt x="140" y="18"/>
                    <a:pt x="136" y="13"/>
                    <a:pt x="131" y="11"/>
                  </a:cubicBezTo>
                  <a:cubicBezTo>
                    <a:pt x="127" y="9"/>
                    <a:pt x="123" y="8"/>
                    <a:pt x="119" y="8"/>
                  </a:cubicBezTo>
                  <a:cubicBezTo>
                    <a:pt x="113" y="8"/>
                    <a:pt x="107" y="10"/>
                    <a:pt x="104" y="11"/>
                  </a:cubicBezTo>
                  <a:cubicBezTo>
                    <a:pt x="105" y="13"/>
                    <a:pt x="106" y="15"/>
                    <a:pt x="107" y="18"/>
                  </a:cubicBezTo>
                  <a:cubicBezTo>
                    <a:pt x="107" y="18"/>
                    <a:pt x="107" y="18"/>
                    <a:pt x="107" y="18"/>
                  </a:cubicBezTo>
                  <a:cubicBezTo>
                    <a:pt x="109" y="17"/>
                    <a:pt x="114" y="16"/>
                    <a:pt x="119" y="16"/>
                  </a:cubicBezTo>
                  <a:cubicBezTo>
                    <a:pt x="122" y="16"/>
                    <a:pt x="125" y="17"/>
                    <a:pt x="127" y="18"/>
                  </a:cubicBezTo>
                  <a:cubicBezTo>
                    <a:pt x="129" y="19"/>
                    <a:pt x="133" y="22"/>
                    <a:pt x="137" y="30"/>
                  </a:cubicBezTo>
                  <a:cubicBezTo>
                    <a:pt x="142" y="41"/>
                    <a:pt x="140" y="51"/>
                    <a:pt x="137" y="55"/>
                  </a:cubicBezTo>
                  <a:cubicBezTo>
                    <a:pt x="135" y="57"/>
                    <a:pt x="135" y="60"/>
                    <a:pt x="135" y="62"/>
                  </a:cubicBezTo>
                  <a:cubicBezTo>
                    <a:pt x="137" y="69"/>
                    <a:pt x="136" y="71"/>
                    <a:pt x="136" y="72"/>
                  </a:cubicBezTo>
                  <a:cubicBezTo>
                    <a:pt x="136" y="72"/>
                    <a:pt x="135" y="72"/>
                    <a:pt x="135" y="73"/>
                  </a:cubicBezTo>
                  <a:cubicBezTo>
                    <a:pt x="135" y="73"/>
                    <a:pt x="134" y="74"/>
                    <a:pt x="134" y="74"/>
                  </a:cubicBezTo>
                  <a:cubicBezTo>
                    <a:pt x="131" y="78"/>
                    <a:pt x="124" y="85"/>
                    <a:pt x="124" y="98"/>
                  </a:cubicBezTo>
                  <a:cubicBezTo>
                    <a:pt x="124" y="115"/>
                    <a:pt x="137" y="123"/>
                    <a:pt x="145" y="125"/>
                  </a:cubicBezTo>
                  <a:cubicBezTo>
                    <a:pt x="155" y="128"/>
                    <a:pt x="166" y="133"/>
                    <a:pt x="168" y="144"/>
                  </a:cubicBezTo>
                  <a:cubicBezTo>
                    <a:pt x="142" y="144"/>
                    <a:pt x="142" y="144"/>
                    <a:pt x="142" y="144"/>
                  </a:cubicBezTo>
                  <a:cubicBezTo>
                    <a:pt x="143" y="146"/>
                    <a:pt x="144" y="149"/>
                    <a:pt x="144" y="152"/>
                  </a:cubicBezTo>
                  <a:cubicBezTo>
                    <a:pt x="172" y="152"/>
                    <a:pt x="172" y="152"/>
                    <a:pt x="172" y="152"/>
                  </a:cubicBezTo>
                  <a:cubicBezTo>
                    <a:pt x="176" y="152"/>
                    <a:pt x="176" y="148"/>
                    <a:pt x="176" y="148"/>
                  </a:cubicBezTo>
                  <a:cubicBezTo>
                    <a:pt x="176" y="127"/>
                    <a:pt x="156" y="120"/>
                    <a:pt x="147" y="117"/>
                  </a:cubicBezTo>
                  <a:moveTo>
                    <a:pt x="104" y="121"/>
                  </a:moveTo>
                  <a:cubicBezTo>
                    <a:pt x="104" y="121"/>
                    <a:pt x="88" y="117"/>
                    <a:pt x="88" y="101"/>
                  </a:cubicBezTo>
                  <a:cubicBezTo>
                    <a:pt x="88" y="86"/>
                    <a:pt x="95" y="81"/>
                    <a:pt x="97" y="77"/>
                  </a:cubicBezTo>
                  <a:cubicBezTo>
                    <a:pt x="97" y="77"/>
                    <a:pt x="102" y="73"/>
                    <a:pt x="99" y="58"/>
                  </a:cubicBezTo>
                  <a:cubicBezTo>
                    <a:pt x="105" y="50"/>
                    <a:pt x="106" y="36"/>
                    <a:pt x="100" y="21"/>
                  </a:cubicBezTo>
                  <a:cubicBezTo>
                    <a:pt x="95" y="11"/>
                    <a:pt x="92" y="6"/>
                    <a:pt x="86" y="3"/>
                  </a:cubicBezTo>
                  <a:cubicBezTo>
                    <a:pt x="82" y="1"/>
                    <a:pt x="78" y="0"/>
                    <a:pt x="74" y="0"/>
                  </a:cubicBezTo>
                  <a:cubicBezTo>
                    <a:pt x="65" y="0"/>
                    <a:pt x="58" y="3"/>
                    <a:pt x="55" y="5"/>
                  </a:cubicBezTo>
                  <a:cubicBezTo>
                    <a:pt x="45" y="9"/>
                    <a:pt x="39" y="12"/>
                    <a:pt x="34" y="26"/>
                  </a:cubicBezTo>
                  <a:cubicBezTo>
                    <a:pt x="29" y="38"/>
                    <a:pt x="35" y="51"/>
                    <a:pt x="37" y="57"/>
                  </a:cubicBezTo>
                  <a:cubicBezTo>
                    <a:pt x="34" y="72"/>
                    <a:pt x="39" y="77"/>
                    <a:pt x="39" y="77"/>
                  </a:cubicBezTo>
                  <a:cubicBezTo>
                    <a:pt x="41" y="81"/>
                    <a:pt x="48" y="86"/>
                    <a:pt x="48" y="101"/>
                  </a:cubicBezTo>
                  <a:cubicBezTo>
                    <a:pt x="48" y="117"/>
                    <a:pt x="32" y="121"/>
                    <a:pt x="32" y="121"/>
                  </a:cubicBezTo>
                  <a:cubicBezTo>
                    <a:pt x="22" y="125"/>
                    <a:pt x="0" y="132"/>
                    <a:pt x="0" y="156"/>
                  </a:cubicBezTo>
                  <a:cubicBezTo>
                    <a:pt x="0" y="156"/>
                    <a:pt x="0" y="160"/>
                    <a:pt x="4" y="160"/>
                  </a:cubicBezTo>
                  <a:cubicBezTo>
                    <a:pt x="132" y="160"/>
                    <a:pt x="132" y="160"/>
                    <a:pt x="132" y="160"/>
                  </a:cubicBezTo>
                  <a:cubicBezTo>
                    <a:pt x="136" y="160"/>
                    <a:pt x="136" y="156"/>
                    <a:pt x="136" y="156"/>
                  </a:cubicBezTo>
                  <a:cubicBezTo>
                    <a:pt x="136" y="132"/>
                    <a:pt x="114" y="125"/>
                    <a:pt x="104" y="121"/>
                  </a:cubicBezTo>
                  <a:moveTo>
                    <a:pt x="8" y="152"/>
                  </a:moveTo>
                  <a:cubicBezTo>
                    <a:pt x="10" y="138"/>
                    <a:pt x="22" y="133"/>
                    <a:pt x="34" y="129"/>
                  </a:cubicBezTo>
                  <a:cubicBezTo>
                    <a:pt x="42" y="127"/>
                    <a:pt x="56" y="118"/>
                    <a:pt x="56" y="101"/>
                  </a:cubicBezTo>
                  <a:cubicBezTo>
                    <a:pt x="56" y="85"/>
                    <a:pt x="50" y="78"/>
                    <a:pt x="46" y="74"/>
                  </a:cubicBezTo>
                  <a:cubicBezTo>
                    <a:pt x="46" y="73"/>
                    <a:pt x="46" y="73"/>
                    <a:pt x="45" y="72"/>
                  </a:cubicBezTo>
                  <a:cubicBezTo>
                    <a:pt x="45" y="72"/>
                    <a:pt x="45" y="72"/>
                    <a:pt x="45" y="72"/>
                  </a:cubicBezTo>
                  <a:cubicBezTo>
                    <a:pt x="45" y="72"/>
                    <a:pt x="43" y="68"/>
                    <a:pt x="45" y="59"/>
                  </a:cubicBezTo>
                  <a:cubicBezTo>
                    <a:pt x="46" y="58"/>
                    <a:pt x="45" y="56"/>
                    <a:pt x="45" y="54"/>
                  </a:cubicBezTo>
                  <a:cubicBezTo>
                    <a:pt x="43" y="50"/>
                    <a:pt x="38" y="38"/>
                    <a:pt x="41" y="30"/>
                  </a:cubicBezTo>
                  <a:cubicBezTo>
                    <a:pt x="46" y="18"/>
                    <a:pt x="50" y="16"/>
                    <a:pt x="58" y="12"/>
                  </a:cubicBezTo>
                  <a:cubicBezTo>
                    <a:pt x="58" y="12"/>
                    <a:pt x="58" y="12"/>
                    <a:pt x="59" y="12"/>
                  </a:cubicBezTo>
                  <a:cubicBezTo>
                    <a:pt x="61" y="10"/>
                    <a:pt x="67" y="8"/>
                    <a:pt x="74" y="8"/>
                  </a:cubicBezTo>
                  <a:cubicBezTo>
                    <a:pt x="77" y="8"/>
                    <a:pt x="80" y="9"/>
                    <a:pt x="83" y="10"/>
                  </a:cubicBezTo>
                  <a:cubicBezTo>
                    <a:pt x="85" y="12"/>
                    <a:pt x="88" y="15"/>
                    <a:pt x="92" y="24"/>
                  </a:cubicBezTo>
                  <a:cubicBezTo>
                    <a:pt x="98" y="37"/>
                    <a:pt x="96" y="48"/>
                    <a:pt x="92" y="53"/>
                  </a:cubicBezTo>
                  <a:cubicBezTo>
                    <a:pt x="91" y="55"/>
                    <a:pt x="91" y="58"/>
                    <a:pt x="91" y="60"/>
                  </a:cubicBezTo>
                  <a:cubicBezTo>
                    <a:pt x="93" y="68"/>
                    <a:pt x="92" y="71"/>
                    <a:pt x="91" y="72"/>
                  </a:cubicBezTo>
                  <a:cubicBezTo>
                    <a:pt x="91" y="72"/>
                    <a:pt x="91" y="72"/>
                    <a:pt x="91" y="72"/>
                  </a:cubicBezTo>
                  <a:cubicBezTo>
                    <a:pt x="90" y="73"/>
                    <a:pt x="90" y="73"/>
                    <a:pt x="90" y="74"/>
                  </a:cubicBezTo>
                  <a:cubicBezTo>
                    <a:pt x="86" y="78"/>
                    <a:pt x="80" y="85"/>
                    <a:pt x="80" y="101"/>
                  </a:cubicBezTo>
                  <a:cubicBezTo>
                    <a:pt x="80" y="118"/>
                    <a:pt x="94" y="127"/>
                    <a:pt x="102" y="129"/>
                  </a:cubicBezTo>
                  <a:cubicBezTo>
                    <a:pt x="113" y="133"/>
                    <a:pt x="126" y="138"/>
                    <a:pt x="128" y="152"/>
                  </a:cubicBezTo>
                  <a:lnTo>
                    <a:pt x="8" y="15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5" name="Freeform 154"/>
            <p:cNvSpPr>
              <a:spLocks noEditPoints="1"/>
            </p:cNvSpPr>
            <p:nvPr/>
          </p:nvSpPr>
          <p:spPr bwMode="auto">
            <a:xfrm>
              <a:off x="6918672" y="207220"/>
              <a:ext cx="1002608" cy="822532"/>
            </a:xfrm>
            <a:custGeom>
              <a:avLst/>
              <a:gdLst>
                <a:gd name="T0" fmla="*/ 34 w 176"/>
                <a:gd name="T1" fmla="*/ 86 h 144"/>
                <a:gd name="T2" fmla="*/ 28 w 176"/>
                <a:gd name="T3" fmla="*/ 65 h 144"/>
                <a:gd name="T4" fmla="*/ 28 w 176"/>
                <a:gd name="T5" fmla="*/ 58 h 144"/>
                <a:gd name="T6" fmla="*/ 25 w 176"/>
                <a:gd name="T7" fmla="*/ 38 h 144"/>
                <a:gd name="T8" fmla="*/ 35 w 176"/>
                <a:gd name="T9" fmla="*/ 26 h 144"/>
                <a:gd name="T10" fmla="*/ 49 w 176"/>
                <a:gd name="T11" fmla="*/ 25 h 144"/>
                <a:gd name="T12" fmla="*/ 52 w 176"/>
                <a:gd name="T13" fmla="*/ 18 h 144"/>
                <a:gd name="T14" fmla="*/ 30 w 176"/>
                <a:gd name="T15" fmla="*/ 19 h 144"/>
                <a:gd name="T16" fmla="*/ 20 w 176"/>
                <a:gd name="T17" fmla="*/ 56 h 144"/>
                <a:gd name="T18" fmla="*/ 26 w 176"/>
                <a:gd name="T19" fmla="*/ 86 h 144"/>
                <a:gd name="T20" fmla="*/ 0 w 176"/>
                <a:gd name="T21" fmla="*/ 124 h 144"/>
                <a:gd name="T22" fmla="*/ 22 w 176"/>
                <a:gd name="T23" fmla="*/ 128 h 144"/>
                <a:gd name="T24" fmla="*/ 8 w 176"/>
                <a:gd name="T25" fmla="*/ 120 h 144"/>
                <a:gd name="T26" fmla="*/ 159 w 176"/>
                <a:gd name="T27" fmla="*/ 100 h 144"/>
                <a:gd name="T28" fmla="*/ 155 w 176"/>
                <a:gd name="T29" fmla="*/ 70 h 144"/>
                <a:gd name="T30" fmla="*/ 159 w 176"/>
                <a:gd name="T31" fmla="*/ 35 h 144"/>
                <a:gd name="T32" fmla="*/ 132 w 176"/>
                <a:gd name="T33" fmla="*/ 16 h 144"/>
                <a:gd name="T34" fmla="*/ 126 w 176"/>
                <a:gd name="T35" fmla="*/ 25 h 144"/>
                <a:gd name="T36" fmla="*/ 132 w 176"/>
                <a:gd name="T37" fmla="*/ 24 h 144"/>
                <a:gd name="T38" fmla="*/ 142 w 176"/>
                <a:gd name="T39" fmla="*/ 27 h 144"/>
                <a:gd name="T40" fmla="*/ 149 w 176"/>
                <a:gd name="T41" fmla="*/ 53 h 144"/>
                <a:gd name="T42" fmla="*/ 149 w 176"/>
                <a:gd name="T43" fmla="*/ 65 h 144"/>
                <a:gd name="T44" fmla="*/ 148 w 176"/>
                <a:gd name="T45" fmla="*/ 66 h 144"/>
                <a:gd name="T46" fmla="*/ 157 w 176"/>
                <a:gd name="T47" fmla="*/ 108 h 144"/>
                <a:gd name="T48" fmla="*/ 150 w 176"/>
                <a:gd name="T49" fmla="*/ 120 h 144"/>
                <a:gd name="T50" fmla="*/ 172 w 176"/>
                <a:gd name="T51" fmla="*/ 128 h 144"/>
                <a:gd name="T52" fmla="*/ 159 w 176"/>
                <a:gd name="T53" fmla="*/ 100 h 144"/>
                <a:gd name="T54" fmla="*/ 106 w 176"/>
                <a:gd name="T55" fmla="*/ 90 h 144"/>
                <a:gd name="T56" fmla="*/ 115 w 176"/>
                <a:gd name="T57" fmla="*/ 52 h 144"/>
                <a:gd name="T58" fmla="*/ 104 w 176"/>
                <a:gd name="T59" fmla="*/ 3 h 144"/>
                <a:gd name="T60" fmla="*/ 76 w 176"/>
                <a:gd name="T61" fmla="*/ 4 h 144"/>
                <a:gd name="T62" fmla="*/ 61 w 176"/>
                <a:gd name="T63" fmla="*/ 52 h 144"/>
                <a:gd name="T64" fmla="*/ 70 w 176"/>
                <a:gd name="T65" fmla="*/ 90 h 144"/>
                <a:gd name="T66" fmla="*/ 28 w 176"/>
                <a:gd name="T67" fmla="*/ 140 h 144"/>
                <a:gd name="T68" fmla="*/ 144 w 176"/>
                <a:gd name="T69" fmla="*/ 144 h 144"/>
                <a:gd name="T70" fmla="*/ 120 w 176"/>
                <a:gd name="T71" fmla="*/ 109 h 144"/>
                <a:gd name="T72" fmla="*/ 58 w 176"/>
                <a:gd name="T73" fmla="*/ 117 h 144"/>
                <a:gd name="T74" fmla="*/ 78 w 176"/>
                <a:gd name="T75" fmla="*/ 90 h 144"/>
                <a:gd name="T76" fmla="*/ 69 w 176"/>
                <a:gd name="T77" fmla="*/ 65 h 144"/>
                <a:gd name="T78" fmla="*/ 68 w 176"/>
                <a:gd name="T79" fmla="*/ 48 h 144"/>
                <a:gd name="T80" fmla="*/ 79 w 176"/>
                <a:gd name="T81" fmla="*/ 12 h 144"/>
                <a:gd name="T82" fmla="*/ 93 w 176"/>
                <a:gd name="T83" fmla="*/ 8 h 144"/>
                <a:gd name="T84" fmla="*/ 108 w 176"/>
                <a:gd name="T85" fmla="*/ 22 h 144"/>
                <a:gd name="T86" fmla="*/ 107 w 176"/>
                <a:gd name="T87" fmla="*/ 54 h 144"/>
                <a:gd name="T88" fmla="*/ 106 w 176"/>
                <a:gd name="T89" fmla="*/ 66 h 144"/>
                <a:gd name="T90" fmla="*/ 118 w 176"/>
                <a:gd name="T91" fmla="*/ 117 h 144"/>
                <a:gd name="T92" fmla="*/ 140 w 176"/>
                <a:gd name="T93" fmla="*/ 13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6" h="144">
                  <a:moveTo>
                    <a:pt x="19" y="108"/>
                  </a:moveTo>
                  <a:cubicBezTo>
                    <a:pt x="25" y="106"/>
                    <a:pt x="34" y="100"/>
                    <a:pt x="34" y="86"/>
                  </a:cubicBezTo>
                  <a:cubicBezTo>
                    <a:pt x="34" y="74"/>
                    <a:pt x="30" y="69"/>
                    <a:pt x="28" y="66"/>
                  </a:cubicBezTo>
                  <a:cubicBezTo>
                    <a:pt x="28" y="65"/>
                    <a:pt x="28" y="65"/>
                    <a:pt x="28" y="65"/>
                  </a:cubicBezTo>
                  <a:cubicBezTo>
                    <a:pt x="27" y="65"/>
                    <a:pt x="27" y="65"/>
                    <a:pt x="27" y="65"/>
                  </a:cubicBezTo>
                  <a:cubicBezTo>
                    <a:pt x="27" y="65"/>
                    <a:pt x="27" y="63"/>
                    <a:pt x="28" y="58"/>
                  </a:cubicBezTo>
                  <a:cubicBezTo>
                    <a:pt x="28" y="56"/>
                    <a:pt x="28" y="54"/>
                    <a:pt x="27" y="53"/>
                  </a:cubicBezTo>
                  <a:cubicBezTo>
                    <a:pt x="26" y="49"/>
                    <a:pt x="23" y="43"/>
                    <a:pt x="25" y="38"/>
                  </a:cubicBezTo>
                  <a:cubicBezTo>
                    <a:pt x="28" y="29"/>
                    <a:pt x="30" y="28"/>
                    <a:pt x="34" y="27"/>
                  </a:cubicBezTo>
                  <a:cubicBezTo>
                    <a:pt x="34" y="27"/>
                    <a:pt x="34" y="26"/>
                    <a:pt x="35" y="26"/>
                  </a:cubicBezTo>
                  <a:cubicBezTo>
                    <a:pt x="36" y="25"/>
                    <a:pt x="40" y="24"/>
                    <a:pt x="44" y="24"/>
                  </a:cubicBezTo>
                  <a:cubicBezTo>
                    <a:pt x="46" y="24"/>
                    <a:pt x="48" y="24"/>
                    <a:pt x="49" y="25"/>
                  </a:cubicBezTo>
                  <a:cubicBezTo>
                    <a:pt x="49" y="24"/>
                    <a:pt x="50" y="22"/>
                    <a:pt x="50" y="21"/>
                  </a:cubicBezTo>
                  <a:cubicBezTo>
                    <a:pt x="51" y="20"/>
                    <a:pt x="51" y="19"/>
                    <a:pt x="52" y="18"/>
                  </a:cubicBezTo>
                  <a:cubicBezTo>
                    <a:pt x="49" y="16"/>
                    <a:pt x="47" y="16"/>
                    <a:pt x="44" y="16"/>
                  </a:cubicBezTo>
                  <a:cubicBezTo>
                    <a:pt x="38" y="16"/>
                    <a:pt x="33" y="18"/>
                    <a:pt x="30" y="19"/>
                  </a:cubicBezTo>
                  <a:cubicBezTo>
                    <a:pt x="24" y="22"/>
                    <a:pt x="21" y="25"/>
                    <a:pt x="17" y="35"/>
                  </a:cubicBezTo>
                  <a:cubicBezTo>
                    <a:pt x="14" y="43"/>
                    <a:pt x="18" y="52"/>
                    <a:pt x="20" y="56"/>
                  </a:cubicBezTo>
                  <a:cubicBezTo>
                    <a:pt x="18" y="66"/>
                    <a:pt x="21" y="70"/>
                    <a:pt x="21" y="70"/>
                  </a:cubicBezTo>
                  <a:cubicBezTo>
                    <a:pt x="23" y="73"/>
                    <a:pt x="26" y="76"/>
                    <a:pt x="26" y="86"/>
                  </a:cubicBezTo>
                  <a:cubicBezTo>
                    <a:pt x="26" y="98"/>
                    <a:pt x="17" y="100"/>
                    <a:pt x="17" y="100"/>
                  </a:cubicBezTo>
                  <a:cubicBezTo>
                    <a:pt x="10" y="103"/>
                    <a:pt x="0" y="108"/>
                    <a:pt x="0" y="124"/>
                  </a:cubicBezTo>
                  <a:cubicBezTo>
                    <a:pt x="0" y="124"/>
                    <a:pt x="0" y="128"/>
                    <a:pt x="4" y="128"/>
                  </a:cubicBezTo>
                  <a:cubicBezTo>
                    <a:pt x="22" y="128"/>
                    <a:pt x="22" y="128"/>
                    <a:pt x="22" y="128"/>
                  </a:cubicBezTo>
                  <a:cubicBezTo>
                    <a:pt x="23" y="125"/>
                    <a:pt x="24" y="122"/>
                    <a:pt x="26" y="120"/>
                  </a:cubicBezTo>
                  <a:cubicBezTo>
                    <a:pt x="8" y="120"/>
                    <a:pt x="8" y="120"/>
                    <a:pt x="8" y="120"/>
                  </a:cubicBezTo>
                  <a:cubicBezTo>
                    <a:pt x="9" y="112"/>
                    <a:pt x="14" y="110"/>
                    <a:pt x="19" y="108"/>
                  </a:cubicBezTo>
                  <a:moveTo>
                    <a:pt x="159" y="100"/>
                  </a:moveTo>
                  <a:cubicBezTo>
                    <a:pt x="159" y="100"/>
                    <a:pt x="150" y="98"/>
                    <a:pt x="150" y="86"/>
                  </a:cubicBezTo>
                  <a:cubicBezTo>
                    <a:pt x="150" y="76"/>
                    <a:pt x="153" y="73"/>
                    <a:pt x="155" y="70"/>
                  </a:cubicBezTo>
                  <a:cubicBezTo>
                    <a:pt x="155" y="70"/>
                    <a:pt x="158" y="66"/>
                    <a:pt x="156" y="56"/>
                  </a:cubicBezTo>
                  <a:cubicBezTo>
                    <a:pt x="158" y="52"/>
                    <a:pt x="162" y="43"/>
                    <a:pt x="159" y="35"/>
                  </a:cubicBezTo>
                  <a:cubicBezTo>
                    <a:pt x="155" y="25"/>
                    <a:pt x="152" y="22"/>
                    <a:pt x="146" y="19"/>
                  </a:cubicBezTo>
                  <a:cubicBezTo>
                    <a:pt x="143" y="18"/>
                    <a:pt x="138" y="16"/>
                    <a:pt x="132" y="16"/>
                  </a:cubicBezTo>
                  <a:cubicBezTo>
                    <a:pt x="129" y="16"/>
                    <a:pt x="127" y="16"/>
                    <a:pt x="124" y="18"/>
                  </a:cubicBezTo>
                  <a:cubicBezTo>
                    <a:pt x="125" y="20"/>
                    <a:pt x="126" y="23"/>
                    <a:pt x="126" y="25"/>
                  </a:cubicBezTo>
                  <a:cubicBezTo>
                    <a:pt x="127" y="25"/>
                    <a:pt x="127" y="25"/>
                    <a:pt x="127" y="25"/>
                  </a:cubicBezTo>
                  <a:cubicBezTo>
                    <a:pt x="128" y="24"/>
                    <a:pt x="130" y="24"/>
                    <a:pt x="132" y="24"/>
                  </a:cubicBezTo>
                  <a:cubicBezTo>
                    <a:pt x="136" y="24"/>
                    <a:pt x="140" y="25"/>
                    <a:pt x="141" y="26"/>
                  </a:cubicBezTo>
                  <a:cubicBezTo>
                    <a:pt x="142" y="26"/>
                    <a:pt x="142" y="27"/>
                    <a:pt x="142" y="27"/>
                  </a:cubicBezTo>
                  <a:cubicBezTo>
                    <a:pt x="146" y="28"/>
                    <a:pt x="148" y="29"/>
                    <a:pt x="151" y="38"/>
                  </a:cubicBezTo>
                  <a:cubicBezTo>
                    <a:pt x="153" y="43"/>
                    <a:pt x="150" y="49"/>
                    <a:pt x="149" y="53"/>
                  </a:cubicBezTo>
                  <a:cubicBezTo>
                    <a:pt x="148" y="54"/>
                    <a:pt x="148" y="56"/>
                    <a:pt x="148" y="58"/>
                  </a:cubicBezTo>
                  <a:cubicBezTo>
                    <a:pt x="149" y="63"/>
                    <a:pt x="149" y="65"/>
                    <a:pt x="149" y="65"/>
                  </a:cubicBezTo>
                  <a:cubicBezTo>
                    <a:pt x="149" y="65"/>
                    <a:pt x="149" y="65"/>
                    <a:pt x="148" y="65"/>
                  </a:cubicBezTo>
                  <a:cubicBezTo>
                    <a:pt x="148" y="66"/>
                    <a:pt x="148" y="66"/>
                    <a:pt x="148" y="66"/>
                  </a:cubicBezTo>
                  <a:cubicBezTo>
                    <a:pt x="146" y="69"/>
                    <a:pt x="142" y="74"/>
                    <a:pt x="142" y="86"/>
                  </a:cubicBezTo>
                  <a:cubicBezTo>
                    <a:pt x="142" y="100"/>
                    <a:pt x="151" y="106"/>
                    <a:pt x="157" y="108"/>
                  </a:cubicBezTo>
                  <a:cubicBezTo>
                    <a:pt x="162" y="110"/>
                    <a:pt x="167" y="112"/>
                    <a:pt x="168" y="120"/>
                  </a:cubicBezTo>
                  <a:cubicBezTo>
                    <a:pt x="150" y="120"/>
                    <a:pt x="150" y="120"/>
                    <a:pt x="150" y="120"/>
                  </a:cubicBezTo>
                  <a:cubicBezTo>
                    <a:pt x="152" y="122"/>
                    <a:pt x="153" y="125"/>
                    <a:pt x="154" y="128"/>
                  </a:cubicBezTo>
                  <a:cubicBezTo>
                    <a:pt x="172" y="128"/>
                    <a:pt x="172" y="128"/>
                    <a:pt x="172" y="128"/>
                  </a:cubicBezTo>
                  <a:cubicBezTo>
                    <a:pt x="176" y="128"/>
                    <a:pt x="176" y="124"/>
                    <a:pt x="176" y="124"/>
                  </a:cubicBezTo>
                  <a:cubicBezTo>
                    <a:pt x="176" y="108"/>
                    <a:pt x="166" y="103"/>
                    <a:pt x="159" y="100"/>
                  </a:cubicBezTo>
                  <a:moveTo>
                    <a:pt x="120" y="109"/>
                  </a:moveTo>
                  <a:cubicBezTo>
                    <a:pt x="120" y="109"/>
                    <a:pt x="106" y="105"/>
                    <a:pt x="106" y="90"/>
                  </a:cubicBezTo>
                  <a:cubicBezTo>
                    <a:pt x="106" y="77"/>
                    <a:pt x="111" y="73"/>
                    <a:pt x="114" y="69"/>
                  </a:cubicBezTo>
                  <a:cubicBezTo>
                    <a:pt x="114" y="69"/>
                    <a:pt x="118" y="65"/>
                    <a:pt x="115" y="52"/>
                  </a:cubicBezTo>
                  <a:cubicBezTo>
                    <a:pt x="120" y="45"/>
                    <a:pt x="122" y="33"/>
                    <a:pt x="116" y="19"/>
                  </a:cubicBezTo>
                  <a:cubicBezTo>
                    <a:pt x="112" y="10"/>
                    <a:pt x="109" y="5"/>
                    <a:pt x="104" y="3"/>
                  </a:cubicBezTo>
                  <a:cubicBezTo>
                    <a:pt x="101" y="1"/>
                    <a:pt x="97" y="0"/>
                    <a:pt x="93" y="0"/>
                  </a:cubicBezTo>
                  <a:cubicBezTo>
                    <a:pt x="86" y="0"/>
                    <a:pt x="79" y="3"/>
                    <a:pt x="76" y="4"/>
                  </a:cubicBezTo>
                  <a:cubicBezTo>
                    <a:pt x="68" y="8"/>
                    <a:pt x="63" y="11"/>
                    <a:pt x="58" y="24"/>
                  </a:cubicBezTo>
                  <a:cubicBezTo>
                    <a:pt x="53" y="34"/>
                    <a:pt x="58" y="46"/>
                    <a:pt x="61" y="52"/>
                  </a:cubicBezTo>
                  <a:cubicBezTo>
                    <a:pt x="58" y="65"/>
                    <a:pt x="62" y="69"/>
                    <a:pt x="62" y="69"/>
                  </a:cubicBezTo>
                  <a:cubicBezTo>
                    <a:pt x="65" y="73"/>
                    <a:pt x="70" y="77"/>
                    <a:pt x="70" y="90"/>
                  </a:cubicBezTo>
                  <a:cubicBezTo>
                    <a:pt x="70" y="105"/>
                    <a:pt x="56" y="109"/>
                    <a:pt x="56" y="109"/>
                  </a:cubicBezTo>
                  <a:cubicBezTo>
                    <a:pt x="47" y="112"/>
                    <a:pt x="28" y="118"/>
                    <a:pt x="28" y="140"/>
                  </a:cubicBezTo>
                  <a:cubicBezTo>
                    <a:pt x="28" y="140"/>
                    <a:pt x="28" y="144"/>
                    <a:pt x="32" y="144"/>
                  </a:cubicBezTo>
                  <a:cubicBezTo>
                    <a:pt x="144" y="144"/>
                    <a:pt x="144" y="144"/>
                    <a:pt x="144" y="144"/>
                  </a:cubicBezTo>
                  <a:cubicBezTo>
                    <a:pt x="148" y="144"/>
                    <a:pt x="148" y="140"/>
                    <a:pt x="148" y="140"/>
                  </a:cubicBezTo>
                  <a:cubicBezTo>
                    <a:pt x="148" y="118"/>
                    <a:pt x="129" y="112"/>
                    <a:pt x="120" y="109"/>
                  </a:cubicBezTo>
                  <a:moveTo>
                    <a:pt x="36" y="136"/>
                  </a:moveTo>
                  <a:cubicBezTo>
                    <a:pt x="38" y="125"/>
                    <a:pt x="48" y="120"/>
                    <a:pt x="58" y="117"/>
                  </a:cubicBezTo>
                  <a:cubicBezTo>
                    <a:pt x="58" y="117"/>
                    <a:pt x="58" y="117"/>
                    <a:pt x="58" y="117"/>
                  </a:cubicBezTo>
                  <a:cubicBezTo>
                    <a:pt x="66" y="115"/>
                    <a:pt x="78" y="107"/>
                    <a:pt x="78" y="90"/>
                  </a:cubicBezTo>
                  <a:cubicBezTo>
                    <a:pt x="78" y="76"/>
                    <a:pt x="73" y="70"/>
                    <a:pt x="70" y="66"/>
                  </a:cubicBezTo>
                  <a:cubicBezTo>
                    <a:pt x="69" y="65"/>
                    <a:pt x="68" y="64"/>
                    <a:pt x="69" y="65"/>
                  </a:cubicBezTo>
                  <a:cubicBezTo>
                    <a:pt x="68" y="64"/>
                    <a:pt x="67" y="61"/>
                    <a:pt x="69" y="54"/>
                  </a:cubicBezTo>
                  <a:cubicBezTo>
                    <a:pt x="70" y="50"/>
                    <a:pt x="68" y="48"/>
                    <a:pt x="68" y="48"/>
                  </a:cubicBezTo>
                  <a:cubicBezTo>
                    <a:pt x="66" y="43"/>
                    <a:pt x="62" y="34"/>
                    <a:pt x="65" y="27"/>
                  </a:cubicBezTo>
                  <a:cubicBezTo>
                    <a:pt x="69" y="17"/>
                    <a:pt x="73" y="15"/>
                    <a:pt x="79" y="12"/>
                  </a:cubicBezTo>
                  <a:cubicBezTo>
                    <a:pt x="80" y="11"/>
                    <a:pt x="80" y="11"/>
                    <a:pt x="80" y="11"/>
                  </a:cubicBezTo>
                  <a:cubicBezTo>
                    <a:pt x="82" y="10"/>
                    <a:pt x="87" y="8"/>
                    <a:pt x="93" y="8"/>
                  </a:cubicBezTo>
                  <a:cubicBezTo>
                    <a:pt x="96" y="8"/>
                    <a:pt x="98" y="9"/>
                    <a:pt x="100" y="10"/>
                  </a:cubicBezTo>
                  <a:cubicBezTo>
                    <a:pt x="103" y="11"/>
                    <a:pt x="105" y="14"/>
                    <a:pt x="108" y="22"/>
                  </a:cubicBezTo>
                  <a:cubicBezTo>
                    <a:pt x="115" y="36"/>
                    <a:pt x="111" y="45"/>
                    <a:pt x="109" y="47"/>
                  </a:cubicBezTo>
                  <a:cubicBezTo>
                    <a:pt x="107" y="49"/>
                    <a:pt x="107" y="52"/>
                    <a:pt x="107" y="54"/>
                  </a:cubicBezTo>
                  <a:cubicBezTo>
                    <a:pt x="109" y="61"/>
                    <a:pt x="108" y="64"/>
                    <a:pt x="108" y="64"/>
                  </a:cubicBezTo>
                  <a:cubicBezTo>
                    <a:pt x="108" y="64"/>
                    <a:pt x="107" y="65"/>
                    <a:pt x="106" y="66"/>
                  </a:cubicBezTo>
                  <a:cubicBezTo>
                    <a:pt x="103" y="70"/>
                    <a:pt x="98" y="76"/>
                    <a:pt x="98" y="90"/>
                  </a:cubicBezTo>
                  <a:cubicBezTo>
                    <a:pt x="98" y="107"/>
                    <a:pt x="110" y="115"/>
                    <a:pt x="118" y="117"/>
                  </a:cubicBezTo>
                  <a:cubicBezTo>
                    <a:pt x="118" y="117"/>
                    <a:pt x="118" y="117"/>
                    <a:pt x="118" y="117"/>
                  </a:cubicBezTo>
                  <a:cubicBezTo>
                    <a:pt x="128" y="120"/>
                    <a:pt x="138" y="125"/>
                    <a:pt x="140" y="136"/>
                  </a:cubicBezTo>
                  <a:lnTo>
                    <a:pt x="36" y="136"/>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06" name="Group 105"/>
            <p:cNvGrpSpPr/>
            <p:nvPr/>
          </p:nvGrpSpPr>
          <p:grpSpPr>
            <a:xfrm>
              <a:off x="11585614" y="1493587"/>
              <a:ext cx="218527" cy="219859"/>
              <a:chOff x="4995729" y="3185154"/>
              <a:chExt cx="218527" cy="219859"/>
            </a:xfrm>
            <a:grpFill/>
          </p:grpSpPr>
          <p:sp>
            <p:nvSpPr>
              <p:cNvPr id="179" name="Oval 223"/>
              <p:cNvSpPr>
                <a:spLocks noChangeArrowheads="1"/>
              </p:cNvSpPr>
              <p:nvPr/>
            </p:nvSpPr>
            <p:spPr bwMode="auto">
              <a:xfrm>
                <a:off x="505702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0" name="Oval 224"/>
              <p:cNvSpPr>
                <a:spLocks noChangeArrowheads="1"/>
              </p:cNvSpPr>
              <p:nvPr/>
            </p:nvSpPr>
            <p:spPr bwMode="auto">
              <a:xfrm>
                <a:off x="5135641"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1" name="Freeform 225"/>
              <p:cNvSpPr>
                <a:spLocks noEditPoints="1"/>
              </p:cNvSpPr>
              <p:nvPr/>
            </p:nvSpPr>
            <p:spPr bwMode="auto">
              <a:xfrm>
                <a:off x="499572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2" name="Freeform 226"/>
              <p:cNvSpPr>
                <a:spLocks noEditPoints="1"/>
              </p:cNvSpPr>
              <p:nvPr/>
            </p:nvSpPr>
            <p:spPr bwMode="auto">
              <a:xfrm>
                <a:off x="5039702" y="3238453"/>
                <a:ext cx="51967" cy="51966"/>
              </a:xfrm>
              <a:custGeom>
                <a:avLst/>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5" y="0"/>
                      <a:pt x="0" y="5"/>
                      <a:pt x="0" y="12"/>
                    </a:cubicBezTo>
                    <a:cubicBezTo>
                      <a:pt x="0" y="19"/>
                      <a:pt x="5" y="24"/>
                      <a:pt x="12" y="24"/>
                    </a:cubicBezTo>
                    <a:close/>
                    <a:moveTo>
                      <a:pt x="12" y="4"/>
                    </a:moveTo>
                    <a:cubicBezTo>
                      <a:pt x="16" y="4"/>
                      <a:pt x="20" y="8"/>
                      <a:pt x="20" y="12"/>
                    </a:cubicBezTo>
                    <a:cubicBezTo>
                      <a:pt x="20" y="16"/>
                      <a:pt x="16" y="20"/>
                      <a:pt x="12" y="20"/>
                    </a:cubicBezTo>
                    <a:cubicBezTo>
                      <a:pt x="8" y="20"/>
                      <a:pt x="4" y="16"/>
                      <a:pt x="4" y="12"/>
                    </a:cubicBezTo>
                    <a:cubicBezTo>
                      <a:pt x="4" y="8"/>
                      <a:pt x="8"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3" name="Freeform 227"/>
              <p:cNvSpPr>
                <a:spLocks/>
              </p:cNvSpPr>
              <p:nvPr/>
            </p:nvSpPr>
            <p:spPr bwMode="auto">
              <a:xfrm>
                <a:off x="5030374"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7" name="Group 106"/>
            <p:cNvGrpSpPr/>
            <p:nvPr/>
          </p:nvGrpSpPr>
          <p:grpSpPr>
            <a:xfrm>
              <a:off x="10480502" y="207492"/>
              <a:ext cx="218527" cy="219859"/>
              <a:chOff x="7127702" y="3185154"/>
              <a:chExt cx="218527" cy="219859"/>
            </a:xfrm>
            <a:grpFill/>
          </p:grpSpPr>
          <p:sp>
            <p:nvSpPr>
              <p:cNvPr id="177" name="Freeform 238"/>
              <p:cNvSpPr>
                <a:spLocks/>
              </p:cNvSpPr>
              <p:nvPr/>
            </p:nvSpPr>
            <p:spPr bwMode="auto">
              <a:xfrm>
                <a:off x="7198324" y="3326397"/>
                <a:ext cx="78617" cy="25317"/>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8" name="Freeform 239"/>
              <p:cNvSpPr>
                <a:spLocks noEditPoints="1"/>
              </p:cNvSpPr>
              <p:nvPr/>
            </p:nvSpPr>
            <p:spPr bwMode="auto">
              <a:xfrm>
                <a:off x="7127702"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50 w 100"/>
                  <a:gd name="T25" fmla="*/ 96 h 100"/>
                  <a:gd name="T26" fmla="*/ 4 w 100"/>
                  <a:gd name="T27" fmla="*/ 50 h 100"/>
                  <a:gd name="T28" fmla="*/ 9 w 100"/>
                  <a:gd name="T29" fmla="*/ 30 h 100"/>
                  <a:gd name="T30" fmla="*/ 9 w 100"/>
                  <a:gd name="T31" fmla="*/ 30 h 100"/>
                  <a:gd name="T32" fmla="*/ 11 w 100"/>
                  <a:gd name="T33" fmla="*/ 32 h 100"/>
                  <a:gd name="T34" fmla="*/ 14 w 100"/>
                  <a:gd name="T35" fmla="*/ 40 h 100"/>
                  <a:gd name="T36" fmla="*/ 19 w 100"/>
                  <a:gd name="T37" fmla="*/ 47 h 100"/>
                  <a:gd name="T38" fmla="*/ 29 w 100"/>
                  <a:gd name="T39" fmla="*/ 48 h 100"/>
                  <a:gd name="T40" fmla="*/ 41 w 100"/>
                  <a:gd name="T41" fmla="*/ 46 h 100"/>
                  <a:gd name="T42" fmla="*/ 46 w 100"/>
                  <a:gd name="T43" fmla="*/ 40 h 100"/>
                  <a:gd name="T44" fmla="*/ 49 w 100"/>
                  <a:gd name="T45" fmla="*/ 33 h 100"/>
                  <a:gd name="T46" fmla="*/ 50 w 100"/>
                  <a:gd name="T47" fmla="*/ 32 h 100"/>
                  <a:gd name="T48" fmla="*/ 51 w 100"/>
                  <a:gd name="T49" fmla="*/ 33 h 100"/>
                  <a:gd name="T50" fmla="*/ 54 w 100"/>
                  <a:gd name="T51" fmla="*/ 40 h 100"/>
                  <a:gd name="T52" fmla="*/ 59 w 100"/>
                  <a:gd name="T53" fmla="*/ 46 h 100"/>
                  <a:gd name="T54" fmla="*/ 71 w 100"/>
                  <a:gd name="T55" fmla="*/ 48 h 100"/>
                  <a:gd name="T56" fmla="*/ 81 w 100"/>
                  <a:gd name="T57" fmla="*/ 47 h 100"/>
                  <a:gd name="T58" fmla="*/ 86 w 100"/>
                  <a:gd name="T59" fmla="*/ 40 h 100"/>
                  <a:gd name="T60" fmla="*/ 89 w 100"/>
                  <a:gd name="T61" fmla="*/ 32 h 100"/>
                  <a:gd name="T62" fmla="*/ 91 w 100"/>
                  <a:gd name="T63" fmla="*/ 30 h 100"/>
                  <a:gd name="T64" fmla="*/ 91 w 100"/>
                  <a:gd name="T65" fmla="*/ 30 h 100"/>
                  <a:gd name="T66" fmla="*/ 96 w 100"/>
                  <a:gd name="T67" fmla="*/ 50 h 100"/>
                  <a:gd name="T68" fmla="*/ 50 w 100"/>
                  <a:gd name="T6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8"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8" name="Group 107"/>
            <p:cNvGrpSpPr/>
            <p:nvPr/>
          </p:nvGrpSpPr>
          <p:grpSpPr>
            <a:xfrm>
              <a:off x="10666781" y="1478614"/>
              <a:ext cx="218527" cy="219859"/>
              <a:chOff x="3929743" y="2650828"/>
              <a:chExt cx="218527" cy="219859"/>
            </a:xfrm>
            <a:grpFill/>
          </p:grpSpPr>
          <p:sp>
            <p:nvSpPr>
              <p:cNvPr id="173" name="Freeform 150"/>
              <p:cNvSpPr>
                <a:spLocks noEditPoints="1"/>
              </p:cNvSpPr>
              <p:nvPr/>
            </p:nvSpPr>
            <p:spPr bwMode="auto">
              <a:xfrm>
                <a:off x="3991038" y="2782744"/>
                <a:ext cx="95939" cy="61294"/>
              </a:xfrm>
              <a:custGeom>
                <a:avLst/>
                <a:gdLst>
                  <a:gd name="T0" fmla="*/ 0 w 44"/>
                  <a:gd name="T1" fmla="*/ 4 h 28"/>
                  <a:gd name="T2" fmla="*/ 8 w 44"/>
                  <a:gd name="T3" fmla="*/ 4 h 28"/>
                  <a:gd name="T4" fmla="*/ 8 w 44"/>
                  <a:gd name="T5" fmla="*/ 14 h 28"/>
                  <a:gd name="T6" fmla="*/ 22 w 44"/>
                  <a:gd name="T7" fmla="*/ 28 h 28"/>
                  <a:gd name="T8" fmla="*/ 36 w 44"/>
                  <a:gd name="T9" fmla="*/ 14 h 28"/>
                  <a:gd name="T10" fmla="*/ 36 w 44"/>
                  <a:gd name="T11" fmla="*/ 4 h 28"/>
                  <a:gd name="T12" fmla="*/ 44 w 44"/>
                  <a:gd name="T13" fmla="*/ 4 h 28"/>
                  <a:gd name="T14" fmla="*/ 44 w 44"/>
                  <a:gd name="T15" fmla="*/ 0 h 28"/>
                  <a:gd name="T16" fmla="*/ 0 w 44"/>
                  <a:gd name="T17" fmla="*/ 0 h 28"/>
                  <a:gd name="T18" fmla="*/ 0 w 44"/>
                  <a:gd name="T19" fmla="*/ 4 h 28"/>
                  <a:gd name="T20" fmla="*/ 12 w 44"/>
                  <a:gd name="T21" fmla="*/ 4 h 28"/>
                  <a:gd name="T22" fmla="*/ 32 w 44"/>
                  <a:gd name="T23" fmla="*/ 4 h 28"/>
                  <a:gd name="T24" fmla="*/ 32 w 44"/>
                  <a:gd name="T25" fmla="*/ 14 h 28"/>
                  <a:gd name="T26" fmla="*/ 22 w 44"/>
                  <a:gd name="T27" fmla="*/ 24 h 28"/>
                  <a:gd name="T28" fmla="*/ 12 w 44"/>
                  <a:gd name="T29" fmla="*/ 14 h 28"/>
                  <a:gd name="T30" fmla="*/ 12 w 44"/>
                  <a:gd name="T31"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28">
                    <a:moveTo>
                      <a:pt x="0" y="4"/>
                    </a:moveTo>
                    <a:cubicBezTo>
                      <a:pt x="8" y="4"/>
                      <a:pt x="8" y="4"/>
                      <a:pt x="8" y="4"/>
                    </a:cubicBezTo>
                    <a:cubicBezTo>
                      <a:pt x="8" y="14"/>
                      <a:pt x="8" y="14"/>
                      <a:pt x="8" y="14"/>
                    </a:cubicBezTo>
                    <a:cubicBezTo>
                      <a:pt x="8" y="22"/>
                      <a:pt x="14" y="28"/>
                      <a:pt x="22" y="28"/>
                    </a:cubicBezTo>
                    <a:cubicBezTo>
                      <a:pt x="30" y="28"/>
                      <a:pt x="36" y="22"/>
                      <a:pt x="36" y="14"/>
                    </a:cubicBezTo>
                    <a:cubicBezTo>
                      <a:pt x="36" y="4"/>
                      <a:pt x="36" y="4"/>
                      <a:pt x="36" y="4"/>
                    </a:cubicBezTo>
                    <a:cubicBezTo>
                      <a:pt x="44" y="4"/>
                      <a:pt x="44" y="4"/>
                      <a:pt x="44" y="4"/>
                    </a:cubicBezTo>
                    <a:cubicBezTo>
                      <a:pt x="44" y="0"/>
                      <a:pt x="44" y="0"/>
                      <a:pt x="44" y="0"/>
                    </a:cubicBezTo>
                    <a:cubicBezTo>
                      <a:pt x="0" y="0"/>
                      <a:pt x="0" y="0"/>
                      <a:pt x="0" y="0"/>
                    </a:cubicBezTo>
                    <a:lnTo>
                      <a:pt x="0" y="4"/>
                    </a:lnTo>
                    <a:close/>
                    <a:moveTo>
                      <a:pt x="12" y="4"/>
                    </a:moveTo>
                    <a:cubicBezTo>
                      <a:pt x="32" y="4"/>
                      <a:pt x="32" y="4"/>
                      <a:pt x="32" y="4"/>
                    </a:cubicBezTo>
                    <a:cubicBezTo>
                      <a:pt x="32" y="14"/>
                      <a:pt x="32" y="14"/>
                      <a:pt x="32" y="14"/>
                    </a:cubicBezTo>
                    <a:cubicBezTo>
                      <a:pt x="32" y="20"/>
                      <a:pt x="28" y="24"/>
                      <a:pt x="22" y="24"/>
                    </a:cubicBezTo>
                    <a:cubicBezTo>
                      <a:pt x="16" y="24"/>
                      <a:pt x="12" y="20"/>
                      <a:pt x="12" y="14"/>
                    </a:cubicBez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4" name="Rectangle 151"/>
              <p:cNvSpPr>
                <a:spLocks noChangeArrowheads="1"/>
              </p:cNvSpPr>
              <p:nvPr/>
            </p:nvSpPr>
            <p:spPr bwMode="auto">
              <a:xfrm>
                <a:off x="3991038" y="2729444"/>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5" name="Oval 152"/>
              <p:cNvSpPr>
                <a:spLocks noChangeArrowheads="1"/>
              </p:cNvSpPr>
              <p:nvPr/>
            </p:nvSpPr>
            <p:spPr bwMode="auto">
              <a:xfrm>
                <a:off x="4069654"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6" name="Freeform 153"/>
              <p:cNvSpPr>
                <a:spLocks noEditPoints="1"/>
              </p:cNvSpPr>
              <p:nvPr/>
            </p:nvSpPr>
            <p:spPr bwMode="auto">
              <a:xfrm>
                <a:off x="3929743"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9" name="Group 108"/>
            <p:cNvGrpSpPr/>
            <p:nvPr/>
          </p:nvGrpSpPr>
          <p:grpSpPr>
            <a:xfrm>
              <a:off x="11720135" y="195770"/>
              <a:ext cx="218527" cy="219859"/>
              <a:chOff x="3396750" y="3185154"/>
              <a:chExt cx="218527" cy="219859"/>
            </a:xfrm>
            <a:grpFill/>
          </p:grpSpPr>
          <p:sp>
            <p:nvSpPr>
              <p:cNvPr id="169"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0"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1"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2"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0" name="Group 109"/>
            <p:cNvGrpSpPr/>
            <p:nvPr/>
          </p:nvGrpSpPr>
          <p:grpSpPr>
            <a:xfrm>
              <a:off x="11534193" y="6376915"/>
              <a:ext cx="218527" cy="218527"/>
              <a:chOff x="1264778" y="1582176"/>
              <a:chExt cx="218527" cy="218527"/>
            </a:xfrm>
            <a:grpFill/>
          </p:grpSpPr>
          <p:sp>
            <p:nvSpPr>
              <p:cNvPr id="163" name="Freeform 5"/>
              <p:cNvSpPr>
                <a:spLocks noEditPoints="1"/>
              </p:cNvSpPr>
              <p:nvPr/>
            </p:nvSpPr>
            <p:spPr bwMode="auto">
              <a:xfrm>
                <a:off x="1307417" y="1634143"/>
                <a:ext cx="53299" cy="53299"/>
              </a:xfrm>
              <a:custGeom>
                <a:avLst/>
                <a:gdLst>
                  <a:gd name="T0" fmla="*/ 24 w 24"/>
                  <a:gd name="T1" fmla="*/ 12 h 24"/>
                  <a:gd name="T2" fmla="*/ 12 w 24"/>
                  <a:gd name="T3" fmla="*/ 0 h 24"/>
                  <a:gd name="T4" fmla="*/ 0 w 24"/>
                  <a:gd name="T5" fmla="*/ 12 h 24"/>
                  <a:gd name="T6" fmla="*/ 12 w 24"/>
                  <a:gd name="T7" fmla="*/ 24 h 24"/>
                  <a:gd name="T8" fmla="*/ 24 w 24"/>
                  <a:gd name="T9" fmla="*/ 12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24" y="12"/>
                    </a:moveTo>
                    <a:cubicBezTo>
                      <a:pt x="24" y="5"/>
                      <a:pt x="19" y="0"/>
                      <a:pt x="12" y="0"/>
                    </a:cubicBezTo>
                    <a:cubicBezTo>
                      <a:pt x="5" y="0"/>
                      <a:pt x="0" y="5"/>
                      <a:pt x="0" y="12"/>
                    </a:cubicBezTo>
                    <a:cubicBezTo>
                      <a:pt x="0" y="19"/>
                      <a:pt x="5" y="24"/>
                      <a:pt x="12" y="24"/>
                    </a:cubicBezTo>
                    <a:cubicBezTo>
                      <a:pt x="19" y="24"/>
                      <a:pt x="24" y="19"/>
                      <a:pt x="24" y="12"/>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4" name="Rectangle 6"/>
              <p:cNvSpPr>
                <a:spLocks noChangeArrowheads="1"/>
              </p:cNvSpPr>
              <p:nvPr/>
            </p:nvSpPr>
            <p:spPr bwMode="auto">
              <a:xfrm>
                <a:off x="1351390" y="1731414"/>
                <a:ext cx="43972"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5" name="Oval 7"/>
              <p:cNvSpPr>
                <a:spLocks noChangeArrowheads="1"/>
              </p:cNvSpPr>
              <p:nvPr/>
            </p:nvSpPr>
            <p:spPr bwMode="auto">
              <a:xfrm>
                <a:off x="1326072"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6" name="Oval 8"/>
              <p:cNvSpPr>
                <a:spLocks noChangeArrowheads="1"/>
              </p:cNvSpPr>
              <p:nvPr/>
            </p:nvSpPr>
            <p:spPr bwMode="auto">
              <a:xfrm>
                <a:off x="1404689"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7" name="Freeform 9"/>
              <p:cNvSpPr>
                <a:spLocks noEditPoints="1"/>
              </p:cNvSpPr>
              <p:nvPr/>
            </p:nvSpPr>
            <p:spPr bwMode="auto">
              <a:xfrm>
                <a:off x="1264778"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8" name="Freeform 10"/>
              <p:cNvSpPr>
                <a:spLocks noEditPoints="1"/>
              </p:cNvSpPr>
              <p:nvPr/>
            </p:nvSpPr>
            <p:spPr bwMode="auto">
              <a:xfrm>
                <a:off x="1386034" y="1634143"/>
                <a:ext cx="53299" cy="53299"/>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1" name="Group 110"/>
            <p:cNvGrpSpPr/>
            <p:nvPr/>
          </p:nvGrpSpPr>
          <p:grpSpPr>
            <a:xfrm>
              <a:off x="4838688" y="6491061"/>
              <a:ext cx="218527" cy="219859"/>
              <a:chOff x="3396750" y="3185154"/>
              <a:chExt cx="218527" cy="219859"/>
            </a:xfrm>
            <a:grpFill/>
          </p:grpSpPr>
          <p:sp>
            <p:nvSpPr>
              <p:cNvPr id="159"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0"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1"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2"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2" name="Group 111"/>
            <p:cNvGrpSpPr/>
            <p:nvPr/>
          </p:nvGrpSpPr>
          <p:grpSpPr>
            <a:xfrm>
              <a:off x="5166934" y="266108"/>
              <a:ext cx="218527" cy="219859"/>
              <a:chOff x="3396750" y="3185154"/>
              <a:chExt cx="218527" cy="219859"/>
            </a:xfrm>
            <a:grpFill/>
          </p:grpSpPr>
          <p:sp>
            <p:nvSpPr>
              <p:cNvPr id="155"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6"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7"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8"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3" name="Group 112"/>
            <p:cNvGrpSpPr/>
            <p:nvPr/>
          </p:nvGrpSpPr>
          <p:grpSpPr>
            <a:xfrm>
              <a:off x="295825" y="4072051"/>
              <a:ext cx="218527" cy="218527"/>
              <a:chOff x="7127702" y="2116502"/>
              <a:chExt cx="218527" cy="218527"/>
            </a:xfrm>
            <a:grpFill/>
          </p:grpSpPr>
          <p:sp>
            <p:nvSpPr>
              <p:cNvPr id="149" name="Freeform 114"/>
              <p:cNvSpPr>
                <a:spLocks/>
              </p:cNvSpPr>
              <p:nvPr/>
            </p:nvSpPr>
            <p:spPr bwMode="auto">
              <a:xfrm>
                <a:off x="7198324" y="2256413"/>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0" name="Freeform 115"/>
              <p:cNvSpPr>
                <a:spLocks/>
              </p:cNvSpPr>
              <p:nvPr/>
            </p:nvSpPr>
            <p:spPr bwMode="auto">
              <a:xfrm>
                <a:off x="7250290" y="2168469"/>
                <a:ext cx="34645" cy="26650"/>
              </a:xfrm>
              <a:custGeom>
                <a:avLst/>
                <a:gdLst>
                  <a:gd name="T0" fmla="*/ 26 w 26"/>
                  <a:gd name="T1" fmla="*/ 5 h 20"/>
                  <a:gd name="T2" fmla="*/ 23 w 26"/>
                  <a:gd name="T3" fmla="*/ 0 h 20"/>
                  <a:gd name="T4" fmla="*/ 0 w 26"/>
                  <a:gd name="T5" fmla="*/ 15 h 20"/>
                  <a:gd name="T6" fmla="*/ 3 w 26"/>
                  <a:gd name="T7" fmla="*/ 20 h 20"/>
                  <a:gd name="T8" fmla="*/ 26 w 26"/>
                  <a:gd name="T9" fmla="*/ 5 h 20"/>
                </a:gdLst>
                <a:ahLst/>
                <a:cxnLst>
                  <a:cxn ang="0">
                    <a:pos x="T0" y="T1"/>
                  </a:cxn>
                  <a:cxn ang="0">
                    <a:pos x="T2" y="T3"/>
                  </a:cxn>
                  <a:cxn ang="0">
                    <a:pos x="T4" y="T5"/>
                  </a:cxn>
                  <a:cxn ang="0">
                    <a:pos x="T6" y="T7"/>
                  </a:cxn>
                  <a:cxn ang="0">
                    <a:pos x="T8" y="T9"/>
                  </a:cxn>
                </a:cxnLst>
                <a:rect l="0" t="0" r="r" b="b"/>
                <a:pathLst>
                  <a:path w="26" h="20">
                    <a:moveTo>
                      <a:pt x="26" y="5"/>
                    </a:moveTo>
                    <a:lnTo>
                      <a:pt x="23" y="0"/>
                    </a:lnTo>
                    <a:lnTo>
                      <a:pt x="0" y="15"/>
                    </a:lnTo>
                    <a:lnTo>
                      <a:pt x="3" y="20"/>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1" name="Freeform 116"/>
              <p:cNvSpPr>
                <a:spLocks/>
              </p:cNvSpPr>
              <p:nvPr/>
            </p:nvSpPr>
            <p:spPr bwMode="auto">
              <a:xfrm>
                <a:off x="7188996" y="2168469"/>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2" name="Oval 117"/>
              <p:cNvSpPr>
                <a:spLocks noChangeArrowheads="1"/>
              </p:cNvSpPr>
              <p:nvPr/>
            </p:nvSpPr>
            <p:spPr bwMode="auto">
              <a:xfrm>
                <a:off x="7188996"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3" name="Oval 118"/>
              <p:cNvSpPr>
                <a:spLocks noChangeArrowheads="1"/>
              </p:cNvSpPr>
              <p:nvPr/>
            </p:nvSpPr>
            <p:spPr bwMode="auto">
              <a:xfrm>
                <a:off x="7267613"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4" name="Freeform 119"/>
              <p:cNvSpPr>
                <a:spLocks noEditPoints="1"/>
              </p:cNvSpPr>
              <p:nvPr/>
            </p:nvSpPr>
            <p:spPr bwMode="auto">
              <a:xfrm>
                <a:off x="7127702"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4" name="Group 113"/>
            <p:cNvGrpSpPr/>
            <p:nvPr/>
          </p:nvGrpSpPr>
          <p:grpSpPr>
            <a:xfrm>
              <a:off x="5729642" y="3419615"/>
              <a:ext cx="218527" cy="219859"/>
              <a:chOff x="3396750" y="3185154"/>
              <a:chExt cx="218527" cy="219859"/>
            </a:xfrm>
            <a:grpFill/>
          </p:grpSpPr>
          <p:sp>
            <p:nvSpPr>
              <p:cNvPr id="145"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6"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7"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8"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15" name="Freeform 114"/>
            <p:cNvSpPr>
              <a:spLocks noEditPoints="1"/>
            </p:cNvSpPr>
            <p:nvPr/>
          </p:nvSpPr>
          <p:spPr bwMode="auto">
            <a:xfrm>
              <a:off x="7744559" y="5866193"/>
              <a:ext cx="300038" cy="271462"/>
            </a:xfrm>
            <a:custGeom>
              <a:avLst/>
              <a:gdLst>
                <a:gd name="T0" fmla="*/ 64 w 124"/>
                <a:gd name="T1" fmla="*/ 8 h 112"/>
                <a:gd name="T2" fmla="*/ 64 w 124"/>
                <a:gd name="T3" fmla="*/ 2 h 112"/>
                <a:gd name="T4" fmla="*/ 62 w 124"/>
                <a:gd name="T5" fmla="*/ 0 h 112"/>
                <a:gd name="T6" fmla="*/ 60 w 124"/>
                <a:gd name="T7" fmla="*/ 2 h 112"/>
                <a:gd name="T8" fmla="*/ 60 w 124"/>
                <a:gd name="T9" fmla="*/ 8 h 112"/>
                <a:gd name="T10" fmla="*/ 0 w 124"/>
                <a:gd name="T11" fmla="*/ 48 h 112"/>
                <a:gd name="T12" fmla="*/ 10 w 124"/>
                <a:gd name="T13" fmla="*/ 40 h 112"/>
                <a:gd name="T14" fmla="*/ 20 w 124"/>
                <a:gd name="T15" fmla="*/ 48 h 112"/>
                <a:gd name="T16" fmla="*/ 30 w 124"/>
                <a:gd name="T17" fmla="*/ 40 h 112"/>
                <a:gd name="T18" fmla="*/ 40 w 124"/>
                <a:gd name="T19" fmla="*/ 48 h 112"/>
                <a:gd name="T20" fmla="*/ 50 w 124"/>
                <a:gd name="T21" fmla="*/ 40 h 112"/>
                <a:gd name="T22" fmla="*/ 60 w 124"/>
                <a:gd name="T23" fmla="*/ 48 h 112"/>
                <a:gd name="T24" fmla="*/ 60 w 124"/>
                <a:gd name="T25" fmla="*/ 92 h 112"/>
                <a:gd name="T26" fmla="*/ 60 w 124"/>
                <a:gd name="T27" fmla="*/ 104 h 112"/>
                <a:gd name="T28" fmla="*/ 56 w 124"/>
                <a:gd name="T29" fmla="*/ 108 h 112"/>
                <a:gd name="T30" fmla="*/ 52 w 124"/>
                <a:gd name="T31" fmla="*/ 104 h 112"/>
                <a:gd name="T32" fmla="*/ 52 w 124"/>
                <a:gd name="T33" fmla="*/ 100 h 112"/>
                <a:gd name="T34" fmla="*/ 52 w 124"/>
                <a:gd name="T35" fmla="*/ 98 h 112"/>
                <a:gd name="T36" fmla="*/ 50 w 124"/>
                <a:gd name="T37" fmla="*/ 96 h 112"/>
                <a:gd name="T38" fmla="*/ 48 w 124"/>
                <a:gd name="T39" fmla="*/ 98 h 112"/>
                <a:gd name="T40" fmla="*/ 48 w 124"/>
                <a:gd name="T41" fmla="*/ 101 h 112"/>
                <a:gd name="T42" fmla="*/ 48 w 124"/>
                <a:gd name="T43" fmla="*/ 104 h 112"/>
                <a:gd name="T44" fmla="*/ 56 w 124"/>
                <a:gd name="T45" fmla="*/ 112 h 112"/>
                <a:gd name="T46" fmla="*/ 64 w 124"/>
                <a:gd name="T47" fmla="*/ 104 h 112"/>
                <a:gd name="T48" fmla="*/ 64 w 124"/>
                <a:gd name="T49" fmla="*/ 98 h 112"/>
                <a:gd name="T50" fmla="*/ 64 w 124"/>
                <a:gd name="T51" fmla="*/ 48 h 112"/>
                <a:gd name="T52" fmla="*/ 74 w 124"/>
                <a:gd name="T53" fmla="*/ 40 h 112"/>
                <a:gd name="T54" fmla="*/ 84 w 124"/>
                <a:gd name="T55" fmla="*/ 48 h 112"/>
                <a:gd name="T56" fmla="*/ 94 w 124"/>
                <a:gd name="T57" fmla="*/ 40 h 112"/>
                <a:gd name="T58" fmla="*/ 104 w 124"/>
                <a:gd name="T59" fmla="*/ 48 h 112"/>
                <a:gd name="T60" fmla="*/ 114 w 124"/>
                <a:gd name="T61" fmla="*/ 40 h 112"/>
                <a:gd name="T62" fmla="*/ 124 w 124"/>
                <a:gd name="T63" fmla="*/ 48 h 112"/>
                <a:gd name="T64" fmla="*/ 64 w 124"/>
                <a:gd name="T65" fmla="*/ 8 h 112"/>
                <a:gd name="T66" fmla="*/ 17 w 124"/>
                <a:gd name="T67" fmla="*/ 38 h 112"/>
                <a:gd name="T68" fmla="*/ 10 w 124"/>
                <a:gd name="T69" fmla="*/ 36 h 112"/>
                <a:gd name="T70" fmla="*/ 7 w 124"/>
                <a:gd name="T71" fmla="*/ 36 h 112"/>
                <a:gd name="T72" fmla="*/ 33 w 124"/>
                <a:gd name="T73" fmla="*/ 17 h 112"/>
                <a:gd name="T74" fmla="*/ 17 w 124"/>
                <a:gd name="T75" fmla="*/ 38 h 112"/>
                <a:gd name="T76" fmla="*/ 37 w 124"/>
                <a:gd name="T77" fmla="*/ 38 h 112"/>
                <a:gd name="T78" fmla="*/ 30 w 124"/>
                <a:gd name="T79" fmla="*/ 36 h 112"/>
                <a:gd name="T80" fmla="*/ 21 w 124"/>
                <a:gd name="T81" fmla="*/ 38 h 112"/>
                <a:gd name="T82" fmla="*/ 48 w 124"/>
                <a:gd name="T83" fmla="*/ 14 h 112"/>
                <a:gd name="T84" fmla="*/ 37 w 124"/>
                <a:gd name="T85" fmla="*/ 38 h 112"/>
                <a:gd name="T86" fmla="*/ 60 w 124"/>
                <a:gd name="T87" fmla="*/ 40 h 112"/>
                <a:gd name="T88" fmla="*/ 50 w 124"/>
                <a:gd name="T89" fmla="*/ 36 h 112"/>
                <a:gd name="T90" fmla="*/ 41 w 124"/>
                <a:gd name="T91" fmla="*/ 39 h 112"/>
                <a:gd name="T92" fmla="*/ 60 w 124"/>
                <a:gd name="T93" fmla="*/ 12 h 112"/>
                <a:gd name="T94" fmla="*/ 60 w 124"/>
                <a:gd name="T95" fmla="*/ 40 h 112"/>
                <a:gd name="T96" fmla="*/ 74 w 124"/>
                <a:gd name="T97" fmla="*/ 36 h 112"/>
                <a:gd name="T98" fmla="*/ 64 w 124"/>
                <a:gd name="T99" fmla="*/ 40 h 112"/>
                <a:gd name="T100" fmla="*/ 64 w 124"/>
                <a:gd name="T101" fmla="*/ 12 h 112"/>
                <a:gd name="T102" fmla="*/ 83 w 124"/>
                <a:gd name="T103" fmla="*/ 39 h 112"/>
                <a:gd name="T104" fmla="*/ 74 w 124"/>
                <a:gd name="T105" fmla="*/ 36 h 112"/>
                <a:gd name="T106" fmla="*/ 94 w 124"/>
                <a:gd name="T107" fmla="*/ 36 h 112"/>
                <a:gd name="T108" fmla="*/ 87 w 124"/>
                <a:gd name="T109" fmla="*/ 38 h 112"/>
                <a:gd name="T110" fmla="*/ 75 w 124"/>
                <a:gd name="T111" fmla="*/ 14 h 112"/>
                <a:gd name="T112" fmla="*/ 102 w 124"/>
                <a:gd name="T113" fmla="*/ 38 h 112"/>
                <a:gd name="T114" fmla="*/ 94 w 124"/>
                <a:gd name="T115" fmla="*/ 36 h 112"/>
                <a:gd name="T116" fmla="*/ 114 w 124"/>
                <a:gd name="T117" fmla="*/ 36 h 112"/>
                <a:gd name="T118" fmla="*/ 106 w 124"/>
                <a:gd name="T119" fmla="*/ 38 h 112"/>
                <a:gd name="T120" fmla="*/ 90 w 124"/>
                <a:gd name="T121" fmla="*/ 17 h 112"/>
                <a:gd name="T122" fmla="*/ 117 w 124"/>
                <a:gd name="T123" fmla="*/ 36 h 112"/>
                <a:gd name="T124" fmla="*/ 114 w 124"/>
                <a:gd name="T125" fmla="*/ 3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4" h="112">
                  <a:moveTo>
                    <a:pt x="64" y="8"/>
                  </a:moveTo>
                  <a:cubicBezTo>
                    <a:pt x="64" y="2"/>
                    <a:pt x="64" y="2"/>
                    <a:pt x="64" y="2"/>
                  </a:cubicBezTo>
                  <a:cubicBezTo>
                    <a:pt x="64" y="1"/>
                    <a:pt x="63" y="0"/>
                    <a:pt x="62" y="0"/>
                  </a:cubicBezTo>
                  <a:cubicBezTo>
                    <a:pt x="61" y="0"/>
                    <a:pt x="60" y="1"/>
                    <a:pt x="60" y="2"/>
                  </a:cubicBezTo>
                  <a:cubicBezTo>
                    <a:pt x="60" y="8"/>
                    <a:pt x="60" y="8"/>
                    <a:pt x="60" y="8"/>
                  </a:cubicBezTo>
                  <a:cubicBezTo>
                    <a:pt x="28" y="9"/>
                    <a:pt x="0" y="26"/>
                    <a:pt x="0" y="48"/>
                  </a:cubicBezTo>
                  <a:cubicBezTo>
                    <a:pt x="0" y="44"/>
                    <a:pt x="4" y="40"/>
                    <a:pt x="10" y="40"/>
                  </a:cubicBezTo>
                  <a:cubicBezTo>
                    <a:pt x="15" y="40"/>
                    <a:pt x="20" y="44"/>
                    <a:pt x="20" y="48"/>
                  </a:cubicBezTo>
                  <a:cubicBezTo>
                    <a:pt x="20" y="44"/>
                    <a:pt x="24" y="40"/>
                    <a:pt x="30" y="40"/>
                  </a:cubicBezTo>
                  <a:cubicBezTo>
                    <a:pt x="35" y="40"/>
                    <a:pt x="40" y="44"/>
                    <a:pt x="40" y="48"/>
                  </a:cubicBezTo>
                  <a:cubicBezTo>
                    <a:pt x="40" y="44"/>
                    <a:pt x="44" y="40"/>
                    <a:pt x="50" y="40"/>
                  </a:cubicBezTo>
                  <a:cubicBezTo>
                    <a:pt x="55" y="40"/>
                    <a:pt x="60" y="44"/>
                    <a:pt x="60" y="48"/>
                  </a:cubicBezTo>
                  <a:cubicBezTo>
                    <a:pt x="60" y="92"/>
                    <a:pt x="60" y="92"/>
                    <a:pt x="60" y="92"/>
                  </a:cubicBezTo>
                  <a:cubicBezTo>
                    <a:pt x="60" y="104"/>
                    <a:pt x="60" y="104"/>
                    <a:pt x="60" y="104"/>
                  </a:cubicBezTo>
                  <a:cubicBezTo>
                    <a:pt x="60" y="106"/>
                    <a:pt x="58" y="108"/>
                    <a:pt x="56" y="108"/>
                  </a:cubicBezTo>
                  <a:cubicBezTo>
                    <a:pt x="54" y="108"/>
                    <a:pt x="52" y="106"/>
                    <a:pt x="52" y="104"/>
                  </a:cubicBezTo>
                  <a:cubicBezTo>
                    <a:pt x="52" y="100"/>
                    <a:pt x="52" y="100"/>
                    <a:pt x="52" y="100"/>
                  </a:cubicBezTo>
                  <a:cubicBezTo>
                    <a:pt x="52" y="98"/>
                    <a:pt x="52" y="98"/>
                    <a:pt x="52" y="98"/>
                  </a:cubicBezTo>
                  <a:cubicBezTo>
                    <a:pt x="52" y="97"/>
                    <a:pt x="51" y="96"/>
                    <a:pt x="50" y="96"/>
                  </a:cubicBezTo>
                  <a:cubicBezTo>
                    <a:pt x="49" y="96"/>
                    <a:pt x="48" y="97"/>
                    <a:pt x="48" y="98"/>
                  </a:cubicBezTo>
                  <a:cubicBezTo>
                    <a:pt x="48" y="101"/>
                    <a:pt x="48" y="101"/>
                    <a:pt x="48" y="101"/>
                  </a:cubicBezTo>
                  <a:cubicBezTo>
                    <a:pt x="48" y="104"/>
                    <a:pt x="48" y="104"/>
                    <a:pt x="48" y="104"/>
                  </a:cubicBezTo>
                  <a:cubicBezTo>
                    <a:pt x="48" y="108"/>
                    <a:pt x="52" y="112"/>
                    <a:pt x="56" y="112"/>
                  </a:cubicBezTo>
                  <a:cubicBezTo>
                    <a:pt x="60" y="112"/>
                    <a:pt x="64" y="108"/>
                    <a:pt x="64" y="104"/>
                  </a:cubicBezTo>
                  <a:cubicBezTo>
                    <a:pt x="64" y="98"/>
                    <a:pt x="64" y="98"/>
                    <a:pt x="64" y="98"/>
                  </a:cubicBezTo>
                  <a:cubicBezTo>
                    <a:pt x="64" y="48"/>
                    <a:pt x="64" y="48"/>
                    <a:pt x="64" y="48"/>
                  </a:cubicBezTo>
                  <a:cubicBezTo>
                    <a:pt x="64" y="44"/>
                    <a:pt x="68" y="40"/>
                    <a:pt x="74" y="40"/>
                  </a:cubicBezTo>
                  <a:cubicBezTo>
                    <a:pt x="79" y="40"/>
                    <a:pt x="84" y="44"/>
                    <a:pt x="84" y="48"/>
                  </a:cubicBezTo>
                  <a:cubicBezTo>
                    <a:pt x="84" y="44"/>
                    <a:pt x="88" y="40"/>
                    <a:pt x="94" y="40"/>
                  </a:cubicBezTo>
                  <a:cubicBezTo>
                    <a:pt x="99" y="40"/>
                    <a:pt x="104" y="44"/>
                    <a:pt x="104" y="48"/>
                  </a:cubicBezTo>
                  <a:cubicBezTo>
                    <a:pt x="104" y="44"/>
                    <a:pt x="108" y="40"/>
                    <a:pt x="114" y="40"/>
                  </a:cubicBezTo>
                  <a:cubicBezTo>
                    <a:pt x="119" y="40"/>
                    <a:pt x="124" y="44"/>
                    <a:pt x="124" y="48"/>
                  </a:cubicBezTo>
                  <a:cubicBezTo>
                    <a:pt x="124" y="26"/>
                    <a:pt x="96" y="9"/>
                    <a:pt x="64" y="8"/>
                  </a:cubicBezTo>
                  <a:close/>
                  <a:moveTo>
                    <a:pt x="17" y="38"/>
                  </a:moveTo>
                  <a:cubicBezTo>
                    <a:pt x="15" y="37"/>
                    <a:pt x="13" y="36"/>
                    <a:pt x="10" y="36"/>
                  </a:cubicBezTo>
                  <a:cubicBezTo>
                    <a:pt x="9" y="36"/>
                    <a:pt x="8" y="36"/>
                    <a:pt x="7" y="36"/>
                  </a:cubicBezTo>
                  <a:cubicBezTo>
                    <a:pt x="12" y="28"/>
                    <a:pt x="21" y="21"/>
                    <a:pt x="33" y="17"/>
                  </a:cubicBezTo>
                  <a:cubicBezTo>
                    <a:pt x="26" y="22"/>
                    <a:pt x="20" y="29"/>
                    <a:pt x="17" y="38"/>
                  </a:cubicBezTo>
                  <a:close/>
                  <a:moveTo>
                    <a:pt x="37" y="38"/>
                  </a:moveTo>
                  <a:cubicBezTo>
                    <a:pt x="35" y="37"/>
                    <a:pt x="32" y="36"/>
                    <a:pt x="30" y="36"/>
                  </a:cubicBezTo>
                  <a:cubicBezTo>
                    <a:pt x="27" y="36"/>
                    <a:pt x="24" y="37"/>
                    <a:pt x="21" y="38"/>
                  </a:cubicBezTo>
                  <a:cubicBezTo>
                    <a:pt x="25" y="27"/>
                    <a:pt x="35" y="18"/>
                    <a:pt x="48" y="14"/>
                  </a:cubicBezTo>
                  <a:cubicBezTo>
                    <a:pt x="43" y="19"/>
                    <a:pt x="38" y="28"/>
                    <a:pt x="37" y="38"/>
                  </a:cubicBezTo>
                  <a:close/>
                  <a:moveTo>
                    <a:pt x="60" y="40"/>
                  </a:moveTo>
                  <a:cubicBezTo>
                    <a:pt x="56" y="37"/>
                    <a:pt x="54" y="36"/>
                    <a:pt x="50" y="36"/>
                  </a:cubicBezTo>
                  <a:cubicBezTo>
                    <a:pt x="46" y="36"/>
                    <a:pt x="43" y="37"/>
                    <a:pt x="41" y="39"/>
                  </a:cubicBezTo>
                  <a:cubicBezTo>
                    <a:pt x="43" y="25"/>
                    <a:pt x="52" y="14"/>
                    <a:pt x="60" y="12"/>
                  </a:cubicBezTo>
                  <a:lnTo>
                    <a:pt x="60" y="40"/>
                  </a:lnTo>
                  <a:close/>
                  <a:moveTo>
                    <a:pt x="74" y="36"/>
                  </a:moveTo>
                  <a:cubicBezTo>
                    <a:pt x="70" y="36"/>
                    <a:pt x="68" y="37"/>
                    <a:pt x="64" y="40"/>
                  </a:cubicBezTo>
                  <a:cubicBezTo>
                    <a:pt x="64" y="12"/>
                    <a:pt x="64" y="12"/>
                    <a:pt x="64" y="12"/>
                  </a:cubicBezTo>
                  <a:cubicBezTo>
                    <a:pt x="72" y="14"/>
                    <a:pt x="81" y="25"/>
                    <a:pt x="83" y="39"/>
                  </a:cubicBezTo>
                  <a:cubicBezTo>
                    <a:pt x="81" y="37"/>
                    <a:pt x="77" y="36"/>
                    <a:pt x="74" y="36"/>
                  </a:cubicBezTo>
                  <a:close/>
                  <a:moveTo>
                    <a:pt x="94" y="36"/>
                  </a:moveTo>
                  <a:cubicBezTo>
                    <a:pt x="91" y="36"/>
                    <a:pt x="89" y="37"/>
                    <a:pt x="87" y="38"/>
                  </a:cubicBezTo>
                  <a:cubicBezTo>
                    <a:pt x="85" y="28"/>
                    <a:pt x="81" y="19"/>
                    <a:pt x="75" y="14"/>
                  </a:cubicBezTo>
                  <a:cubicBezTo>
                    <a:pt x="88" y="18"/>
                    <a:pt x="99" y="27"/>
                    <a:pt x="102" y="38"/>
                  </a:cubicBezTo>
                  <a:cubicBezTo>
                    <a:pt x="100" y="37"/>
                    <a:pt x="97" y="36"/>
                    <a:pt x="94" y="36"/>
                  </a:cubicBezTo>
                  <a:close/>
                  <a:moveTo>
                    <a:pt x="114" y="36"/>
                  </a:moveTo>
                  <a:cubicBezTo>
                    <a:pt x="111" y="36"/>
                    <a:pt x="108" y="37"/>
                    <a:pt x="106" y="38"/>
                  </a:cubicBezTo>
                  <a:cubicBezTo>
                    <a:pt x="104" y="29"/>
                    <a:pt x="98" y="22"/>
                    <a:pt x="90" y="17"/>
                  </a:cubicBezTo>
                  <a:cubicBezTo>
                    <a:pt x="103" y="21"/>
                    <a:pt x="112" y="28"/>
                    <a:pt x="117" y="36"/>
                  </a:cubicBezTo>
                  <a:cubicBezTo>
                    <a:pt x="116" y="36"/>
                    <a:pt x="115" y="36"/>
                    <a:pt x="114" y="3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6" name="Freeform 115"/>
            <p:cNvSpPr>
              <a:spLocks noEditPoints="1"/>
            </p:cNvSpPr>
            <p:nvPr/>
          </p:nvSpPr>
          <p:spPr bwMode="auto">
            <a:xfrm>
              <a:off x="470756" y="4536601"/>
              <a:ext cx="290513" cy="90487"/>
            </a:xfrm>
            <a:custGeom>
              <a:avLst/>
              <a:gdLst>
                <a:gd name="T0" fmla="*/ 64 w 120"/>
                <a:gd name="T1" fmla="*/ 5 h 37"/>
                <a:gd name="T2" fmla="*/ 1 w 120"/>
                <a:gd name="T3" fmla="*/ 3 h 37"/>
                <a:gd name="T4" fmla="*/ 5 w 120"/>
                <a:gd name="T5" fmla="*/ 14 h 37"/>
                <a:gd name="T6" fmla="*/ 15 w 120"/>
                <a:gd name="T7" fmla="*/ 35 h 37"/>
                <a:gd name="T8" fmla="*/ 45 w 120"/>
                <a:gd name="T9" fmla="*/ 34 h 37"/>
                <a:gd name="T10" fmla="*/ 56 w 120"/>
                <a:gd name="T11" fmla="*/ 14 h 37"/>
                <a:gd name="T12" fmla="*/ 68 w 120"/>
                <a:gd name="T13" fmla="*/ 25 h 37"/>
                <a:gd name="T14" fmla="*/ 91 w 120"/>
                <a:gd name="T15" fmla="*/ 37 h 37"/>
                <a:gd name="T16" fmla="*/ 112 w 120"/>
                <a:gd name="T17" fmla="*/ 25 h 37"/>
                <a:gd name="T18" fmla="*/ 119 w 120"/>
                <a:gd name="T19" fmla="*/ 10 h 37"/>
                <a:gd name="T20" fmla="*/ 11 w 120"/>
                <a:gd name="T21" fmla="*/ 7 h 37"/>
                <a:gd name="T22" fmla="*/ 48 w 120"/>
                <a:gd name="T23" fmla="*/ 8 h 37"/>
                <a:gd name="T24" fmla="*/ 9 w 120"/>
                <a:gd name="T25" fmla="*/ 9 h 37"/>
                <a:gd name="T26" fmla="*/ 44 w 120"/>
                <a:gd name="T27" fmla="*/ 29 h 37"/>
                <a:gd name="T28" fmla="*/ 17 w 120"/>
                <a:gd name="T29" fmla="*/ 32 h 37"/>
                <a:gd name="T30" fmla="*/ 45 w 120"/>
                <a:gd name="T31" fmla="*/ 29 h 37"/>
                <a:gd name="T32" fmla="*/ 48 w 120"/>
                <a:gd name="T33" fmla="*/ 25 h 37"/>
                <a:gd name="T34" fmla="*/ 9 w 120"/>
                <a:gd name="T35" fmla="*/ 21 h 37"/>
                <a:gd name="T36" fmla="*/ 48 w 120"/>
                <a:gd name="T37" fmla="*/ 25 h 37"/>
                <a:gd name="T38" fmla="*/ 8 w 120"/>
                <a:gd name="T39" fmla="*/ 13 h 37"/>
                <a:gd name="T40" fmla="*/ 51 w 120"/>
                <a:gd name="T41" fmla="*/ 17 h 37"/>
                <a:gd name="T42" fmla="*/ 91 w 120"/>
                <a:gd name="T43" fmla="*/ 5 h 37"/>
                <a:gd name="T44" fmla="*/ 111 w 120"/>
                <a:gd name="T45" fmla="*/ 9 h 37"/>
                <a:gd name="T46" fmla="*/ 72 w 120"/>
                <a:gd name="T47" fmla="*/ 8 h 37"/>
                <a:gd name="T48" fmla="*/ 92 w 120"/>
                <a:gd name="T49" fmla="*/ 33 h 37"/>
                <a:gd name="T50" fmla="*/ 75 w 120"/>
                <a:gd name="T51" fmla="*/ 29 h 37"/>
                <a:gd name="T52" fmla="*/ 103 w 120"/>
                <a:gd name="T53" fmla="*/ 32 h 37"/>
                <a:gd name="T54" fmla="*/ 72 w 120"/>
                <a:gd name="T55" fmla="*/ 25 h 37"/>
                <a:gd name="T56" fmla="*/ 111 w 120"/>
                <a:gd name="T57" fmla="*/ 21 h 37"/>
                <a:gd name="T58" fmla="*/ 112 w 120"/>
                <a:gd name="T59" fmla="*/ 17 h 37"/>
                <a:gd name="T60" fmla="*/ 68 w 120"/>
                <a:gd name="T61" fmla="*/ 13 h 37"/>
                <a:gd name="T62" fmla="*/ 112 w 120"/>
                <a:gd name="T63" fmla="*/ 1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0" h="37">
                  <a:moveTo>
                    <a:pt x="119" y="3"/>
                  </a:moveTo>
                  <a:cubicBezTo>
                    <a:pt x="106" y="0"/>
                    <a:pt x="81" y="0"/>
                    <a:pt x="64" y="5"/>
                  </a:cubicBezTo>
                  <a:cubicBezTo>
                    <a:pt x="63" y="5"/>
                    <a:pt x="57" y="5"/>
                    <a:pt x="56" y="5"/>
                  </a:cubicBezTo>
                  <a:cubicBezTo>
                    <a:pt x="39" y="0"/>
                    <a:pt x="14" y="0"/>
                    <a:pt x="1" y="3"/>
                  </a:cubicBezTo>
                  <a:cubicBezTo>
                    <a:pt x="0" y="3"/>
                    <a:pt x="0" y="10"/>
                    <a:pt x="1" y="10"/>
                  </a:cubicBezTo>
                  <a:cubicBezTo>
                    <a:pt x="4" y="11"/>
                    <a:pt x="5" y="14"/>
                    <a:pt x="5" y="14"/>
                  </a:cubicBezTo>
                  <a:cubicBezTo>
                    <a:pt x="5" y="14"/>
                    <a:pt x="5" y="16"/>
                    <a:pt x="8" y="25"/>
                  </a:cubicBezTo>
                  <a:cubicBezTo>
                    <a:pt x="10" y="34"/>
                    <a:pt x="15" y="35"/>
                    <a:pt x="15" y="35"/>
                  </a:cubicBezTo>
                  <a:cubicBezTo>
                    <a:pt x="15" y="35"/>
                    <a:pt x="21" y="37"/>
                    <a:pt x="29" y="37"/>
                  </a:cubicBezTo>
                  <a:cubicBezTo>
                    <a:pt x="36" y="37"/>
                    <a:pt x="40" y="37"/>
                    <a:pt x="45" y="34"/>
                  </a:cubicBezTo>
                  <a:cubicBezTo>
                    <a:pt x="50" y="32"/>
                    <a:pt x="52" y="25"/>
                    <a:pt x="52" y="25"/>
                  </a:cubicBezTo>
                  <a:cubicBezTo>
                    <a:pt x="52" y="25"/>
                    <a:pt x="54" y="20"/>
                    <a:pt x="56" y="14"/>
                  </a:cubicBezTo>
                  <a:cubicBezTo>
                    <a:pt x="56" y="13"/>
                    <a:pt x="64" y="13"/>
                    <a:pt x="64" y="14"/>
                  </a:cubicBezTo>
                  <a:cubicBezTo>
                    <a:pt x="66" y="20"/>
                    <a:pt x="68" y="25"/>
                    <a:pt x="68" y="25"/>
                  </a:cubicBezTo>
                  <a:cubicBezTo>
                    <a:pt x="68" y="25"/>
                    <a:pt x="70" y="32"/>
                    <a:pt x="75" y="34"/>
                  </a:cubicBezTo>
                  <a:cubicBezTo>
                    <a:pt x="80" y="37"/>
                    <a:pt x="84" y="37"/>
                    <a:pt x="91" y="37"/>
                  </a:cubicBezTo>
                  <a:cubicBezTo>
                    <a:pt x="99" y="37"/>
                    <a:pt x="105" y="35"/>
                    <a:pt x="105" y="35"/>
                  </a:cubicBezTo>
                  <a:cubicBezTo>
                    <a:pt x="105" y="35"/>
                    <a:pt x="110" y="34"/>
                    <a:pt x="112" y="25"/>
                  </a:cubicBezTo>
                  <a:cubicBezTo>
                    <a:pt x="115" y="16"/>
                    <a:pt x="115" y="14"/>
                    <a:pt x="115" y="14"/>
                  </a:cubicBezTo>
                  <a:cubicBezTo>
                    <a:pt x="115" y="14"/>
                    <a:pt x="116" y="11"/>
                    <a:pt x="119" y="10"/>
                  </a:cubicBezTo>
                  <a:cubicBezTo>
                    <a:pt x="120" y="10"/>
                    <a:pt x="120" y="3"/>
                    <a:pt x="119" y="3"/>
                  </a:cubicBezTo>
                  <a:close/>
                  <a:moveTo>
                    <a:pt x="11" y="7"/>
                  </a:moveTo>
                  <a:cubicBezTo>
                    <a:pt x="14" y="5"/>
                    <a:pt x="25" y="5"/>
                    <a:pt x="29" y="5"/>
                  </a:cubicBezTo>
                  <a:cubicBezTo>
                    <a:pt x="33" y="5"/>
                    <a:pt x="41" y="6"/>
                    <a:pt x="48" y="8"/>
                  </a:cubicBezTo>
                  <a:cubicBezTo>
                    <a:pt x="48" y="9"/>
                    <a:pt x="49" y="9"/>
                    <a:pt x="49" y="9"/>
                  </a:cubicBezTo>
                  <a:cubicBezTo>
                    <a:pt x="9" y="9"/>
                    <a:pt x="9" y="9"/>
                    <a:pt x="9" y="9"/>
                  </a:cubicBezTo>
                  <a:cubicBezTo>
                    <a:pt x="10" y="5"/>
                    <a:pt x="10" y="8"/>
                    <a:pt x="11" y="7"/>
                  </a:cubicBezTo>
                  <a:close/>
                  <a:moveTo>
                    <a:pt x="44" y="29"/>
                  </a:moveTo>
                  <a:cubicBezTo>
                    <a:pt x="42" y="31"/>
                    <a:pt x="36" y="33"/>
                    <a:pt x="28" y="33"/>
                  </a:cubicBezTo>
                  <a:cubicBezTo>
                    <a:pt x="24" y="33"/>
                    <a:pt x="21" y="33"/>
                    <a:pt x="17" y="32"/>
                  </a:cubicBezTo>
                  <a:cubicBezTo>
                    <a:pt x="15" y="31"/>
                    <a:pt x="13" y="29"/>
                    <a:pt x="12" y="29"/>
                  </a:cubicBezTo>
                  <a:cubicBezTo>
                    <a:pt x="45" y="29"/>
                    <a:pt x="45" y="29"/>
                    <a:pt x="45" y="29"/>
                  </a:cubicBezTo>
                  <a:cubicBezTo>
                    <a:pt x="45" y="29"/>
                    <a:pt x="44" y="29"/>
                    <a:pt x="44" y="29"/>
                  </a:cubicBezTo>
                  <a:close/>
                  <a:moveTo>
                    <a:pt x="48" y="25"/>
                  </a:moveTo>
                  <a:cubicBezTo>
                    <a:pt x="10" y="25"/>
                    <a:pt x="10" y="25"/>
                    <a:pt x="10" y="25"/>
                  </a:cubicBezTo>
                  <a:cubicBezTo>
                    <a:pt x="9" y="21"/>
                    <a:pt x="9" y="21"/>
                    <a:pt x="9" y="21"/>
                  </a:cubicBezTo>
                  <a:cubicBezTo>
                    <a:pt x="50" y="21"/>
                    <a:pt x="50" y="21"/>
                    <a:pt x="50" y="21"/>
                  </a:cubicBezTo>
                  <a:cubicBezTo>
                    <a:pt x="50" y="21"/>
                    <a:pt x="49" y="21"/>
                    <a:pt x="48" y="25"/>
                  </a:cubicBezTo>
                  <a:close/>
                  <a:moveTo>
                    <a:pt x="8" y="18"/>
                  </a:moveTo>
                  <a:cubicBezTo>
                    <a:pt x="8" y="14"/>
                    <a:pt x="8" y="13"/>
                    <a:pt x="8" y="13"/>
                  </a:cubicBezTo>
                  <a:cubicBezTo>
                    <a:pt x="52" y="13"/>
                    <a:pt x="52" y="13"/>
                    <a:pt x="52" y="13"/>
                  </a:cubicBezTo>
                  <a:cubicBezTo>
                    <a:pt x="52" y="13"/>
                    <a:pt x="52" y="13"/>
                    <a:pt x="51" y="17"/>
                  </a:cubicBezTo>
                  <a:moveTo>
                    <a:pt x="72" y="8"/>
                  </a:moveTo>
                  <a:cubicBezTo>
                    <a:pt x="79" y="6"/>
                    <a:pt x="87" y="5"/>
                    <a:pt x="91" y="5"/>
                  </a:cubicBezTo>
                  <a:cubicBezTo>
                    <a:pt x="95" y="5"/>
                    <a:pt x="106" y="5"/>
                    <a:pt x="109" y="7"/>
                  </a:cubicBezTo>
                  <a:cubicBezTo>
                    <a:pt x="110" y="8"/>
                    <a:pt x="110" y="5"/>
                    <a:pt x="111" y="9"/>
                  </a:cubicBezTo>
                  <a:cubicBezTo>
                    <a:pt x="70" y="9"/>
                    <a:pt x="70" y="9"/>
                    <a:pt x="70" y="9"/>
                  </a:cubicBezTo>
                  <a:cubicBezTo>
                    <a:pt x="71" y="9"/>
                    <a:pt x="71" y="8"/>
                    <a:pt x="72" y="8"/>
                  </a:cubicBezTo>
                  <a:close/>
                  <a:moveTo>
                    <a:pt x="103" y="32"/>
                  </a:moveTo>
                  <a:cubicBezTo>
                    <a:pt x="99" y="33"/>
                    <a:pt x="96" y="33"/>
                    <a:pt x="92" y="33"/>
                  </a:cubicBezTo>
                  <a:cubicBezTo>
                    <a:pt x="84" y="33"/>
                    <a:pt x="78" y="32"/>
                    <a:pt x="76" y="30"/>
                  </a:cubicBezTo>
                  <a:cubicBezTo>
                    <a:pt x="75" y="29"/>
                    <a:pt x="75" y="29"/>
                    <a:pt x="75" y="29"/>
                  </a:cubicBezTo>
                  <a:cubicBezTo>
                    <a:pt x="108" y="29"/>
                    <a:pt x="108" y="29"/>
                    <a:pt x="108" y="29"/>
                  </a:cubicBezTo>
                  <a:cubicBezTo>
                    <a:pt x="107" y="29"/>
                    <a:pt x="105" y="31"/>
                    <a:pt x="103" y="32"/>
                  </a:cubicBezTo>
                  <a:close/>
                  <a:moveTo>
                    <a:pt x="110" y="25"/>
                  </a:moveTo>
                  <a:cubicBezTo>
                    <a:pt x="72" y="25"/>
                    <a:pt x="72" y="25"/>
                    <a:pt x="72" y="25"/>
                  </a:cubicBezTo>
                  <a:cubicBezTo>
                    <a:pt x="71" y="21"/>
                    <a:pt x="70" y="21"/>
                    <a:pt x="70" y="21"/>
                  </a:cubicBezTo>
                  <a:cubicBezTo>
                    <a:pt x="111" y="21"/>
                    <a:pt x="111" y="21"/>
                    <a:pt x="111" y="21"/>
                  </a:cubicBezTo>
                  <a:cubicBezTo>
                    <a:pt x="111" y="21"/>
                    <a:pt x="111" y="21"/>
                    <a:pt x="110" y="25"/>
                  </a:cubicBezTo>
                  <a:close/>
                  <a:moveTo>
                    <a:pt x="112" y="17"/>
                  </a:moveTo>
                  <a:cubicBezTo>
                    <a:pt x="68" y="17"/>
                    <a:pt x="68" y="17"/>
                    <a:pt x="68" y="17"/>
                  </a:cubicBezTo>
                  <a:cubicBezTo>
                    <a:pt x="68" y="13"/>
                    <a:pt x="68" y="13"/>
                    <a:pt x="68" y="13"/>
                  </a:cubicBezTo>
                  <a:cubicBezTo>
                    <a:pt x="112" y="13"/>
                    <a:pt x="112" y="13"/>
                    <a:pt x="112" y="13"/>
                  </a:cubicBezTo>
                  <a:cubicBezTo>
                    <a:pt x="112" y="13"/>
                    <a:pt x="112" y="13"/>
                    <a:pt x="112" y="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7" name="Freeform 116"/>
            <p:cNvSpPr>
              <a:spLocks noEditPoints="1"/>
            </p:cNvSpPr>
            <p:nvPr/>
          </p:nvSpPr>
          <p:spPr bwMode="auto">
            <a:xfrm>
              <a:off x="11478799" y="3631863"/>
              <a:ext cx="357204" cy="357204"/>
            </a:xfrm>
            <a:custGeom>
              <a:avLst/>
              <a:gdLst>
                <a:gd name="T0" fmla="*/ 68 w 84"/>
                <a:gd name="T1" fmla="*/ 0 h 84"/>
                <a:gd name="T2" fmla="*/ 66 w 84"/>
                <a:gd name="T3" fmla="*/ 0 h 84"/>
                <a:gd name="T4" fmla="*/ 16 w 84"/>
                <a:gd name="T5" fmla="*/ 0 h 84"/>
                <a:gd name="T6" fmla="*/ 0 w 84"/>
                <a:gd name="T7" fmla="*/ 0 h 84"/>
                <a:gd name="T8" fmla="*/ 16 w 84"/>
                <a:gd name="T9" fmla="*/ 36 h 84"/>
                <a:gd name="T10" fmla="*/ 16 w 84"/>
                <a:gd name="T11" fmla="*/ 36 h 84"/>
                <a:gd name="T12" fmla="*/ 40 w 84"/>
                <a:gd name="T13" fmla="*/ 60 h 84"/>
                <a:gd name="T14" fmla="*/ 40 w 84"/>
                <a:gd name="T15" fmla="*/ 80 h 84"/>
                <a:gd name="T16" fmla="*/ 24 w 84"/>
                <a:gd name="T17" fmla="*/ 80 h 84"/>
                <a:gd name="T18" fmla="*/ 24 w 84"/>
                <a:gd name="T19" fmla="*/ 84 h 84"/>
                <a:gd name="T20" fmla="*/ 60 w 84"/>
                <a:gd name="T21" fmla="*/ 84 h 84"/>
                <a:gd name="T22" fmla="*/ 60 w 84"/>
                <a:gd name="T23" fmla="*/ 80 h 84"/>
                <a:gd name="T24" fmla="*/ 44 w 84"/>
                <a:gd name="T25" fmla="*/ 80 h 84"/>
                <a:gd name="T26" fmla="*/ 44 w 84"/>
                <a:gd name="T27" fmla="*/ 60 h 84"/>
                <a:gd name="T28" fmla="*/ 68 w 84"/>
                <a:gd name="T29" fmla="*/ 36 h 84"/>
                <a:gd name="T30" fmla="*/ 68 w 84"/>
                <a:gd name="T31" fmla="*/ 36 h 84"/>
                <a:gd name="T32" fmla="*/ 84 w 84"/>
                <a:gd name="T33" fmla="*/ 0 h 84"/>
                <a:gd name="T34" fmla="*/ 68 w 84"/>
                <a:gd name="T35" fmla="*/ 0 h 84"/>
                <a:gd name="T36" fmla="*/ 16 w 84"/>
                <a:gd name="T37" fmla="*/ 32 h 84"/>
                <a:gd name="T38" fmla="*/ 4 w 84"/>
                <a:gd name="T39" fmla="*/ 4 h 84"/>
                <a:gd name="T40" fmla="*/ 16 w 84"/>
                <a:gd name="T41" fmla="*/ 4 h 84"/>
                <a:gd name="T42" fmla="*/ 16 w 84"/>
                <a:gd name="T43" fmla="*/ 32 h 84"/>
                <a:gd name="T44" fmla="*/ 64 w 84"/>
                <a:gd name="T45" fmla="*/ 36 h 84"/>
                <a:gd name="T46" fmla="*/ 44 w 84"/>
                <a:gd name="T47" fmla="*/ 56 h 84"/>
                <a:gd name="T48" fmla="*/ 40 w 84"/>
                <a:gd name="T49" fmla="*/ 56 h 84"/>
                <a:gd name="T50" fmla="*/ 20 w 84"/>
                <a:gd name="T51" fmla="*/ 36 h 84"/>
                <a:gd name="T52" fmla="*/ 20 w 84"/>
                <a:gd name="T53" fmla="*/ 4 h 84"/>
                <a:gd name="T54" fmla="*/ 64 w 84"/>
                <a:gd name="T55" fmla="*/ 4 h 84"/>
                <a:gd name="T56" fmla="*/ 64 w 84"/>
                <a:gd name="T57" fmla="*/ 36 h 84"/>
                <a:gd name="T58" fmla="*/ 68 w 84"/>
                <a:gd name="T59" fmla="*/ 32 h 84"/>
                <a:gd name="T60" fmla="*/ 68 w 84"/>
                <a:gd name="T61" fmla="*/ 4 h 84"/>
                <a:gd name="T62" fmla="*/ 80 w 84"/>
                <a:gd name="T63" fmla="*/ 4 h 84"/>
                <a:gd name="T64" fmla="*/ 68 w 84"/>
                <a:gd name="T65" fmla="*/ 3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4" h="84">
                  <a:moveTo>
                    <a:pt x="68" y="0"/>
                  </a:moveTo>
                  <a:cubicBezTo>
                    <a:pt x="66" y="0"/>
                    <a:pt x="66" y="0"/>
                    <a:pt x="66" y="0"/>
                  </a:cubicBezTo>
                  <a:cubicBezTo>
                    <a:pt x="16" y="0"/>
                    <a:pt x="16" y="0"/>
                    <a:pt x="16" y="0"/>
                  </a:cubicBezTo>
                  <a:cubicBezTo>
                    <a:pt x="0" y="0"/>
                    <a:pt x="0" y="0"/>
                    <a:pt x="0" y="0"/>
                  </a:cubicBezTo>
                  <a:cubicBezTo>
                    <a:pt x="0" y="0"/>
                    <a:pt x="2" y="30"/>
                    <a:pt x="16" y="36"/>
                  </a:cubicBezTo>
                  <a:cubicBezTo>
                    <a:pt x="16" y="36"/>
                    <a:pt x="16" y="36"/>
                    <a:pt x="16" y="36"/>
                  </a:cubicBezTo>
                  <a:cubicBezTo>
                    <a:pt x="16" y="49"/>
                    <a:pt x="27" y="60"/>
                    <a:pt x="40" y="60"/>
                  </a:cubicBezTo>
                  <a:cubicBezTo>
                    <a:pt x="40" y="80"/>
                    <a:pt x="40" y="80"/>
                    <a:pt x="40" y="80"/>
                  </a:cubicBezTo>
                  <a:cubicBezTo>
                    <a:pt x="24" y="80"/>
                    <a:pt x="24" y="80"/>
                    <a:pt x="24" y="80"/>
                  </a:cubicBezTo>
                  <a:cubicBezTo>
                    <a:pt x="24" y="84"/>
                    <a:pt x="24" y="84"/>
                    <a:pt x="24" y="84"/>
                  </a:cubicBezTo>
                  <a:cubicBezTo>
                    <a:pt x="60" y="84"/>
                    <a:pt x="60" y="84"/>
                    <a:pt x="60" y="84"/>
                  </a:cubicBezTo>
                  <a:cubicBezTo>
                    <a:pt x="60" y="80"/>
                    <a:pt x="60" y="80"/>
                    <a:pt x="60" y="80"/>
                  </a:cubicBezTo>
                  <a:cubicBezTo>
                    <a:pt x="44" y="80"/>
                    <a:pt x="44" y="80"/>
                    <a:pt x="44" y="80"/>
                  </a:cubicBezTo>
                  <a:cubicBezTo>
                    <a:pt x="44" y="60"/>
                    <a:pt x="44" y="60"/>
                    <a:pt x="44" y="60"/>
                  </a:cubicBezTo>
                  <a:cubicBezTo>
                    <a:pt x="57" y="60"/>
                    <a:pt x="68" y="49"/>
                    <a:pt x="68" y="36"/>
                  </a:cubicBezTo>
                  <a:cubicBezTo>
                    <a:pt x="68" y="36"/>
                    <a:pt x="68" y="36"/>
                    <a:pt x="68" y="36"/>
                  </a:cubicBezTo>
                  <a:cubicBezTo>
                    <a:pt x="82" y="30"/>
                    <a:pt x="84" y="0"/>
                    <a:pt x="84" y="0"/>
                  </a:cubicBezTo>
                  <a:lnTo>
                    <a:pt x="68" y="0"/>
                  </a:lnTo>
                  <a:close/>
                  <a:moveTo>
                    <a:pt x="16" y="32"/>
                  </a:moveTo>
                  <a:cubicBezTo>
                    <a:pt x="7" y="25"/>
                    <a:pt x="4" y="4"/>
                    <a:pt x="4" y="4"/>
                  </a:cubicBezTo>
                  <a:cubicBezTo>
                    <a:pt x="16" y="4"/>
                    <a:pt x="16" y="4"/>
                    <a:pt x="16" y="4"/>
                  </a:cubicBezTo>
                  <a:lnTo>
                    <a:pt x="16" y="32"/>
                  </a:lnTo>
                  <a:close/>
                  <a:moveTo>
                    <a:pt x="64" y="36"/>
                  </a:moveTo>
                  <a:cubicBezTo>
                    <a:pt x="64" y="47"/>
                    <a:pt x="55" y="56"/>
                    <a:pt x="44" y="56"/>
                  </a:cubicBezTo>
                  <a:cubicBezTo>
                    <a:pt x="40" y="56"/>
                    <a:pt x="40" y="56"/>
                    <a:pt x="40" y="56"/>
                  </a:cubicBezTo>
                  <a:cubicBezTo>
                    <a:pt x="29" y="56"/>
                    <a:pt x="20" y="47"/>
                    <a:pt x="20" y="36"/>
                  </a:cubicBezTo>
                  <a:cubicBezTo>
                    <a:pt x="20" y="4"/>
                    <a:pt x="20" y="4"/>
                    <a:pt x="20" y="4"/>
                  </a:cubicBezTo>
                  <a:cubicBezTo>
                    <a:pt x="64" y="4"/>
                    <a:pt x="64" y="4"/>
                    <a:pt x="64" y="4"/>
                  </a:cubicBezTo>
                  <a:lnTo>
                    <a:pt x="64" y="36"/>
                  </a:lnTo>
                  <a:close/>
                  <a:moveTo>
                    <a:pt x="68" y="32"/>
                  </a:moveTo>
                  <a:cubicBezTo>
                    <a:pt x="68" y="4"/>
                    <a:pt x="68" y="4"/>
                    <a:pt x="68" y="4"/>
                  </a:cubicBezTo>
                  <a:cubicBezTo>
                    <a:pt x="80" y="4"/>
                    <a:pt x="80" y="4"/>
                    <a:pt x="80" y="4"/>
                  </a:cubicBezTo>
                  <a:cubicBezTo>
                    <a:pt x="80" y="4"/>
                    <a:pt x="76" y="25"/>
                    <a:pt x="68"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18" name="Group 117"/>
            <p:cNvGrpSpPr/>
            <p:nvPr/>
          </p:nvGrpSpPr>
          <p:grpSpPr>
            <a:xfrm>
              <a:off x="11221394" y="1876194"/>
              <a:ext cx="290513" cy="295275"/>
              <a:chOff x="2514600" y="1908175"/>
              <a:chExt cx="290513" cy="295275"/>
            </a:xfrm>
            <a:grpFill/>
          </p:grpSpPr>
          <p:sp>
            <p:nvSpPr>
              <p:cNvPr id="143" name="Oval 8"/>
              <p:cNvSpPr>
                <a:spLocks noChangeArrowheads="1"/>
              </p:cNvSpPr>
              <p:nvPr/>
            </p:nvSpPr>
            <p:spPr bwMode="auto">
              <a:xfrm>
                <a:off x="2544763" y="2146300"/>
                <a:ext cx="20638" cy="206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4" name="Freeform 9"/>
              <p:cNvSpPr>
                <a:spLocks noEditPoints="1"/>
              </p:cNvSpPr>
              <p:nvPr/>
            </p:nvSpPr>
            <p:spPr bwMode="auto">
              <a:xfrm>
                <a:off x="2514600" y="1908175"/>
                <a:ext cx="290513" cy="295275"/>
              </a:xfrm>
              <a:custGeom>
                <a:avLst/>
                <a:gdLst>
                  <a:gd name="T0" fmla="*/ 112 w 112"/>
                  <a:gd name="T1" fmla="*/ 54 h 113"/>
                  <a:gd name="T2" fmla="*/ 102 w 112"/>
                  <a:gd name="T3" fmla="*/ 45 h 113"/>
                  <a:gd name="T4" fmla="*/ 78 w 112"/>
                  <a:gd name="T5" fmla="*/ 45 h 113"/>
                  <a:gd name="T6" fmla="*/ 64 w 112"/>
                  <a:gd name="T7" fmla="*/ 0 h 113"/>
                  <a:gd name="T8" fmla="*/ 50 w 112"/>
                  <a:gd name="T9" fmla="*/ 32 h 113"/>
                  <a:gd name="T10" fmla="*/ 32 w 112"/>
                  <a:gd name="T11" fmla="*/ 45 h 113"/>
                  <a:gd name="T12" fmla="*/ 30 w 112"/>
                  <a:gd name="T13" fmla="*/ 45 h 113"/>
                  <a:gd name="T14" fmla="*/ 8 w 112"/>
                  <a:gd name="T15" fmla="*/ 45 h 113"/>
                  <a:gd name="T16" fmla="*/ 0 w 112"/>
                  <a:gd name="T17" fmla="*/ 51 h 113"/>
                  <a:gd name="T18" fmla="*/ 0 w 112"/>
                  <a:gd name="T19" fmla="*/ 103 h 113"/>
                  <a:gd name="T20" fmla="*/ 8 w 112"/>
                  <a:gd name="T21" fmla="*/ 113 h 113"/>
                  <a:gd name="T22" fmla="*/ 30 w 112"/>
                  <a:gd name="T23" fmla="*/ 113 h 113"/>
                  <a:gd name="T24" fmla="*/ 53 w 112"/>
                  <a:gd name="T25" fmla="*/ 113 h 113"/>
                  <a:gd name="T26" fmla="*/ 86 w 112"/>
                  <a:gd name="T27" fmla="*/ 113 h 113"/>
                  <a:gd name="T28" fmla="*/ 96 w 112"/>
                  <a:gd name="T29" fmla="*/ 102 h 113"/>
                  <a:gd name="T30" fmla="*/ 94 w 112"/>
                  <a:gd name="T31" fmla="*/ 96 h 113"/>
                  <a:gd name="T32" fmla="*/ 104 w 112"/>
                  <a:gd name="T33" fmla="*/ 85 h 113"/>
                  <a:gd name="T34" fmla="*/ 101 w 112"/>
                  <a:gd name="T35" fmla="*/ 78 h 113"/>
                  <a:gd name="T36" fmla="*/ 108 w 112"/>
                  <a:gd name="T37" fmla="*/ 69 h 113"/>
                  <a:gd name="T38" fmla="*/ 105 w 112"/>
                  <a:gd name="T39" fmla="*/ 63 h 113"/>
                  <a:gd name="T40" fmla="*/ 112 w 112"/>
                  <a:gd name="T41" fmla="*/ 54 h 113"/>
                  <a:gd name="T42" fmla="*/ 28 w 112"/>
                  <a:gd name="T43" fmla="*/ 109 h 113"/>
                  <a:gd name="T44" fmla="*/ 8 w 112"/>
                  <a:gd name="T45" fmla="*/ 109 h 113"/>
                  <a:gd name="T46" fmla="*/ 4 w 112"/>
                  <a:gd name="T47" fmla="*/ 103 h 113"/>
                  <a:gd name="T48" fmla="*/ 4 w 112"/>
                  <a:gd name="T49" fmla="*/ 51 h 113"/>
                  <a:gd name="T50" fmla="*/ 8 w 112"/>
                  <a:gd name="T51" fmla="*/ 49 h 113"/>
                  <a:gd name="T52" fmla="*/ 28 w 112"/>
                  <a:gd name="T53" fmla="*/ 49 h 113"/>
                  <a:gd name="T54" fmla="*/ 28 w 112"/>
                  <a:gd name="T55" fmla="*/ 109 h 113"/>
                  <a:gd name="T56" fmla="*/ 102 w 112"/>
                  <a:gd name="T57" fmla="*/ 61 h 113"/>
                  <a:gd name="T58" fmla="*/ 88 w 112"/>
                  <a:gd name="T59" fmla="*/ 61 h 113"/>
                  <a:gd name="T60" fmla="*/ 88 w 112"/>
                  <a:gd name="T61" fmla="*/ 65 h 113"/>
                  <a:gd name="T62" fmla="*/ 98 w 112"/>
                  <a:gd name="T63" fmla="*/ 65 h 113"/>
                  <a:gd name="T64" fmla="*/ 104 w 112"/>
                  <a:gd name="T65" fmla="*/ 71 h 113"/>
                  <a:gd name="T66" fmla="*/ 98 w 112"/>
                  <a:gd name="T67" fmla="*/ 77 h 113"/>
                  <a:gd name="T68" fmla="*/ 84 w 112"/>
                  <a:gd name="T69" fmla="*/ 77 h 113"/>
                  <a:gd name="T70" fmla="*/ 84 w 112"/>
                  <a:gd name="T71" fmla="*/ 81 h 113"/>
                  <a:gd name="T72" fmla="*/ 94 w 112"/>
                  <a:gd name="T73" fmla="*/ 81 h 113"/>
                  <a:gd name="T74" fmla="*/ 100 w 112"/>
                  <a:gd name="T75" fmla="*/ 87 h 113"/>
                  <a:gd name="T76" fmla="*/ 94 w 112"/>
                  <a:gd name="T77" fmla="*/ 93 h 113"/>
                  <a:gd name="T78" fmla="*/ 80 w 112"/>
                  <a:gd name="T79" fmla="*/ 93 h 113"/>
                  <a:gd name="T80" fmla="*/ 80 w 112"/>
                  <a:gd name="T81" fmla="*/ 97 h 113"/>
                  <a:gd name="T82" fmla="*/ 86 w 112"/>
                  <a:gd name="T83" fmla="*/ 97 h 113"/>
                  <a:gd name="T84" fmla="*/ 92 w 112"/>
                  <a:gd name="T85" fmla="*/ 103 h 113"/>
                  <a:gd name="T86" fmla="*/ 86 w 112"/>
                  <a:gd name="T87" fmla="*/ 109 h 113"/>
                  <a:gd name="T88" fmla="*/ 71 w 112"/>
                  <a:gd name="T89" fmla="*/ 109 h 113"/>
                  <a:gd name="T90" fmla="*/ 32 w 112"/>
                  <a:gd name="T91" fmla="*/ 109 h 113"/>
                  <a:gd name="T92" fmla="*/ 32 w 112"/>
                  <a:gd name="T93" fmla="*/ 47 h 113"/>
                  <a:gd name="T94" fmla="*/ 43 w 112"/>
                  <a:gd name="T95" fmla="*/ 43 h 113"/>
                  <a:gd name="T96" fmla="*/ 53 w 112"/>
                  <a:gd name="T97" fmla="*/ 32 h 113"/>
                  <a:gd name="T98" fmla="*/ 64 w 112"/>
                  <a:gd name="T99" fmla="*/ 3 h 113"/>
                  <a:gd name="T100" fmla="*/ 74 w 112"/>
                  <a:gd name="T101" fmla="*/ 44 h 113"/>
                  <a:gd name="T102" fmla="*/ 73 w 112"/>
                  <a:gd name="T103" fmla="*/ 49 h 113"/>
                  <a:gd name="T104" fmla="*/ 102 w 112"/>
                  <a:gd name="T105" fmla="*/ 49 h 113"/>
                  <a:gd name="T106" fmla="*/ 108 w 112"/>
                  <a:gd name="T107" fmla="*/ 55 h 113"/>
                  <a:gd name="T108" fmla="*/ 102 w 112"/>
                  <a:gd name="T109" fmla="*/ 6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 h="113">
                    <a:moveTo>
                      <a:pt x="112" y="54"/>
                    </a:moveTo>
                    <a:cubicBezTo>
                      <a:pt x="112" y="48"/>
                      <a:pt x="108" y="45"/>
                      <a:pt x="102" y="45"/>
                    </a:cubicBezTo>
                    <a:cubicBezTo>
                      <a:pt x="78" y="45"/>
                      <a:pt x="78" y="45"/>
                      <a:pt x="78" y="45"/>
                    </a:cubicBezTo>
                    <a:cubicBezTo>
                      <a:pt x="82" y="21"/>
                      <a:pt x="80" y="0"/>
                      <a:pt x="64" y="0"/>
                    </a:cubicBezTo>
                    <a:cubicBezTo>
                      <a:pt x="48" y="0"/>
                      <a:pt x="56" y="20"/>
                      <a:pt x="50" y="32"/>
                    </a:cubicBezTo>
                    <a:cubicBezTo>
                      <a:pt x="44" y="43"/>
                      <a:pt x="32" y="45"/>
                      <a:pt x="32" y="45"/>
                    </a:cubicBezTo>
                    <a:cubicBezTo>
                      <a:pt x="30" y="45"/>
                      <a:pt x="30" y="45"/>
                      <a:pt x="30" y="45"/>
                    </a:cubicBezTo>
                    <a:cubicBezTo>
                      <a:pt x="8" y="45"/>
                      <a:pt x="8" y="45"/>
                      <a:pt x="8" y="45"/>
                    </a:cubicBezTo>
                    <a:cubicBezTo>
                      <a:pt x="4" y="45"/>
                      <a:pt x="0" y="47"/>
                      <a:pt x="0" y="51"/>
                    </a:cubicBezTo>
                    <a:cubicBezTo>
                      <a:pt x="0" y="103"/>
                      <a:pt x="0" y="103"/>
                      <a:pt x="0" y="103"/>
                    </a:cubicBezTo>
                    <a:cubicBezTo>
                      <a:pt x="0" y="107"/>
                      <a:pt x="4" y="113"/>
                      <a:pt x="8" y="113"/>
                    </a:cubicBezTo>
                    <a:cubicBezTo>
                      <a:pt x="30" y="113"/>
                      <a:pt x="30" y="113"/>
                      <a:pt x="30" y="113"/>
                    </a:cubicBezTo>
                    <a:cubicBezTo>
                      <a:pt x="53" y="113"/>
                      <a:pt x="53" y="113"/>
                      <a:pt x="53" y="113"/>
                    </a:cubicBezTo>
                    <a:cubicBezTo>
                      <a:pt x="86" y="113"/>
                      <a:pt x="86" y="113"/>
                      <a:pt x="86" y="113"/>
                    </a:cubicBezTo>
                    <a:cubicBezTo>
                      <a:pt x="92" y="113"/>
                      <a:pt x="96" y="108"/>
                      <a:pt x="96" y="102"/>
                    </a:cubicBezTo>
                    <a:cubicBezTo>
                      <a:pt x="96" y="100"/>
                      <a:pt x="95" y="97"/>
                      <a:pt x="94" y="96"/>
                    </a:cubicBezTo>
                    <a:cubicBezTo>
                      <a:pt x="100" y="95"/>
                      <a:pt x="104" y="91"/>
                      <a:pt x="104" y="85"/>
                    </a:cubicBezTo>
                    <a:cubicBezTo>
                      <a:pt x="104" y="83"/>
                      <a:pt x="103" y="80"/>
                      <a:pt x="101" y="78"/>
                    </a:cubicBezTo>
                    <a:cubicBezTo>
                      <a:pt x="105" y="77"/>
                      <a:pt x="108" y="73"/>
                      <a:pt x="108" y="69"/>
                    </a:cubicBezTo>
                    <a:cubicBezTo>
                      <a:pt x="108" y="67"/>
                      <a:pt x="107" y="65"/>
                      <a:pt x="105" y="63"/>
                    </a:cubicBezTo>
                    <a:cubicBezTo>
                      <a:pt x="109" y="61"/>
                      <a:pt x="112" y="58"/>
                      <a:pt x="112" y="54"/>
                    </a:cubicBezTo>
                    <a:close/>
                    <a:moveTo>
                      <a:pt x="28" y="109"/>
                    </a:moveTo>
                    <a:cubicBezTo>
                      <a:pt x="8" y="109"/>
                      <a:pt x="8" y="109"/>
                      <a:pt x="8" y="109"/>
                    </a:cubicBezTo>
                    <a:cubicBezTo>
                      <a:pt x="6" y="109"/>
                      <a:pt x="4" y="105"/>
                      <a:pt x="4" y="103"/>
                    </a:cubicBezTo>
                    <a:cubicBezTo>
                      <a:pt x="4" y="51"/>
                      <a:pt x="4" y="51"/>
                      <a:pt x="4" y="51"/>
                    </a:cubicBezTo>
                    <a:cubicBezTo>
                      <a:pt x="4" y="49"/>
                      <a:pt x="6" y="49"/>
                      <a:pt x="8" y="49"/>
                    </a:cubicBezTo>
                    <a:cubicBezTo>
                      <a:pt x="28" y="49"/>
                      <a:pt x="28" y="49"/>
                      <a:pt x="28" y="49"/>
                    </a:cubicBezTo>
                    <a:lnTo>
                      <a:pt x="28" y="109"/>
                    </a:lnTo>
                    <a:close/>
                    <a:moveTo>
                      <a:pt x="102" y="61"/>
                    </a:moveTo>
                    <a:cubicBezTo>
                      <a:pt x="88" y="61"/>
                      <a:pt x="88" y="61"/>
                      <a:pt x="88" y="61"/>
                    </a:cubicBezTo>
                    <a:cubicBezTo>
                      <a:pt x="88" y="65"/>
                      <a:pt x="88" y="65"/>
                      <a:pt x="88" y="65"/>
                    </a:cubicBezTo>
                    <a:cubicBezTo>
                      <a:pt x="98" y="65"/>
                      <a:pt x="98" y="65"/>
                      <a:pt x="98" y="65"/>
                    </a:cubicBezTo>
                    <a:cubicBezTo>
                      <a:pt x="101" y="65"/>
                      <a:pt x="104" y="68"/>
                      <a:pt x="104" y="71"/>
                    </a:cubicBezTo>
                    <a:cubicBezTo>
                      <a:pt x="104" y="74"/>
                      <a:pt x="101" y="77"/>
                      <a:pt x="98" y="77"/>
                    </a:cubicBezTo>
                    <a:cubicBezTo>
                      <a:pt x="84" y="77"/>
                      <a:pt x="84" y="77"/>
                      <a:pt x="84" y="77"/>
                    </a:cubicBezTo>
                    <a:cubicBezTo>
                      <a:pt x="84" y="81"/>
                      <a:pt x="84" y="81"/>
                      <a:pt x="84" y="81"/>
                    </a:cubicBezTo>
                    <a:cubicBezTo>
                      <a:pt x="94" y="81"/>
                      <a:pt x="94" y="81"/>
                      <a:pt x="94" y="81"/>
                    </a:cubicBezTo>
                    <a:cubicBezTo>
                      <a:pt x="97" y="81"/>
                      <a:pt x="100" y="84"/>
                      <a:pt x="100" y="87"/>
                    </a:cubicBezTo>
                    <a:cubicBezTo>
                      <a:pt x="100" y="90"/>
                      <a:pt x="97" y="93"/>
                      <a:pt x="94" y="93"/>
                    </a:cubicBezTo>
                    <a:cubicBezTo>
                      <a:pt x="80" y="93"/>
                      <a:pt x="80" y="93"/>
                      <a:pt x="80" y="93"/>
                    </a:cubicBezTo>
                    <a:cubicBezTo>
                      <a:pt x="80" y="97"/>
                      <a:pt x="80" y="97"/>
                      <a:pt x="80" y="97"/>
                    </a:cubicBezTo>
                    <a:cubicBezTo>
                      <a:pt x="86" y="97"/>
                      <a:pt x="86" y="97"/>
                      <a:pt x="86" y="97"/>
                    </a:cubicBezTo>
                    <a:cubicBezTo>
                      <a:pt x="89" y="97"/>
                      <a:pt x="92" y="100"/>
                      <a:pt x="92" y="103"/>
                    </a:cubicBezTo>
                    <a:cubicBezTo>
                      <a:pt x="92" y="106"/>
                      <a:pt x="89" y="109"/>
                      <a:pt x="86" y="109"/>
                    </a:cubicBezTo>
                    <a:cubicBezTo>
                      <a:pt x="71" y="109"/>
                      <a:pt x="71" y="109"/>
                      <a:pt x="71" y="109"/>
                    </a:cubicBezTo>
                    <a:cubicBezTo>
                      <a:pt x="32" y="109"/>
                      <a:pt x="32" y="109"/>
                      <a:pt x="32" y="109"/>
                    </a:cubicBezTo>
                    <a:cubicBezTo>
                      <a:pt x="32" y="109"/>
                      <a:pt x="32" y="55"/>
                      <a:pt x="32" y="47"/>
                    </a:cubicBezTo>
                    <a:cubicBezTo>
                      <a:pt x="38" y="47"/>
                      <a:pt x="43" y="43"/>
                      <a:pt x="43" y="43"/>
                    </a:cubicBezTo>
                    <a:cubicBezTo>
                      <a:pt x="47" y="41"/>
                      <a:pt x="51" y="37"/>
                      <a:pt x="53" y="32"/>
                    </a:cubicBezTo>
                    <a:cubicBezTo>
                      <a:pt x="60" y="20"/>
                      <a:pt x="53" y="3"/>
                      <a:pt x="64" y="3"/>
                    </a:cubicBezTo>
                    <a:cubicBezTo>
                      <a:pt x="76" y="3"/>
                      <a:pt x="78" y="23"/>
                      <a:pt x="74" y="44"/>
                    </a:cubicBezTo>
                    <a:cubicBezTo>
                      <a:pt x="73" y="49"/>
                      <a:pt x="73" y="49"/>
                      <a:pt x="73" y="49"/>
                    </a:cubicBezTo>
                    <a:cubicBezTo>
                      <a:pt x="102" y="49"/>
                      <a:pt x="102" y="49"/>
                      <a:pt x="102" y="49"/>
                    </a:cubicBezTo>
                    <a:cubicBezTo>
                      <a:pt x="105" y="49"/>
                      <a:pt x="108" y="52"/>
                      <a:pt x="108" y="55"/>
                    </a:cubicBezTo>
                    <a:cubicBezTo>
                      <a:pt x="108" y="58"/>
                      <a:pt x="105" y="61"/>
                      <a:pt x="10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9" name="Group 118"/>
            <p:cNvGrpSpPr/>
            <p:nvPr/>
          </p:nvGrpSpPr>
          <p:grpSpPr>
            <a:xfrm>
              <a:off x="4797147" y="5111763"/>
              <a:ext cx="290513" cy="295275"/>
              <a:chOff x="2514600" y="1908175"/>
              <a:chExt cx="290513" cy="295275"/>
            </a:xfrm>
            <a:grpFill/>
          </p:grpSpPr>
          <p:sp>
            <p:nvSpPr>
              <p:cNvPr id="141" name="Oval 8"/>
              <p:cNvSpPr>
                <a:spLocks noChangeArrowheads="1"/>
              </p:cNvSpPr>
              <p:nvPr/>
            </p:nvSpPr>
            <p:spPr bwMode="auto">
              <a:xfrm>
                <a:off x="2544763" y="2146300"/>
                <a:ext cx="20638" cy="206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2" name="Freeform 9"/>
              <p:cNvSpPr>
                <a:spLocks noEditPoints="1"/>
              </p:cNvSpPr>
              <p:nvPr/>
            </p:nvSpPr>
            <p:spPr bwMode="auto">
              <a:xfrm>
                <a:off x="2514600" y="1908175"/>
                <a:ext cx="290513" cy="295275"/>
              </a:xfrm>
              <a:custGeom>
                <a:avLst/>
                <a:gdLst>
                  <a:gd name="T0" fmla="*/ 112 w 112"/>
                  <a:gd name="T1" fmla="*/ 54 h 113"/>
                  <a:gd name="T2" fmla="*/ 102 w 112"/>
                  <a:gd name="T3" fmla="*/ 45 h 113"/>
                  <a:gd name="T4" fmla="*/ 78 w 112"/>
                  <a:gd name="T5" fmla="*/ 45 h 113"/>
                  <a:gd name="T6" fmla="*/ 64 w 112"/>
                  <a:gd name="T7" fmla="*/ 0 h 113"/>
                  <a:gd name="T8" fmla="*/ 50 w 112"/>
                  <a:gd name="T9" fmla="*/ 32 h 113"/>
                  <a:gd name="T10" fmla="*/ 32 w 112"/>
                  <a:gd name="T11" fmla="*/ 45 h 113"/>
                  <a:gd name="T12" fmla="*/ 30 w 112"/>
                  <a:gd name="T13" fmla="*/ 45 h 113"/>
                  <a:gd name="T14" fmla="*/ 8 w 112"/>
                  <a:gd name="T15" fmla="*/ 45 h 113"/>
                  <a:gd name="T16" fmla="*/ 0 w 112"/>
                  <a:gd name="T17" fmla="*/ 51 h 113"/>
                  <a:gd name="T18" fmla="*/ 0 w 112"/>
                  <a:gd name="T19" fmla="*/ 103 h 113"/>
                  <a:gd name="T20" fmla="*/ 8 w 112"/>
                  <a:gd name="T21" fmla="*/ 113 h 113"/>
                  <a:gd name="T22" fmla="*/ 30 w 112"/>
                  <a:gd name="T23" fmla="*/ 113 h 113"/>
                  <a:gd name="T24" fmla="*/ 53 w 112"/>
                  <a:gd name="T25" fmla="*/ 113 h 113"/>
                  <a:gd name="T26" fmla="*/ 86 w 112"/>
                  <a:gd name="T27" fmla="*/ 113 h 113"/>
                  <a:gd name="T28" fmla="*/ 96 w 112"/>
                  <a:gd name="T29" fmla="*/ 102 h 113"/>
                  <a:gd name="T30" fmla="*/ 94 w 112"/>
                  <a:gd name="T31" fmla="*/ 96 h 113"/>
                  <a:gd name="T32" fmla="*/ 104 w 112"/>
                  <a:gd name="T33" fmla="*/ 85 h 113"/>
                  <a:gd name="T34" fmla="*/ 101 w 112"/>
                  <a:gd name="T35" fmla="*/ 78 h 113"/>
                  <a:gd name="T36" fmla="*/ 108 w 112"/>
                  <a:gd name="T37" fmla="*/ 69 h 113"/>
                  <a:gd name="T38" fmla="*/ 105 w 112"/>
                  <a:gd name="T39" fmla="*/ 63 h 113"/>
                  <a:gd name="T40" fmla="*/ 112 w 112"/>
                  <a:gd name="T41" fmla="*/ 54 h 113"/>
                  <a:gd name="T42" fmla="*/ 28 w 112"/>
                  <a:gd name="T43" fmla="*/ 109 h 113"/>
                  <a:gd name="T44" fmla="*/ 8 w 112"/>
                  <a:gd name="T45" fmla="*/ 109 h 113"/>
                  <a:gd name="T46" fmla="*/ 4 w 112"/>
                  <a:gd name="T47" fmla="*/ 103 h 113"/>
                  <a:gd name="T48" fmla="*/ 4 w 112"/>
                  <a:gd name="T49" fmla="*/ 51 h 113"/>
                  <a:gd name="T50" fmla="*/ 8 w 112"/>
                  <a:gd name="T51" fmla="*/ 49 h 113"/>
                  <a:gd name="T52" fmla="*/ 28 w 112"/>
                  <a:gd name="T53" fmla="*/ 49 h 113"/>
                  <a:gd name="T54" fmla="*/ 28 w 112"/>
                  <a:gd name="T55" fmla="*/ 109 h 113"/>
                  <a:gd name="T56" fmla="*/ 102 w 112"/>
                  <a:gd name="T57" fmla="*/ 61 h 113"/>
                  <a:gd name="T58" fmla="*/ 88 w 112"/>
                  <a:gd name="T59" fmla="*/ 61 h 113"/>
                  <a:gd name="T60" fmla="*/ 88 w 112"/>
                  <a:gd name="T61" fmla="*/ 65 h 113"/>
                  <a:gd name="T62" fmla="*/ 98 w 112"/>
                  <a:gd name="T63" fmla="*/ 65 h 113"/>
                  <a:gd name="T64" fmla="*/ 104 w 112"/>
                  <a:gd name="T65" fmla="*/ 71 h 113"/>
                  <a:gd name="T66" fmla="*/ 98 w 112"/>
                  <a:gd name="T67" fmla="*/ 77 h 113"/>
                  <a:gd name="T68" fmla="*/ 84 w 112"/>
                  <a:gd name="T69" fmla="*/ 77 h 113"/>
                  <a:gd name="T70" fmla="*/ 84 w 112"/>
                  <a:gd name="T71" fmla="*/ 81 h 113"/>
                  <a:gd name="T72" fmla="*/ 94 w 112"/>
                  <a:gd name="T73" fmla="*/ 81 h 113"/>
                  <a:gd name="T74" fmla="*/ 100 w 112"/>
                  <a:gd name="T75" fmla="*/ 87 h 113"/>
                  <a:gd name="T76" fmla="*/ 94 w 112"/>
                  <a:gd name="T77" fmla="*/ 93 h 113"/>
                  <a:gd name="T78" fmla="*/ 80 w 112"/>
                  <a:gd name="T79" fmla="*/ 93 h 113"/>
                  <a:gd name="T80" fmla="*/ 80 w 112"/>
                  <a:gd name="T81" fmla="*/ 97 h 113"/>
                  <a:gd name="T82" fmla="*/ 86 w 112"/>
                  <a:gd name="T83" fmla="*/ 97 h 113"/>
                  <a:gd name="T84" fmla="*/ 92 w 112"/>
                  <a:gd name="T85" fmla="*/ 103 h 113"/>
                  <a:gd name="T86" fmla="*/ 86 w 112"/>
                  <a:gd name="T87" fmla="*/ 109 h 113"/>
                  <a:gd name="T88" fmla="*/ 71 w 112"/>
                  <a:gd name="T89" fmla="*/ 109 h 113"/>
                  <a:gd name="T90" fmla="*/ 32 w 112"/>
                  <a:gd name="T91" fmla="*/ 109 h 113"/>
                  <a:gd name="T92" fmla="*/ 32 w 112"/>
                  <a:gd name="T93" fmla="*/ 47 h 113"/>
                  <a:gd name="T94" fmla="*/ 43 w 112"/>
                  <a:gd name="T95" fmla="*/ 43 h 113"/>
                  <a:gd name="T96" fmla="*/ 53 w 112"/>
                  <a:gd name="T97" fmla="*/ 32 h 113"/>
                  <a:gd name="T98" fmla="*/ 64 w 112"/>
                  <a:gd name="T99" fmla="*/ 3 h 113"/>
                  <a:gd name="T100" fmla="*/ 74 w 112"/>
                  <a:gd name="T101" fmla="*/ 44 h 113"/>
                  <a:gd name="T102" fmla="*/ 73 w 112"/>
                  <a:gd name="T103" fmla="*/ 49 h 113"/>
                  <a:gd name="T104" fmla="*/ 102 w 112"/>
                  <a:gd name="T105" fmla="*/ 49 h 113"/>
                  <a:gd name="T106" fmla="*/ 108 w 112"/>
                  <a:gd name="T107" fmla="*/ 55 h 113"/>
                  <a:gd name="T108" fmla="*/ 102 w 112"/>
                  <a:gd name="T109" fmla="*/ 6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 h="113">
                    <a:moveTo>
                      <a:pt x="112" y="54"/>
                    </a:moveTo>
                    <a:cubicBezTo>
                      <a:pt x="112" y="48"/>
                      <a:pt x="108" y="45"/>
                      <a:pt x="102" y="45"/>
                    </a:cubicBezTo>
                    <a:cubicBezTo>
                      <a:pt x="78" y="45"/>
                      <a:pt x="78" y="45"/>
                      <a:pt x="78" y="45"/>
                    </a:cubicBezTo>
                    <a:cubicBezTo>
                      <a:pt x="82" y="21"/>
                      <a:pt x="80" y="0"/>
                      <a:pt x="64" y="0"/>
                    </a:cubicBezTo>
                    <a:cubicBezTo>
                      <a:pt x="48" y="0"/>
                      <a:pt x="56" y="20"/>
                      <a:pt x="50" y="32"/>
                    </a:cubicBezTo>
                    <a:cubicBezTo>
                      <a:pt x="44" y="43"/>
                      <a:pt x="32" y="45"/>
                      <a:pt x="32" y="45"/>
                    </a:cubicBezTo>
                    <a:cubicBezTo>
                      <a:pt x="30" y="45"/>
                      <a:pt x="30" y="45"/>
                      <a:pt x="30" y="45"/>
                    </a:cubicBezTo>
                    <a:cubicBezTo>
                      <a:pt x="8" y="45"/>
                      <a:pt x="8" y="45"/>
                      <a:pt x="8" y="45"/>
                    </a:cubicBezTo>
                    <a:cubicBezTo>
                      <a:pt x="4" y="45"/>
                      <a:pt x="0" y="47"/>
                      <a:pt x="0" y="51"/>
                    </a:cubicBezTo>
                    <a:cubicBezTo>
                      <a:pt x="0" y="103"/>
                      <a:pt x="0" y="103"/>
                      <a:pt x="0" y="103"/>
                    </a:cubicBezTo>
                    <a:cubicBezTo>
                      <a:pt x="0" y="107"/>
                      <a:pt x="4" y="113"/>
                      <a:pt x="8" y="113"/>
                    </a:cubicBezTo>
                    <a:cubicBezTo>
                      <a:pt x="30" y="113"/>
                      <a:pt x="30" y="113"/>
                      <a:pt x="30" y="113"/>
                    </a:cubicBezTo>
                    <a:cubicBezTo>
                      <a:pt x="53" y="113"/>
                      <a:pt x="53" y="113"/>
                      <a:pt x="53" y="113"/>
                    </a:cubicBezTo>
                    <a:cubicBezTo>
                      <a:pt x="86" y="113"/>
                      <a:pt x="86" y="113"/>
                      <a:pt x="86" y="113"/>
                    </a:cubicBezTo>
                    <a:cubicBezTo>
                      <a:pt x="92" y="113"/>
                      <a:pt x="96" y="108"/>
                      <a:pt x="96" y="102"/>
                    </a:cubicBezTo>
                    <a:cubicBezTo>
                      <a:pt x="96" y="100"/>
                      <a:pt x="95" y="97"/>
                      <a:pt x="94" y="96"/>
                    </a:cubicBezTo>
                    <a:cubicBezTo>
                      <a:pt x="100" y="95"/>
                      <a:pt x="104" y="91"/>
                      <a:pt x="104" y="85"/>
                    </a:cubicBezTo>
                    <a:cubicBezTo>
                      <a:pt x="104" y="83"/>
                      <a:pt x="103" y="80"/>
                      <a:pt x="101" y="78"/>
                    </a:cubicBezTo>
                    <a:cubicBezTo>
                      <a:pt x="105" y="77"/>
                      <a:pt x="108" y="73"/>
                      <a:pt x="108" y="69"/>
                    </a:cubicBezTo>
                    <a:cubicBezTo>
                      <a:pt x="108" y="67"/>
                      <a:pt x="107" y="65"/>
                      <a:pt x="105" y="63"/>
                    </a:cubicBezTo>
                    <a:cubicBezTo>
                      <a:pt x="109" y="61"/>
                      <a:pt x="112" y="58"/>
                      <a:pt x="112" y="54"/>
                    </a:cubicBezTo>
                    <a:close/>
                    <a:moveTo>
                      <a:pt x="28" y="109"/>
                    </a:moveTo>
                    <a:cubicBezTo>
                      <a:pt x="8" y="109"/>
                      <a:pt x="8" y="109"/>
                      <a:pt x="8" y="109"/>
                    </a:cubicBezTo>
                    <a:cubicBezTo>
                      <a:pt x="6" y="109"/>
                      <a:pt x="4" y="105"/>
                      <a:pt x="4" y="103"/>
                    </a:cubicBezTo>
                    <a:cubicBezTo>
                      <a:pt x="4" y="51"/>
                      <a:pt x="4" y="51"/>
                      <a:pt x="4" y="51"/>
                    </a:cubicBezTo>
                    <a:cubicBezTo>
                      <a:pt x="4" y="49"/>
                      <a:pt x="6" y="49"/>
                      <a:pt x="8" y="49"/>
                    </a:cubicBezTo>
                    <a:cubicBezTo>
                      <a:pt x="28" y="49"/>
                      <a:pt x="28" y="49"/>
                      <a:pt x="28" y="49"/>
                    </a:cubicBezTo>
                    <a:lnTo>
                      <a:pt x="28" y="109"/>
                    </a:lnTo>
                    <a:close/>
                    <a:moveTo>
                      <a:pt x="102" y="61"/>
                    </a:moveTo>
                    <a:cubicBezTo>
                      <a:pt x="88" y="61"/>
                      <a:pt x="88" y="61"/>
                      <a:pt x="88" y="61"/>
                    </a:cubicBezTo>
                    <a:cubicBezTo>
                      <a:pt x="88" y="65"/>
                      <a:pt x="88" y="65"/>
                      <a:pt x="88" y="65"/>
                    </a:cubicBezTo>
                    <a:cubicBezTo>
                      <a:pt x="98" y="65"/>
                      <a:pt x="98" y="65"/>
                      <a:pt x="98" y="65"/>
                    </a:cubicBezTo>
                    <a:cubicBezTo>
                      <a:pt x="101" y="65"/>
                      <a:pt x="104" y="68"/>
                      <a:pt x="104" y="71"/>
                    </a:cubicBezTo>
                    <a:cubicBezTo>
                      <a:pt x="104" y="74"/>
                      <a:pt x="101" y="77"/>
                      <a:pt x="98" y="77"/>
                    </a:cubicBezTo>
                    <a:cubicBezTo>
                      <a:pt x="84" y="77"/>
                      <a:pt x="84" y="77"/>
                      <a:pt x="84" y="77"/>
                    </a:cubicBezTo>
                    <a:cubicBezTo>
                      <a:pt x="84" y="81"/>
                      <a:pt x="84" y="81"/>
                      <a:pt x="84" y="81"/>
                    </a:cubicBezTo>
                    <a:cubicBezTo>
                      <a:pt x="94" y="81"/>
                      <a:pt x="94" y="81"/>
                      <a:pt x="94" y="81"/>
                    </a:cubicBezTo>
                    <a:cubicBezTo>
                      <a:pt x="97" y="81"/>
                      <a:pt x="100" y="84"/>
                      <a:pt x="100" y="87"/>
                    </a:cubicBezTo>
                    <a:cubicBezTo>
                      <a:pt x="100" y="90"/>
                      <a:pt x="97" y="93"/>
                      <a:pt x="94" y="93"/>
                    </a:cubicBezTo>
                    <a:cubicBezTo>
                      <a:pt x="80" y="93"/>
                      <a:pt x="80" y="93"/>
                      <a:pt x="80" y="93"/>
                    </a:cubicBezTo>
                    <a:cubicBezTo>
                      <a:pt x="80" y="97"/>
                      <a:pt x="80" y="97"/>
                      <a:pt x="80" y="97"/>
                    </a:cubicBezTo>
                    <a:cubicBezTo>
                      <a:pt x="86" y="97"/>
                      <a:pt x="86" y="97"/>
                      <a:pt x="86" y="97"/>
                    </a:cubicBezTo>
                    <a:cubicBezTo>
                      <a:pt x="89" y="97"/>
                      <a:pt x="92" y="100"/>
                      <a:pt x="92" y="103"/>
                    </a:cubicBezTo>
                    <a:cubicBezTo>
                      <a:pt x="92" y="106"/>
                      <a:pt x="89" y="109"/>
                      <a:pt x="86" y="109"/>
                    </a:cubicBezTo>
                    <a:cubicBezTo>
                      <a:pt x="71" y="109"/>
                      <a:pt x="71" y="109"/>
                      <a:pt x="71" y="109"/>
                    </a:cubicBezTo>
                    <a:cubicBezTo>
                      <a:pt x="32" y="109"/>
                      <a:pt x="32" y="109"/>
                      <a:pt x="32" y="109"/>
                    </a:cubicBezTo>
                    <a:cubicBezTo>
                      <a:pt x="32" y="109"/>
                      <a:pt x="32" y="55"/>
                      <a:pt x="32" y="47"/>
                    </a:cubicBezTo>
                    <a:cubicBezTo>
                      <a:pt x="38" y="47"/>
                      <a:pt x="43" y="43"/>
                      <a:pt x="43" y="43"/>
                    </a:cubicBezTo>
                    <a:cubicBezTo>
                      <a:pt x="47" y="41"/>
                      <a:pt x="51" y="37"/>
                      <a:pt x="53" y="32"/>
                    </a:cubicBezTo>
                    <a:cubicBezTo>
                      <a:pt x="60" y="20"/>
                      <a:pt x="53" y="3"/>
                      <a:pt x="64" y="3"/>
                    </a:cubicBezTo>
                    <a:cubicBezTo>
                      <a:pt x="76" y="3"/>
                      <a:pt x="78" y="23"/>
                      <a:pt x="74" y="44"/>
                    </a:cubicBezTo>
                    <a:cubicBezTo>
                      <a:pt x="73" y="49"/>
                      <a:pt x="73" y="49"/>
                      <a:pt x="73" y="49"/>
                    </a:cubicBezTo>
                    <a:cubicBezTo>
                      <a:pt x="102" y="49"/>
                      <a:pt x="102" y="49"/>
                      <a:pt x="102" y="49"/>
                    </a:cubicBezTo>
                    <a:cubicBezTo>
                      <a:pt x="105" y="49"/>
                      <a:pt x="108" y="52"/>
                      <a:pt x="108" y="55"/>
                    </a:cubicBezTo>
                    <a:cubicBezTo>
                      <a:pt x="108" y="58"/>
                      <a:pt x="105" y="61"/>
                      <a:pt x="10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0" name="Group 119"/>
            <p:cNvGrpSpPr/>
            <p:nvPr/>
          </p:nvGrpSpPr>
          <p:grpSpPr>
            <a:xfrm>
              <a:off x="10742529" y="4103554"/>
              <a:ext cx="371620" cy="373885"/>
              <a:chOff x="6061716" y="3185154"/>
              <a:chExt cx="218527" cy="219859"/>
            </a:xfrm>
            <a:grpFill/>
          </p:grpSpPr>
          <p:sp>
            <p:nvSpPr>
              <p:cNvPr id="137" name="Freeform 232"/>
              <p:cNvSpPr>
                <a:spLocks/>
              </p:cNvSpPr>
              <p:nvPr/>
            </p:nvSpPr>
            <p:spPr bwMode="auto">
              <a:xfrm>
                <a:off x="6123010" y="3326397"/>
                <a:ext cx="95939" cy="25317"/>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8" name="Oval 233"/>
              <p:cNvSpPr>
                <a:spLocks noChangeArrowheads="1"/>
              </p:cNvSpPr>
              <p:nvPr/>
            </p:nvSpPr>
            <p:spPr bwMode="auto">
              <a:xfrm>
                <a:off x="6201627"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9" name="Freeform 234"/>
              <p:cNvSpPr>
                <a:spLocks noEditPoints="1"/>
              </p:cNvSpPr>
              <p:nvPr/>
            </p:nvSpPr>
            <p:spPr bwMode="auto">
              <a:xfrm>
                <a:off x="6061716"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84 w 100"/>
                  <a:gd name="T25" fmla="*/ 36 h 100"/>
                  <a:gd name="T26" fmla="*/ 83 w 100"/>
                  <a:gd name="T27" fmla="*/ 40 h 100"/>
                  <a:gd name="T28" fmla="*/ 78 w 100"/>
                  <a:gd name="T29" fmla="*/ 43 h 100"/>
                  <a:gd name="T30" fmla="*/ 71 w 100"/>
                  <a:gd name="T31" fmla="*/ 44 h 100"/>
                  <a:gd name="T32" fmla="*/ 61 w 100"/>
                  <a:gd name="T33" fmla="*/ 42 h 100"/>
                  <a:gd name="T34" fmla="*/ 57 w 100"/>
                  <a:gd name="T35" fmla="*/ 37 h 100"/>
                  <a:gd name="T36" fmla="*/ 59 w 100"/>
                  <a:gd name="T37" fmla="*/ 30 h 100"/>
                  <a:gd name="T38" fmla="*/ 70 w 100"/>
                  <a:gd name="T39" fmla="*/ 28 h 100"/>
                  <a:gd name="T40" fmla="*/ 82 w 100"/>
                  <a:gd name="T41" fmla="*/ 29 h 100"/>
                  <a:gd name="T42" fmla="*/ 84 w 100"/>
                  <a:gd name="T43" fmla="*/ 36 h 100"/>
                  <a:gd name="T44" fmla="*/ 43 w 100"/>
                  <a:gd name="T45" fmla="*/ 37 h 100"/>
                  <a:gd name="T46" fmla="*/ 39 w 100"/>
                  <a:gd name="T47" fmla="*/ 42 h 100"/>
                  <a:gd name="T48" fmla="*/ 29 w 100"/>
                  <a:gd name="T49" fmla="*/ 44 h 100"/>
                  <a:gd name="T50" fmla="*/ 22 w 100"/>
                  <a:gd name="T51" fmla="*/ 43 h 100"/>
                  <a:gd name="T52" fmla="*/ 17 w 100"/>
                  <a:gd name="T53" fmla="*/ 40 h 100"/>
                  <a:gd name="T54" fmla="*/ 16 w 100"/>
                  <a:gd name="T55" fmla="*/ 36 h 100"/>
                  <a:gd name="T56" fmla="*/ 18 w 100"/>
                  <a:gd name="T57" fmla="*/ 29 h 100"/>
                  <a:gd name="T58" fmla="*/ 30 w 100"/>
                  <a:gd name="T59" fmla="*/ 28 h 100"/>
                  <a:gd name="T60" fmla="*/ 41 w 100"/>
                  <a:gd name="T61" fmla="*/ 30 h 100"/>
                  <a:gd name="T62" fmla="*/ 43 w 100"/>
                  <a:gd name="T63" fmla="*/ 37 h 100"/>
                  <a:gd name="T64" fmla="*/ 50 w 100"/>
                  <a:gd name="T65" fmla="*/ 96 h 100"/>
                  <a:gd name="T66" fmla="*/ 4 w 100"/>
                  <a:gd name="T67" fmla="*/ 50 h 100"/>
                  <a:gd name="T68" fmla="*/ 9 w 100"/>
                  <a:gd name="T69" fmla="*/ 30 h 100"/>
                  <a:gd name="T70" fmla="*/ 9 w 100"/>
                  <a:gd name="T71" fmla="*/ 30 h 100"/>
                  <a:gd name="T72" fmla="*/ 11 w 100"/>
                  <a:gd name="T73" fmla="*/ 32 h 100"/>
                  <a:gd name="T74" fmla="*/ 14 w 100"/>
                  <a:gd name="T75" fmla="*/ 40 h 100"/>
                  <a:gd name="T76" fmla="*/ 19 w 100"/>
                  <a:gd name="T77" fmla="*/ 47 h 100"/>
                  <a:gd name="T78" fmla="*/ 29 w 100"/>
                  <a:gd name="T79" fmla="*/ 48 h 100"/>
                  <a:gd name="T80" fmla="*/ 41 w 100"/>
                  <a:gd name="T81" fmla="*/ 46 h 100"/>
                  <a:gd name="T82" fmla="*/ 46 w 100"/>
                  <a:gd name="T83" fmla="*/ 40 h 100"/>
                  <a:gd name="T84" fmla="*/ 49 w 100"/>
                  <a:gd name="T85" fmla="*/ 33 h 100"/>
                  <a:gd name="T86" fmla="*/ 50 w 100"/>
                  <a:gd name="T87" fmla="*/ 32 h 100"/>
                  <a:gd name="T88" fmla="*/ 51 w 100"/>
                  <a:gd name="T89" fmla="*/ 33 h 100"/>
                  <a:gd name="T90" fmla="*/ 54 w 100"/>
                  <a:gd name="T91" fmla="*/ 40 h 100"/>
                  <a:gd name="T92" fmla="*/ 59 w 100"/>
                  <a:gd name="T93" fmla="*/ 46 h 100"/>
                  <a:gd name="T94" fmla="*/ 71 w 100"/>
                  <a:gd name="T95" fmla="*/ 48 h 100"/>
                  <a:gd name="T96" fmla="*/ 81 w 100"/>
                  <a:gd name="T97" fmla="*/ 47 h 100"/>
                  <a:gd name="T98" fmla="*/ 86 w 100"/>
                  <a:gd name="T99" fmla="*/ 40 h 100"/>
                  <a:gd name="T100" fmla="*/ 89 w 100"/>
                  <a:gd name="T101" fmla="*/ 32 h 100"/>
                  <a:gd name="T102" fmla="*/ 91 w 100"/>
                  <a:gd name="T103" fmla="*/ 30 h 100"/>
                  <a:gd name="T104" fmla="*/ 91 w 100"/>
                  <a:gd name="T105" fmla="*/ 30 h 100"/>
                  <a:gd name="T106" fmla="*/ 96 w 100"/>
                  <a:gd name="T107" fmla="*/ 50 h 100"/>
                  <a:gd name="T108" fmla="*/ 50 w 100"/>
                  <a:gd name="T10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84" y="36"/>
                    </a:moveTo>
                    <a:cubicBezTo>
                      <a:pt x="84" y="37"/>
                      <a:pt x="83" y="39"/>
                      <a:pt x="83" y="40"/>
                    </a:cubicBezTo>
                    <a:cubicBezTo>
                      <a:pt x="81" y="43"/>
                      <a:pt x="80" y="43"/>
                      <a:pt x="78" y="43"/>
                    </a:cubicBezTo>
                    <a:cubicBezTo>
                      <a:pt x="76" y="44"/>
                      <a:pt x="74" y="44"/>
                      <a:pt x="71" y="44"/>
                    </a:cubicBezTo>
                    <a:cubicBezTo>
                      <a:pt x="66" y="44"/>
                      <a:pt x="63" y="43"/>
                      <a:pt x="61" y="42"/>
                    </a:cubicBezTo>
                    <a:cubicBezTo>
                      <a:pt x="59" y="41"/>
                      <a:pt x="58" y="38"/>
                      <a:pt x="57" y="37"/>
                    </a:cubicBezTo>
                    <a:cubicBezTo>
                      <a:pt x="57" y="36"/>
                      <a:pt x="54" y="31"/>
                      <a:pt x="59" y="30"/>
                    </a:cubicBezTo>
                    <a:cubicBezTo>
                      <a:pt x="63" y="28"/>
                      <a:pt x="68" y="28"/>
                      <a:pt x="70" y="28"/>
                    </a:cubicBezTo>
                    <a:cubicBezTo>
                      <a:pt x="73" y="28"/>
                      <a:pt x="80" y="28"/>
                      <a:pt x="82" y="29"/>
                    </a:cubicBezTo>
                    <a:cubicBezTo>
                      <a:pt x="85" y="31"/>
                      <a:pt x="84" y="35"/>
                      <a:pt x="84" y="36"/>
                    </a:cubicBezTo>
                    <a:close/>
                    <a:moveTo>
                      <a:pt x="43" y="37"/>
                    </a:moveTo>
                    <a:cubicBezTo>
                      <a:pt x="42" y="38"/>
                      <a:pt x="41" y="41"/>
                      <a:pt x="39" y="42"/>
                    </a:cubicBezTo>
                    <a:cubicBezTo>
                      <a:pt x="37" y="43"/>
                      <a:pt x="34" y="44"/>
                      <a:pt x="29" y="44"/>
                    </a:cubicBezTo>
                    <a:cubicBezTo>
                      <a:pt x="26" y="44"/>
                      <a:pt x="24" y="44"/>
                      <a:pt x="22" y="43"/>
                    </a:cubicBezTo>
                    <a:cubicBezTo>
                      <a:pt x="20" y="43"/>
                      <a:pt x="19" y="43"/>
                      <a:pt x="17" y="40"/>
                    </a:cubicBezTo>
                    <a:cubicBezTo>
                      <a:pt x="17" y="39"/>
                      <a:pt x="16" y="37"/>
                      <a:pt x="16" y="36"/>
                    </a:cubicBezTo>
                    <a:cubicBezTo>
                      <a:pt x="16" y="35"/>
                      <a:pt x="15" y="31"/>
                      <a:pt x="18" y="29"/>
                    </a:cubicBezTo>
                    <a:cubicBezTo>
                      <a:pt x="20" y="28"/>
                      <a:pt x="27" y="28"/>
                      <a:pt x="30" y="28"/>
                    </a:cubicBezTo>
                    <a:cubicBezTo>
                      <a:pt x="32" y="28"/>
                      <a:pt x="37" y="28"/>
                      <a:pt x="41" y="30"/>
                    </a:cubicBezTo>
                    <a:cubicBezTo>
                      <a:pt x="46" y="31"/>
                      <a:pt x="43" y="36"/>
                      <a:pt x="43" y="37"/>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7"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0" name="Oval 235"/>
              <p:cNvSpPr>
                <a:spLocks noChangeArrowheads="1"/>
              </p:cNvSpPr>
              <p:nvPr/>
            </p:nvSpPr>
            <p:spPr bwMode="auto">
              <a:xfrm>
                <a:off x="6123010"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1" name="Group 120"/>
            <p:cNvGrpSpPr/>
            <p:nvPr/>
          </p:nvGrpSpPr>
          <p:grpSpPr>
            <a:xfrm>
              <a:off x="8425950" y="195769"/>
              <a:ext cx="353212" cy="355365"/>
              <a:chOff x="3396750" y="3185154"/>
              <a:chExt cx="218527" cy="219859"/>
            </a:xfrm>
            <a:grpFill/>
          </p:grpSpPr>
          <p:sp>
            <p:nvSpPr>
              <p:cNvPr id="133"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4"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5"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6"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2" name="Group 121"/>
            <p:cNvGrpSpPr/>
            <p:nvPr/>
          </p:nvGrpSpPr>
          <p:grpSpPr>
            <a:xfrm>
              <a:off x="2429891" y="6569679"/>
              <a:ext cx="218527" cy="219859"/>
              <a:chOff x="4995729" y="3185154"/>
              <a:chExt cx="218527" cy="219859"/>
            </a:xfrm>
            <a:grpFill/>
          </p:grpSpPr>
          <p:sp>
            <p:nvSpPr>
              <p:cNvPr id="128" name="Oval 223"/>
              <p:cNvSpPr>
                <a:spLocks noChangeArrowheads="1"/>
              </p:cNvSpPr>
              <p:nvPr/>
            </p:nvSpPr>
            <p:spPr bwMode="auto">
              <a:xfrm>
                <a:off x="505702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9" name="Oval 224"/>
              <p:cNvSpPr>
                <a:spLocks noChangeArrowheads="1"/>
              </p:cNvSpPr>
              <p:nvPr/>
            </p:nvSpPr>
            <p:spPr bwMode="auto">
              <a:xfrm>
                <a:off x="5135641"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0" name="Freeform 225"/>
              <p:cNvSpPr>
                <a:spLocks noEditPoints="1"/>
              </p:cNvSpPr>
              <p:nvPr/>
            </p:nvSpPr>
            <p:spPr bwMode="auto">
              <a:xfrm>
                <a:off x="499572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1" name="Freeform 226"/>
              <p:cNvSpPr>
                <a:spLocks noEditPoints="1"/>
              </p:cNvSpPr>
              <p:nvPr/>
            </p:nvSpPr>
            <p:spPr bwMode="auto">
              <a:xfrm>
                <a:off x="5039702" y="3238453"/>
                <a:ext cx="51967" cy="51966"/>
              </a:xfrm>
              <a:custGeom>
                <a:avLst/>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5" y="0"/>
                      <a:pt x="0" y="5"/>
                      <a:pt x="0" y="12"/>
                    </a:cubicBezTo>
                    <a:cubicBezTo>
                      <a:pt x="0" y="19"/>
                      <a:pt x="5" y="24"/>
                      <a:pt x="12" y="24"/>
                    </a:cubicBezTo>
                    <a:close/>
                    <a:moveTo>
                      <a:pt x="12" y="4"/>
                    </a:moveTo>
                    <a:cubicBezTo>
                      <a:pt x="16" y="4"/>
                      <a:pt x="20" y="8"/>
                      <a:pt x="20" y="12"/>
                    </a:cubicBezTo>
                    <a:cubicBezTo>
                      <a:pt x="20" y="16"/>
                      <a:pt x="16" y="20"/>
                      <a:pt x="12" y="20"/>
                    </a:cubicBezTo>
                    <a:cubicBezTo>
                      <a:pt x="8" y="20"/>
                      <a:pt x="4" y="16"/>
                      <a:pt x="4" y="12"/>
                    </a:cubicBezTo>
                    <a:cubicBezTo>
                      <a:pt x="4" y="8"/>
                      <a:pt x="8"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2" name="Freeform 227"/>
              <p:cNvSpPr>
                <a:spLocks/>
              </p:cNvSpPr>
              <p:nvPr/>
            </p:nvSpPr>
            <p:spPr bwMode="auto">
              <a:xfrm>
                <a:off x="5030374"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3" name="Group 122"/>
            <p:cNvGrpSpPr/>
            <p:nvPr/>
          </p:nvGrpSpPr>
          <p:grpSpPr>
            <a:xfrm>
              <a:off x="9442085" y="4437671"/>
              <a:ext cx="218527" cy="218527"/>
              <a:chOff x="6593377" y="2116502"/>
              <a:chExt cx="218527" cy="218527"/>
            </a:xfrm>
            <a:grpFill/>
          </p:grpSpPr>
          <p:sp>
            <p:nvSpPr>
              <p:cNvPr id="124" name="Rectangle 110"/>
              <p:cNvSpPr>
                <a:spLocks noChangeArrowheads="1"/>
              </p:cNvSpPr>
              <p:nvPr/>
            </p:nvSpPr>
            <p:spPr bwMode="auto">
              <a:xfrm>
                <a:off x="6656003" y="2195118"/>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5" name="Freeform 111"/>
              <p:cNvSpPr>
                <a:spLocks/>
              </p:cNvSpPr>
              <p:nvPr/>
            </p:nvSpPr>
            <p:spPr bwMode="auto">
              <a:xfrm>
                <a:off x="6662666"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6" name="Freeform 112"/>
              <p:cNvSpPr>
                <a:spLocks noEditPoints="1"/>
              </p:cNvSpPr>
              <p:nvPr/>
            </p:nvSpPr>
            <p:spPr bwMode="auto">
              <a:xfrm>
                <a:off x="6593377"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3" y="0"/>
                      <a:pt x="0" y="22"/>
                      <a:pt x="0" y="50"/>
                    </a:cubicBezTo>
                    <a:cubicBezTo>
                      <a:pt x="0" y="78"/>
                      <a:pt x="23"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6" y="4"/>
                      <a:pt x="96" y="25"/>
                      <a:pt x="96" y="50"/>
                    </a:cubicBezTo>
                    <a:cubicBezTo>
                      <a:pt x="96" y="75"/>
                      <a:pt x="76"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7" name="Oval 113"/>
              <p:cNvSpPr>
                <a:spLocks noChangeArrowheads="1"/>
              </p:cNvSpPr>
              <p:nvPr/>
            </p:nvSpPr>
            <p:spPr bwMode="auto">
              <a:xfrm>
                <a:off x="6733287"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sp>
        <p:nvSpPr>
          <p:cNvPr id="470" name="Picture Placeholder 2"/>
          <p:cNvSpPr>
            <a:spLocks noGrp="1"/>
          </p:cNvSpPr>
          <p:nvPr>
            <p:ph type="pic" sz="quarter" idx="12"/>
          </p:nvPr>
        </p:nvSpPr>
        <p:spPr>
          <a:xfrm>
            <a:off x="1359727" y="1307205"/>
            <a:ext cx="4512508" cy="4243590"/>
          </a:xfrm>
          <a:prstGeom prst="roundRect">
            <a:avLst>
              <a:gd name="adj" fmla="val 6998"/>
            </a:avLst>
          </a:prstGeom>
          <a:noFill/>
        </p:spPr>
        <p:txBody>
          <a:bodyPr/>
          <a:lstStyle/>
          <a:p>
            <a:endParaRPr lang="en-US" dirty="0"/>
          </a:p>
        </p:txBody>
      </p:sp>
    </p:spTree>
    <p:extLst>
      <p:ext uri="{BB962C8B-B14F-4D97-AF65-F5344CB8AC3E}">
        <p14:creationId xmlns:p14="http://schemas.microsoft.com/office/powerpoint/2010/main" val="312899884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70"/>
                                        </p:tgtEl>
                                        <p:attrNameLst>
                                          <p:attrName>style.visibility</p:attrName>
                                        </p:attrNameLst>
                                      </p:cBhvr>
                                      <p:to>
                                        <p:strVal val="visible"/>
                                      </p:to>
                                    </p:set>
                                    <p:anim calcmode="lin" valueType="num">
                                      <p:cBhvr>
                                        <p:cTn id="7" dur="500" fill="hold"/>
                                        <p:tgtEl>
                                          <p:spTgt spid="470"/>
                                        </p:tgtEl>
                                        <p:attrNameLst>
                                          <p:attrName>ppt_w</p:attrName>
                                        </p:attrNameLst>
                                      </p:cBhvr>
                                      <p:tavLst>
                                        <p:tav tm="0">
                                          <p:val>
                                            <p:fltVal val="0"/>
                                          </p:val>
                                        </p:tav>
                                        <p:tav tm="100000">
                                          <p:val>
                                            <p:strVal val="#ppt_w"/>
                                          </p:val>
                                        </p:tav>
                                      </p:tavLst>
                                    </p:anim>
                                    <p:anim calcmode="lin" valueType="num">
                                      <p:cBhvr>
                                        <p:cTn id="8" dur="500" fill="hold"/>
                                        <p:tgtEl>
                                          <p:spTgt spid="470"/>
                                        </p:tgtEl>
                                        <p:attrNameLst>
                                          <p:attrName>ppt_h</p:attrName>
                                        </p:attrNameLst>
                                      </p:cBhvr>
                                      <p:tavLst>
                                        <p:tav tm="0">
                                          <p:val>
                                            <p:fltVal val="0"/>
                                          </p:val>
                                        </p:tav>
                                        <p:tav tm="100000">
                                          <p:val>
                                            <p:strVal val="#ppt_h"/>
                                          </p:val>
                                        </p:tav>
                                      </p:tavLst>
                                    </p:anim>
                                    <p:animEffect transition="in" filter="fade">
                                      <p:cBhvr>
                                        <p:cTn id="9" dur="500"/>
                                        <p:tgtEl>
                                          <p:spTgt spid="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 grpId="0"/>
    </p:bld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3" name="Picture Placeholder 2"/>
          <p:cNvSpPr>
            <a:spLocks noGrp="1"/>
          </p:cNvSpPr>
          <p:nvPr>
            <p:ph type="pic" sz="quarter" idx="12"/>
          </p:nvPr>
        </p:nvSpPr>
        <p:spPr>
          <a:xfrm>
            <a:off x="2167984" y="3958814"/>
            <a:ext cx="1946048" cy="1447413"/>
          </a:xfrm>
          <a:noFill/>
          <a:effectLst>
            <a:outerShdw blurRad="571500" dist="63500" dir="2700000" algn="tl" rotWithShape="0">
              <a:prstClr val="black">
                <a:alpha val="40000"/>
              </a:prstClr>
            </a:outerShdw>
          </a:effectLst>
        </p:spPr>
        <p:txBody>
          <a:bodyPr/>
          <a:lstStyle/>
          <a:p>
            <a:endParaRPr lang="en-US" dirty="0"/>
          </a:p>
        </p:txBody>
      </p:sp>
      <p:sp>
        <p:nvSpPr>
          <p:cNvPr id="10" name="Picture Placeholder 2"/>
          <p:cNvSpPr>
            <a:spLocks noGrp="1"/>
          </p:cNvSpPr>
          <p:nvPr>
            <p:ph type="pic" sz="quarter" idx="13"/>
          </p:nvPr>
        </p:nvSpPr>
        <p:spPr>
          <a:xfrm>
            <a:off x="4297230" y="3958814"/>
            <a:ext cx="3459034" cy="1447413"/>
          </a:xfrm>
        </p:spPr>
        <p:txBody>
          <a:bodyPr/>
          <a:lstStyle/>
          <a:p>
            <a:endParaRPr lang="en-US" dirty="0"/>
          </a:p>
        </p:txBody>
      </p:sp>
      <p:sp>
        <p:nvSpPr>
          <p:cNvPr id="6" name="Picture Placeholder 2"/>
          <p:cNvSpPr>
            <a:spLocks noGrp="1"/>
          </p:cNvSpPr>
          <p:nvPr>
            <p:ph type="pic" sz="quarter" idx="14"/>
          </p:nvPr>
        </p:nvSpPr>
        <p:spPr>
          <a:xfrm>
            <a:off x="7939462" y="3958814"/>
            <a:ext cx="2151212" cy="1447413"/>
          </a:xfrm>
        </p:spPr>
        <p:txBody>
          <a:bodyPr/>
          <a:lstStyle/>
          <a:p>
            <a:endParaRPr lang="en-US" dirty="0"/>
          </a:p>
        </p:txBody>
      </p:sp>
    </p:spTree>
    <p:extLst>
      <p:ext uri="{BB962C8B-B14F-4D97-AF65-F5344CB8AC3E}">
        <p14:creationId xmlns:p14="http://schemas.microsoft.com/office/powerpoint/2010/main" val="418807629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14:bounceEnd="40000">
                                          <p:cBhvr additive="base">
                                            <p:cTn id="7" dur="500" fill="hold"/>
                                            <p:tgtEl>
                                              <p:spTgt spid="3"/>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nodePh="1" p14:presetBounceEnd="40000">
                                      <p:stCondLst>
                                        <p:cond delay="100"/>
                                      </p:stCondLst>
                                      <p:endCondLst>
                                        <p:cond evt="begin" delay="0">
                                          <p:tn val="9"/>
                                        </p:cond>
                                      </p:endCondLst>
                                      <p:childTnLst>
                                        <p:set>
                                          <p:cBhvr>
                                            <p:cTn id="10" dur="1" fill="hold">
                                              <p:stCondLst>
                                                <p:cond delay="0"/>
                                              </p:stCondLst>
                                            </p:cTn>
                                            <p:tgtEl>
                                              <p:spTgt spid="10"/>
                                            </p:tgtEl>
                                            <p:attrNameLst>
                                              <p:attrName>style.visibility</p:attrName>
                                            </p:attrNameLst>
                                          </p:cBhvr>
                                          <p:to>
                                            <p:strVal val="visible"/>
                                          </p:to>
                                        </p:set>
                                        <p:anim calcmode="lin" valueType="num" p14:bounceEnd="40000">
                                          <p:cBhvr additive="base">
                                            <p:cTn id="11" dur="500" fill="hold"/>
                                            <p:tgtEl>
                                              <p:spTgt spid="10"/>
                                            </p:tgtEl>
                                            <p:attrNameLst>
                                              <p:attrName>ppt_x</p:attrName>
                                            </p:attrNameLst>
                                          </p:cBhvr>
                                          <p:tavLst>
                                            <p:tav tm="0">
                                              <p:val>
                                                <p:strVal val="1+#ppt_w/2"/>
                                              </p:val>
                                            </p:tav>
                                            <p:tav tm="100000">
                                              <p:val>
                                                <p:strVal val="#ppt_x"/>
                                              </p:val>
                                            </p:tav>
                                          </p:tavLst>
                                        </p:anim>
                                        <p:anim calcmode="lin" valueType="num" p14:bounceEnd="40000">
                                          <p:cBhvr additive="base">
                                            <p:cTn id="12" dur="500" fill="hold"/>
                                            <p:tgtEl>
                                              <p:spTgt spid="10"/>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nodePh="1" p14:presetBounceEnd="40000">
                                      <p:stCondLst>
                                        <p:cond delay="10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14:bounceEnd="40000">
                                          <p:cBhvr additive="base">
                                            <p:cTn id="15" dur="500" fill="hold"/>
                                            <p:tgtEl>
                                              <p:spTgt spid="6"/>
                                            </p:tgtEl>
                                            <p:attrNameLst>
                                              <p:attrName>ppt_x</p:attrName>
                                            </p:attrNameLst>
                                          </p:cBhvr>
                                          <p:tavLst>
                                            <p:tav tm="0">
                                              <p:val>
                                                <p:strVal val="1+#ppt_w/2"/>
                                              </p:val>
                                            </p:tav>
                                            <p:tav tm="100000">
                                              <p:val>
                                                <p:strVal val="#ppt_x"/>
                                              </p:val>
                                            </p:tav>
                                          </p:tavLst>
                                        </p:anim>
                                        <p:anim calcmode="lin" valueType="num" p14:bounceEnd="40000">
                                          <p:cBhvr additive="base">
                                            <p:cTn id="1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nodePh="1">
                                      <p:stCondLst>
                                        <p:cond delay="100"/>
                                      </p:stCondLst>
                                      <p:endCondLst>
                                        <p:cond evt="begin" delay="0">
                                          <p:tn val="9"/>
                                        </p:cond>
                                      </p:end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nodePh="1">
                                      <p:stCondLst>
                                        <p:cond delay="10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1+#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6" grpId="0"/>
        </p:bldLst>
      </p:timing>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grpSp>
        <p:nvGrpSpPr>
          <p:cNvPr id="2" name="Group 1"/>
          <p:cNvGrpSpPr/>
          <p:nvPr userDrawn="1"/>
        </p:nvGrpSpPr>
        <p:grpSpPr>
          <a:xfrm>
            <a:off x="155707" y="91494"/>
            <a:ext cx="11833095" cy="6698044"/>
            <a:chOff x="155707" y="91494"/>
            <a:chExt cx="11833095" cy="6698044"/>
          </a:xfrm>
          <a:solidFill>
            <a:schemeClr val="tx1">
              <a:alpha val="20000"/>
            </a:schemeClr>
          </a:solidFill>
        </p:grpSpPr>
        <p:grpSp>
          <p:nvGrpSpPr>
            <p:cNvPr id="3" name="Group 2"/>
            <p:cNvGrpSpPr/>
            <p:nvPr/>
          </p:nvGrpSpPr>
          <p:grpSpPr>
            <a:xfrm>
              <a:off x="1264778" y="1582176"/>
              <a:ext cx="218527" cy="218527"/>
              <a:chOff x="1264778" y="1582176"/>
              <a:chExt cx="218527" cy="218527"/>
            </a:xfrm>
            <a:grpFill/>
          </p:grpSpPr>
          <p:sp>
            <p:nvSpPr>
              <p:cNvPr id="464" name="Freeform 5"/>
              <p:cNvSpPr>
                <a:spLocks noEditPoints="1"/>
              </p:cNvSpPr>
              <p:nvPr/>
            </p:nvSpPr>
            <p:spPr bwMode="auto">
              <a:xfrm>
                <a:off x="1307417" y="1634143"/>
                <a:ext cx="53299" cy="53299"/>
              </a:xfrm>
              <a:custGeom>
                <a:avLst/>
                <a:gdLst>
                  <a:gd name="T0" fmla="*/ 24 w 24"/>
                  <a:gd name="T1" fmla="*/ 12 h 24"/>
                  <a:gd name="T2" fmla="*/ 12 w 24"/>
                  <a:gd name="T3" fmla="*/ 0 h 24"/>
                  <a:gd name="T4" fmla="*/ 0 w 24"/>
                  <a:gd name="T5" fmla="*/ 12 h 24"/>
                  <a:gd name="T6" fmla="*/ 12 w 24"/>
                  <a:gd name="T7" fmla="*/ 24 h 24"/>
                  <a:gd name="T8" fmla="*/ 24 w 24"/>
                  <a:gd name="T9" fmla="*/ 12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24" y="12"/>
                    </a:moveTo>
                    <a:cubicBezTo>
                      <a:pt x="24" y="5"/>
                      <a:pt x="19" y="0"/>
                      <a:pt x="12" y="0"/>
                    </a:cubicBezTo>
                    <a:cubicBezTo>
                      <a:pt x="5" y="0"/>
                      <a:pt x="0" y="5"/>
                      <a:pt x="0" y="12"/>
                    </a:cubicBezTo>
                    <a:cubicBezTo>
                      <a:pt x="0" y="19"/>
                      <a:pt x="5" y="24"/>
                      <a:pt x="12" y="24"/>
                    </a:cubicBezTo>
                    <a:cubicBezTo>
                      <a:pt x="19" y="24"/>
                      <a:pt x="24" y="19"/>
                      <a:pt x="24" y="12"/>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5" name="Rectangle 6"/>
              <p:cNvSpPr>
                <a:spLocks noChangeArrowheads="1"/>
              </p:cNvSpPr>
              <p:nvPr/>
            </p:nvSpPr>
            <p:spPr bwMode="auto">
              <a:xfrm>
                <a:off x="1351390" y="1731414"/>
                <a:ext cx="43972"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6" name="Oval 7"/>
              <p:cNvSpPr>
                <a:spLocks noChangeArrowheads="1"/>
              </p:cNvSpPr>
              <p:nvPr/>
            </p:nvSpPr>
            <p:spPr bwMode="auto">
              <a:xfrm>
                <a:off x="1326072"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7" name="Oval 8"/>
              <p:cNvSpPr>
                <a:spLocks noChangeArrowheads="1"/>
              </p:cNvSpPr>
              <p:nvPr/>
            </p:nvSpPr>
            <p:spPr bwMode="auto">
              <a:xfrm>
                <a:off x="1404689"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8" name="Freeform 9"/>
              <p:cNvSpPr>
                <a:spLocks noEditPoints="1"/>
              </p:cNvSpPr>
              <p:nvPr/>
            </p:nvSpPr>
            <p:spPr bwMode="auto">
              <a:xfrm>
                <a:off x="1264778"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9" name="Freeform 10"/>
              <p:cNvSpPr>
                <a:spLocks noEditPoints="1"/>
              </p:cNvSpPr>
              <p:nvPr/>
            </p:nvSpPr>
            <p:spPr bwMode="auto">
              <a:xfrm>
                <a:off x="1386034" y="1634143"/>
                <a:ext cx="53299" cy="53299"/>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 name="Group 3"/>
            <p:cNvGrpSpPr/>
            <p:nvPr/>
          </p:nvGrpSpPr>
          <p:grpSpPr>
            <a:xfrm>
              <a:off x="2746370" y="3550345"/>
              <a:ext cx="218527" cy="218527"/>
              <a:chOff x="1797771" y="1582176"/>
              <a:chExt cx="218527" cy="218527"/>
            </a:xfrm>
            <a:grpFill/>
          </p:grpSpPr>
          <p:sp>
            <p:nvSpPr>
              <p:cNvPr id="458" name="Freeform 11"/>
              <p:cNvSpPr>
                <a:spLocks noEditPoints="1"/>
              </p:cNvSpPr>
              <p:nvPr/>
            </p:nvSpPr>
            <p:spPr bwMode="auto">
              <a:xfrm>
                <a:off x="1884383" y="1714092"/>
                <a:ext cx="43972" cy="42639"/>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9" name="Freeform 12"/>
              <p:cNvSpPr>
                <a:spLocks noEditPoints="1"/>
              </p:cNvSpPr>
              <p:nvPr/>
            </p:nvSpPr>
            <p:spPr bwMode="auto">
              <a:xfrm>
                <a:off x="1841743" y="1634143"/>
                <a:ext cx="51967" cy="53299"/>
              </a:xfrm>
              <a:custGeom>
                <a:avLst/>
                <a:gdLst>
                  <a:gd name="T0" fmla="*/ 24 w 24"/>
                  <a:gd name="T1" fmla="*/ 12 h 24"/>
                  <a:gd name="T2" fmla="*/ 12 w 24"/>
                  <a:gd name="T3" fmla="*/ 0 h 24"/>
                  <a:gd name="T4" fmla="*/ 0 w 24"/>
                  <a:gd name="T5" fmla="*/ 12 h 24"/>
                  <a:gd name="T6" fmla="*/ 12 w 24"/>
                  <a:gd name="T7" fmla="*/ 24 h 24"/>
                  <a:gd name="T8" fmla="*/ 24 w 24"/>
                  <a:gd name="T9" fmla="*/ 12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24" y="12"/>
                    </a:moveTo>
                    <a:cubicBezTo>
                      <a:pt x="24" y="5"/>
                      <a:pt x="19" y="0"/>
                      <a:pt x="12" y="0"/>
                    </a:cubicBezTo>
                    <a:cubicBezTo>
                      <a:pt x="5" y="0"/>
                      <a:pt x="0" y="5"/>
                      <a:pt x="0" y="12"/>
                    </a:cubicBezTo>
                    <a:cubicBezTo>
                      <a:pt x="0" y="19"/>
                      <a:pt x="5" y="24"/>
                      <a:pt x="12" y="24"/>
                    </a:cubicBezTo>
                    <a:cubicBezTo>
                      <a:pt x="19" y="24"/>
                      <a:pt x="24" y="19"/>
                      <a:pt x="24" y="12"/>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0" name="Oval 13"/>
              <p:cNvSpPr>
                <a:spLocks noChangeArrowheads="1"/>
              </p:cNvSpPr>
              <p:nvPr/>
            </p:nvSpPr>
            <p:spPr bwMode="auto">
              <a:xfrm>
                <a:off x="1859065"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1" name="Freeform 14"/>
              <p:cNvSpPr>
                <a:spLocks noEditPoints="1"/>
              </p:cNvSpPr>
              <p:nvPr/>
            </p:nvSpPr>
            <p:spPr bwMode="auto">
              <a:xfrm>
                <a:off x="1797771"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2" name="Freeform 15"/>
              <p:cNvSpPr>
                <a:spLocks noEditPoints="1"/>
              </p:cNvSpPr>
              <p:nvPr/>
            </p:nvSpPr>
            <p:spPr bwMode="auto">
              <a:xfrm>
                <a:off x="1920359" y="1634143"/>
                <a:ext cx="51967" cy="53299"/>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3" name="Oval 16"/>
              <p:cNvSpPr>
                <a:spLocks noChangeArrowheads="1"/>
              </p:cNvSpPr>
              <p:nvPr/>
            </p:nvSpPr>
            <p:spPr bwMode="auto">
              <a:xfrm>
                <a:off x="1937682"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 name="Group 4"/>
            <p:cNvGrpSpPr/>
            <p:nvPr/>
          </p:nvGrpSpPr>
          <p:grpSpPr>
            <a:xfrm>
              <a:off x="3104088" y="817980"/>
              <a:ext cx="473986" cy="476875"/>
              <a:chOff x="2330764" y="1579511"/>
              <a:chExt cx="218527" cy="219859"/>
            </a:xfrm>
            <a:grpFill/>
          </p:grpSpPr>
          <p:sp>
            <p:nvSpPr>
              <p:cNvPr id="454" name="Freeform 17"/>
              <p:cNvSpPr>
                <a:spLocks noEditPoints="1"/>
              </p:cNvSpPr>
              <p:nvPr/>
            </p:nvSpPr>
            <p:spPr bwMode="auto">
              <a:xfrm>
                <a:off x="2330764" y="1579511"/>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9 w 100"/>
                  <a:gd name="T13" fmla="*/ 25 h 100"/>
                  <a:gd name="T14" fmla="*/ 79 w 100"/>
                  <a:gd name="T15" fmla="*/ 31 h 100"/>
                  <a:gd name="T16" fmla="*/ 68 w 100"/>
                  <a:gd name="T17" fmla="*/ 24 h 100"/>
                  <a:gd name="T18" fmla="*/ 57 w 100"/>
                  <a:gd name="T19" fmla="*/ 33 h 100"/>
                  <a:gd name="T20" fmla="*/ 43 w 100"/>
                  <a:gd name="T21" fmla="*/ 33 h 100"/>
                  <a:gd name="T22" fmla="*/ 32 w 100"/>
                  <a:gd name="T23" fmla="*/ 24 h 100"/>
                  <a:gd name="T24" fmla="*/ 21 w 100"/>
                  <a:gd name="T25" fmla="*/ 31 h 100"/>
                  <a:gd name="T26" fmla="*/ 11 w 100"/>
                  <a:gd name="T27" fmla="*/ 25 h 100"/>
                  <a:gd name="T28" fmla="*/ 50 w 100"/>
                  <a:gd name="T29" fmla="*/ 4 h 100"/>
                  <a:gd name="T30" fmla="*/ 76 w 100"/>
                  <a:gd name="T31" fmla="*/ 36 h 100"/>
                  <a:gd name="T32" fmla="*/ 68 w 100"/>
                  <a:gd name="T33" fmla="*/ 44 h 100"/>
                  <a:gd name="T34" fmla="*/ 60 w 100"/>
                  <a:gd name="T35" fmla="*/ 36 h 100"/>
                  <a:gd name="T36" fmla="*/ 68 w 100"/>
                  <a:gd name="T37" fmla="*/ 28 h 100"/>
                  <a:gd name="T38" fmla="*/ 76 w 100"/>
                  <a:gd name="T39" fmla="*/ 36 h 100"/>
                  <a:gd name="T40" fmla="*/ 40 w 100"/>
                  <a:gd name="T41" fmla="*/ 36 h 100"/>
                  <a:gd name="T42" fmla="*/ 32 w 100"/>
                  <a:gd name="T43" fmla="*/ 44 h 100"/>
                  <a:gd name="T44" fmla="*/ 24 w 100"/>
                  <a:gd name="T45" fmla="*/ 36 h 100"/>
                  <a:gd name="T46" fmla="*/ 32 w 100"/>
                  <a:gd name="T47" fmla="*/ 28 h 100"/>
                  <a:gd name="T48" fmla="*/ 40 w 100"/>
                  <a:gd name="T49" fmla="*/ 36 h 100"/>
                  <a:gd name="T50" fmla="*/ 50 w 100"/>
                  <a:gd name="T51" fmla="*/ 96 h 100"/>
                  <a:gd name="T52" fmla="*/ 4 w 100"/>
                  <a:gd name="T53" fmla="*/ 50 h 100"/>
                  <a:gd name="T54" fmla="*/ 9 w 100"/>
                  <a:gd name="T55" fmla="*/ 28 h 100"/>
                  <a:gd name="T56" fmla="*/ 20 w 100"/>
                  <a:gd name="T57" fmla="*/ 35 h 100"/>
                  <a:gd name="T58" fmla="*/ 20 w 100"/>
                  <a:gd name="T59" fmla="*/ 36 h 100"/>
                  <a:gd name="T60" fmla="*/ 32 w 100"/>
                  <a:gd name="T61" fmla="*/ 48 h 100"/>
                  <a:gd name="T62" fmla="*/ 44 w 100"/>
                  <a:gd name="T63" fmla="*/ 37 h 100"/>
                  <a:gd name="T64" fmla="*/ 56 w 100"/>
                  <a:gd name="T65" fmla="*/ 37 h 100"/>
                  <a:gd name="T66" fmla="*/ 68 w 100"/>
                  <a:gd name="T67" fmla="*/ 48 h 100"/>
                  <a:gd name="T68" fmla="*/ 80 w 100"/>
                  <a:gd name="T69" fmla="*/ 36 h 100"/>
                  <a:gd name="T70" fmla="*/ 80 w 100"/>
                  <a:gd name="T71" fmla="*/ 35 h 100"/>
                  <a:gd name="T72" fmla="*/ 91 w 100"/>
                  <a:gd name="T73" fmla="*/ 28 h 100"/>
                  <a:gd name="T74" fmla="*/ 96 w 100"/>
                  <a:gd name="T75" fmla="*/ 50 h 100"/>
                  <a:gd name="T76" fmla="*/ 50 w 100"/>
                  <a:gd name="T77"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0" h="100">
                    <a:moveTo>
                      <a:pt x="50" y="0"/>
                    </a:moveTo>
                    <a:cubicBezTo>
                      <a:pt x="22" y="0"/>
                      <a:pt x="0" y="22"/>
                      <a:pt x="0" y="50"/>
                    </a:cubicBezTo>
                    <a:cubicBezTo>
                      <a:pt x="0" y="77"/>
                      <a:pt x="22" y="100"/>
                      <a:pt x="50" y="100"/>
                    </a:cubicBezTo>
                    <a:cubicBezTo>
                      <a:pt x="78" y="100"/>
                      <a:pt x="100" y="77"/>
                      <a:pt x="100" y="50"/>
                    </a:cubicBezTo>
                    <a:cubicBezTo>
                      <a:pt x="100" y="22"/>
                      <a:pt x="78" y="0"/>
                      <a:pt x="50" y="0"/>
                    </a:cubicBezTo>
                    <a:close/>
                    <a:moveTo>
                      <a:pt x="50" y="4"/>
                    </a:moveTo>
                    <a:cubicBezTo>
                      <a:pt x="66" y="4"/>
                      <a:pt x="80" y="12"/>
                      <a:pt x="89" y="25"/>
                    </a:cubicBezTo>
                    <a:cubicBezTo>
                      <a:pt x="79" y="31"/>
                      <a:pt x="79" y="31"/>
                      <a:pt x="79" y="31"/>
                    </a:cubicBezTo>
                    <a:cubicBezTo>
                      <a:pt x="77" y="27"/>
                      <a:pt x="73" y="24"/>
                      <a:pt x="68" y="24"/>
                    </a:cubicBezTo>
                    <a:cubicBezTo>
                      <a:pt x="63" y="24"/>
                      <a:pt x="58" y="29"/>
                      <a:pt x="57" y="33"/>
                    </a:cubicBezTo>
                    <a:cubicBezTo>
                      <a:pt x="43" y="33"/>
                      <a:pt x="43" y="33"/>
                      <a:pt x="43" y="33"/>
                    </a:cubicBezTo>
                    <a:cubicBezTo>
                      <a:pt x="42" y="29"/>
                      <a:pt x="37" y="24"/>
                      <a:pt x="32" y="24"/>
                    </a:cubicBezTo>
                    <a:cubicBezTo>
                      <a:pt x="27" y="24"/>
                      <a:pt x="23" y="27"/>
                      <a:pt x="21" y="31"/>
                    </a:cubicBezTo>
                    <a:cubicBezTo>
                      <a:pt x="11" y="25"/>
                      <a:pt x="11" y="25"/>
                      <a:pt x="11" y="25"/>
                    </a:cubicBezTo>
                    <a:cubicBezTo>
                      <a:pt x="20" y="12"/>
                      <a:pt x="34" y="4"/>
                      <a:pt x="50" y="4"/>
                    </a:cubicBezTo>
                    <a:close/>
                    <a:moveTo>
                      <a:pt x="76" y="36"/>
                    </a:moveTo>
                    <a:cubicBezTo>
                      <a:pt x="76" y="40"/>
                      <a:pt x="72" y="44"/>
                      <a:pt x="68" y="44"/>
                    </a:cubicBezTo>
                    <a:cubicBezTo>
                      <a:pt x="64" y="44"/>
                      <a:pt x="60" y="40"/>
                      <a:pt x="60" y="36"/>
                    </a:cubicBezTo>
                    <a:cubicBezTo>
                      <a:pt x="60" y="31"/>
                      <a:pt x="64" y="28"/>
                      <a:pt x="68" y="28"/>
                    </a:cubicBezTo>
                    <a:cubicBezTo>
                      <a:pt x="72" y="28"/>
                      <a:pt x="76" y="31"/>
                      <a:pt x="76" y="36"/>
                    </a:cubicBezTo>
                    <a:close/>
                    <a:moveTo>
                      <a:pt x="40" y="36"/>
                    </a:moveTo>
                    <a:cubicBezTo>
                      <a:pt x="40" y="40"/>
                      <a:pt x="36" y="44"/>
                      <a:pt x="32" y="44"/>
                    </a:cubicBezTo>
                    <a:cubicBezTo>
                      <a:pt x="28" y="44"/>
                      <a:pt x="24" y="40"/>
                      <a:pt x="24" y="36"/>
                    </a:cubicBezTo>
                    <a:cubicBezTo>
                      <a:pt x="24" y="31"/>
                      <a:pt x="28" y="28"/>
                      <a:pt x="32" y="28"/>
                    </a:cubicBezTo>
                    <a:cubicBezTo>
                      <a:pt x="36" y="28"/>
                      <a:pt x="40" y="31"/>
                      <a:pt x="40" y="36"/>
                    </a:cubicBezTo>
                    <a:close/>
                    <a:moveTo>
                      <a:pt x="50" y="96"/>
                    </a:moveTo>
                    <a:cubicBezTo>
                      <a:pt x="25" y="96"/>
                      <a:pt x="4" y="75"/>
                      <a:pt x="4" y="50"/>
                    </a:cubicBezTo>
                    <a:cubicBezTo>
                      <a:pt x="4" y="42"/>
                      <a:pt x="6" y="35"/>
                      <a:pt x="9" y="28"/>
                    </a:cubicBezTo>
                    <a:cubicBezTo>
                      <a:pt x="20" y="35"/>
                      <a:pt x="20" y="35"/>
                      <a:pt x="20" y="35"/>
                    </a:cubicBezTo>
                    <a:cubicBezTo>
                      <a:pt x="20" y="35"/>
                      <a:pt x="20" y="35"/>
                      <a:pt x="20" y="36"/>
                    </a:cubicBezTo>
                    <a:cubicBezTo>
                      <a:pt x="20" y="42"/>
                      <a:pt x="25" y="48"/>
                      <a:pt x="32" y="48"/>
                    </a:cubicBezTo>
                    <a:cubicBezTo>
                      <a:pt x="39" y="48"/>
                      <a:pt x="44" y="41"/>
                      <a:pt x="44" y="37"/>
                    </a:cubicBezTo>
                    <a:cubicBezTo>
                      <a:pt x="56" y="37"/>
                      <a:pt x="56" y="37"/>
                      <a:pt x="56" y="37"/>
                    </a:cubicBezTo>
                    <a:cubicBezTo>
                      <a:pt x="56" y="41"/>
                      <a:pt x="61" y="48"/>
                      <a:pt x="68" y="48"/>
                    </a:cubicBezTo>
                    <a:cubicBezTo>
                      <a:pt x="75" y="48"/>
                      <a:pt x="80" y="43"/>
                      <a:pt x="80" y="36"/>
                    </a:cubicBezTo>
                    <a:cubicBezTo>
                      <a:pt x="80" y="36"/>
                      <a:pt x="80" y="35"/>
                      <a:pt x="80" y="35"/>
                    </a:cubicBezTo>
                    <a:cubicBezTo>
                      <a:pt x="91" y="28"/>
                      <a:pt x="91" y="28"/>
                      <a:pt x="91" y="28"/>
                    </a:cubicBezTo>
                    <a:cubicBezTo>
                      <a:pt x="94" y="35"/>
                      <a:pt x="96" y="42"/>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5" name="Oval 18"/>
              <p:cNvSpPr>
                <a:spLocks noChangeArrowheads="1"/>
              </p:cNvSpPr>
              <p:nvPr/>
            </p:nvSpPr>
            <p:spPr bwMode="auto">
              <a:xfrm>
                <a:off x="2392058" y="165013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6" name="Oval 19"/>
              <p:cNvSpPr>
                <a:spLocks noChangeArrowheads="1"/>
              </p:cNvSpPr>
              <p:nvPr/>
            </p:nvSpPr>
            <p:spPr bwMode="auto">
              <a:xfrm>
                <a:off x="2470675" y="165013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7" name="Freeform 20"/>
              <p:cNvSpPr>
                <a:spLocks noEditPoints="1"/>
              </p:cNvSpPr>
              <p:nvPr/>
            </p:nvSpPr>
            <p:spPr bwMode="auto">
              <a:xfrm>
                <a:off x="2417376" y="1711427"/>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5"/>
                      <a:pt x="4" y="20"/>
                      <a:pt x="10" y="20"/>
                    </a:cubicBezTo>
                    <a:cubicBezTo>
                      <a:pt x="16" y="20"/>
                      <a:pt x="20" y="15"/>
                      <a:pt x="20" y="10"/>
                    </a:cubicBezTo>
                    <a:cubicBezTo>
                      <a:pt x="20" y="4"/>
                      <a:pt x="16" y="0"/>
                      <a:pt x="10" y="0"/>
                    </a:cubicBezTo>
                    <a:close/>
                    <a:moveTo>
                      <a:pt x="10" y="16"/>
                    </a:moveTo>
                    <a:cubicBezTo>
                      <a:pt x="7" y="16"/>
                      <a:pt x="4" y="13"/>
                      <a:pt x="4" y="10"/>
                    </a:cubicBezTo>
                    <a:cubicBezTo>
                      <a:pt x="4" y="6"/>
                      <a:pt x="7" y="4"/>
                      <a:pt x="10" y="4"/>
                    </a:cubicBezTo>
                    <a:cubicBezTo>
                      <a:pt x="13" y="4"/>
                      <a:pt x="16" y="6"/>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 name="Group 5"/>
            <p:cNvGrpSpPr/>
            <p:nvPr/>
          </p:nvGrpSpPr>
          <p:grpSpPr>
            <a:xfrm>
              <a:off x="1574717" y="245562"/>
              <a:ext cx="218527" cy="218527"/>
              <a:chOff x="2863757" y="1582176"/>
              <a:chExt cx="218527" cy="218527"/>
            </a:xfrm>
            <a:grpFill/>
          </p:grpSpPr>
          <p:sp>
            <p:nvSpPr>
              <p:cNvPr id="451" name="Oval 450"/>
              <p:cNvSpPr>
                <a:spLocks noChangeArrowheads="1"/>
              </p:cNvSpPr>
              <p:nvPr/>
            </p:nvSpPr>
            <p:spPr bwMode="auto">
              <a:xfrm>
                <a:off x="3003668"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2" name="Oval 451"/>
              <p:cNvSpPr>
                <a:spLocks noChangeArrowheads="1"/>
              </p:cNvSpPr>
              <p:nvPr/>
            </p:nvSpPr>
            <p:spPr bwMode="auto">
              <a:xfrm>
                <a:off x="2925051"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3" name="Freeform 452"/>
              <p:cNvSpPr>
                <a:spLocks noEditPoints="1"/>
              </p:cNvSpPr>
              <p:nvPr/>
            </p:nvSpPr>
            <p:spPr bwMode="auto">
              <a:xfrm>
                <a:off x="2863757"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7" y="100"/>
                      <a:pt x="100" y="78"/>
                      <a:pt x="100" y="50"/>
                    </a:cubicBezTo>
                    <a:cubicBezTo>
                      <a:pt x="100" y="22"/>
                      <a:pt x="77" y="0"/>
                      <a:pt x="50" y="0"/>
                    </a:cubicBezTo>
                    <a:close/>
                    <a:moveTo>
                      <a:pt x="50" y="96"/>
                    </a:moveTo>
                    <a:cubicBezTo>
                      <a:pt x="24" y="96"/>
                      <a:pt x="4" y="75"/>
                      <a:pt x="4" y="50"/>
                    </a:cubicBezTo>
                    <a:cubicBezTo>
                      <a:pt x="4" y="25"/>
                      <a:pt x="24"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7" name="Group 6"/>
            <p:cNvGrpSpPr/>
            <p:nvPr/>
          </p:nvGrpSpPr>
          <p:grpSpPr>
            <a:xfrm>
              <a:off x="3396750" y="1582176"/>
              <a:ext cx="218527" cy="218527"/>
              <a:chOff x="3396750" y="1582176"/>
              <a:chExt cx="218527" cy="218527"/>
            </a:xfrm>
            <a:grpFill/>
          </p:grpSpPr>
          <p:sp>
            <p:nvSpPr>
              <p:cNvPr id="447" name="Rectangle 24"/>
              <p:cNvSpPr>
                <a:spLocks noChangeArrowheads="1"/>
              </p:cNvSpPr>
              <p:nvPr/>
            </p:nvSpPr>
            <p:spPr bwMode="auto">
              <a:xfrm>
                <a:off x="3466039" y="1731414"/>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8" name="Oval 25"/>
              <p:cNvSpPr>
                <a:spLocks noChangeArrowheads="1"/>
              </p:cNvSpPr>
              <p:nvPr/>
            </p:nvSpPr>
            <p:spPr bwMode="auto">
              <a:xfrm>
                <a:off x="3458044"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9" name="Freeform 26"/>
              <p:cNvSpPr>
                <a:spLocks noEditPoints="1"/>
              </p:cNvSpPr>
              <p:nvPr/>
            </p:nvSpPr>
            <p:spPr bwMode="auto">
              <a:xfrm>
                <a:off x="3396750"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0" name="Oval 27"/>
              <p:cNvSpPr>
                <a:spLocks noChangeArrowheads="1"/>
              </p:cNvSpPr>
              <p:nvPr/>
            </p:nvSpPr>
            <p:spPr bwMode="auto">
              <a:xfrm>
                <a:off x="3536661"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8" name="Group 7"/>
            <p:cNvGrpSpPr/>
            <p:nvPr/>
          </p:nvGrpSpPr>
          <p:grpSpPr>
            <a:xfrm>
              <a:off x="155707" y="1147908"/>
              <a:ext cx="218527" cy="218527"/>
              <a:chOff x="3929743" y="1582176"/>
              <a:chExt cx="218527" cy="218527"/>
            </a:xfrm>
            <a:grpFill/>
          </p:grpSpPr>
          <p:sp>
            <p:nvSpPr>
              <p:cNvPr id="443" name="Freeform 28"/>
              <p:cNvSpPr>
                <a:spLocks/>
              </p:cNvSpPr>
              <p:nvPr/>
            </p:nvSpPr>
            <p:spPr bwMode="auto">
              <a:xfrm>
                <a:off x="3991038" y="1722087"/>
                <a:ext cx="95939" cy="26650"/>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4" name="Oval 29"/>
              <p:cNvSpPr>
                <a:spLocks noChangeArrowheads="1"/>
              </p:cNvSpPr>
              <p:nvPr/>
            </p:nvSpPr>
            <p:spPr bwMode="auto">
              <a:xfrm>
                <a:off x="3991038"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5" name="Freeform 30"/>
              <p:cNvSpPr>
                <a:spLocks noEditPoints="1"/>
              </p:cNvSpPr>
              <p:nvPr/>
            </p:nvSpPr>
            <p:spPr bwMode="auto">
              <a:xfrm>
                <a:off x="3929743"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6" name="Oval 31"/>
              <p:cNvSpPr>
                <a:spLocks noChangeArrowheads="1"/>
              </p:cNvSpPr>
              <p:nvPr/>
            </p:nvSpPr>
            <p:spPr bwMode="auto">
              <a:xfrm>
                <a:off x="4069654"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 name="Group 8"/>
            <p:cNvGrpSpPr/>
            <p:nvPr/>
          </p:nvGrpSpPr>
          <p:grpSpPr>
            <a:xfrm>
              <a:off x="6828906" y="3733030"/>
              <a:ext cx="218527" cy="218527"/>
              <a:chOff x="4462736" y="1582176"/>
              <a:chExt cx="218527" cy="218527"/>
            </a:xfrm>
            <a:grpFill/>
          </p:grpSpPr>
          <p:sp>
            <p:nvSpPr>
              <p:cNvPr id="439" name="Freeform 32"/>
              <p:cNvSpPr>
                <a:spLocks/>
              </p:cNvSpPr>
              <p:nvPr/>
            </p:nvSpPr>
            <p:spPr bwMode="auto">
              <a:xfrm>
                <a:off x="4524031" y="1722087"/>
                <a:ext cx="95939" cy="26650"/>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0" name="Oval 33"/>
              <p:cNvSpPr>
                <a:spLocks noChangeArrowheads="1"/>
              </p:cNvSpPr>
              <p:nvPr/>
            </p:nvSpPr>
            <p:spPr bwMode="auto">
              <a:xfrm>
                <a:off x="4602648" y="166079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1" name="Oval 34"/>
              <p:cNvSpPr>
                <a:spLocks noChangeArrowheads="1"/>
              </p:cNvSpPr>
              <p:nvPr/>
            </p:nvSpPr>
            <p:spPr bwMode="auto">
              <a:xfrm>
                <a:off x="4524031" y="166079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2" name="Freeform 35"/>
              <p:cNvSpPr>
                <a:spLocks noEditPoints="1"/>
              </p:cNvSpPr>
              <p:nvPr/>
            </p:nvSpPr>
            <p:spPr bwMode="auto">
              <a:xfrm>
                <a:off x="4462736"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 name="Group 9"/>
            <p:cNvGrpSpPr/>
            <p:nvPr/>
          </p:nvGrpSpPr>
          <p:grpSpPr>
            <a:xfrm>
              <a:off x="4221164" y="161006"/>
              <a:ext cx="218527" cy="218527"/>
              <a:chOff x="4995729" y="1582176"/>
              <a:chExt cx="218527" cy="218527"/>
            </a:xfrm>
            <a:grpFill/>
          </p:grpSpPr>
          <p:sp>
            <p:nvSpPr>
              <p:cNvPr id="435" name="Freeform 36"/>
              <p:cNvSpPr>
                <a:spLocks noEditPoints="1"/>
              </p:cNvSpPr>
              <p:nvPr/>
            </p:nvSpPr>
            <p:spPr bwMode="auto">
              <a:xfrm>
                <a:off x="5083673" y="1714092"/>
                <a:ext cx="42639" cy="42639"/>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6" name="Oval 37"/>
              <p:cNvSpPr>
                <a:spLocks noChangeArrowheads="1"/>
              </p:cNvSpPr>
              <p:nvPr/>
            </p:nvSpPr>
            <p:spPr bwMode="auto">
              <a:xfrm>
                <a:off x="5057024"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7" name="Freeform 38"/>
              <p:cNvSpPr>
                <a:spLocks noEditPoints="1"/>
              </p:cNvSpPr>
              <p:nvPr/>
            </p:nvSpPr>
            <p:spPr bwMode="auto">
              <a:xfrm>
                <a:off x="4995729"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8" name="Oval 39"/>
              <p:cNvSpPr>
                <a:spLocks noChangeArrowheads="1"/>
              </p:cNvSpPr>
              <p:nvPr/>
            </p:nvSpPr>
            <p:spPr bwMode="auto">
              <a:xfrm>
                <a:off x="5135641"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 name="Group 10"/>
            <p:cNvGrpSpPr/>
            <p:nvPr/>
          </p:nvGrpSpPr>
          <p:grpSpPr>
            <a:xfrm>
              <a:off x="5528723" y="1578179"/>
              <a:ext cx="218527" cy="218527"/>
              <a:chOff x="5528723" y="1578179"/>
              <a:chExt cx="218527" cy="218527"/>
            </a:xfrm>
            <a:grpFill/>
          </p:grpSpPr>
          <p:sp>
            <p:nvSpPr>
              <p:cNvPr id="431" name="Oval 40"/>
              <p:cNvSpPr>
                <a:spLocks noChangeArrowheads="1"/>
              </p:cNvSpPr>
              <p:nvPr/>
            </p:nvSpPr>
            <p:spPr bwMode="auto">
              <a:xfrm>
                <a:off x="5590017" y="164746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2" name="Freeform 41"/>
              <p:cNvSpPr>
                <a:spLocks noEditPoints="1"/>
              </p:cNvSpPr>
              <p:nvPr/>
            </p:nvSpPr>
            <p:spPr bwMode="auto">
              <a:xfrm>
                <a:off x="5599345" y="1708762"/>
                <a:ext cx="78617" cy="43972"/>
              </a:xfrm>
              <a:custGeom>
                <a:avLst/>
                <a:gdLst>
                  <a:gd name="T0" fmla="*/ 18 w 36"/>
                  <a:gd name="T1" fmla="*/ 0 h 20"/>
                  <a:gd name="T2" fmla="*/ 0 w 36"/>
                  <a:gd name="T3" fmla="*/ 10 h 20"/>
                  <a:gd name="T4" fmla="*/ 18 w 36"/>
                  <a:gd name="T5" fmla="*/ 20 h 20"/>
                  <a:gd name="T6" fmla="*/ 36 w 36"/>
                  <a:gd name="T7" fmla="*/ 10 h 20"/>
                  <a:gd name="T8" fmla="*/ 18 w 36"/>
                  <a:gd name="T9" fmla="*/ 0 h 20"/>
                  <a:gd name="T10" fmla="*/ 18 w 36"/>
                  <a:gd name="T11" fmla="*/ 16 h 20"/>
                  <a:gd name="T12" fmla="*/ 4 w 36"/>
                  <a:gd name="T13" fmla="*/ 10 h 20"/>
                  <a:gd name="T14" fmla="*/ 18 w 36"/>
                  <a:gd name="T15" fmla="*/ 4 h 20"/>
                  <a:gd name="T16" fmla="*/ 32 w 36"/>
                  <a:gd name="T17" fmla="*/ 10 h 20"/>
                  <a:gd name="T18" fmla="*/ 18 w 36"/>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0">
                    <a:moveTo>
                      <a:pt x="18" y="0"/>
                    </a:moveTo>
                    <a:cubicBezTo>
                      <a:pt x="8" y="0"/>
                      <a:pt x="0" y="5"/>
                      <a:pt x="0" y="10"/>
                    </a:cubicBezTo>
                    <a:cubicBezTo>
                      <a:pt x="0" y="16"/>
                      <a:pt x="8" y="20"/>
                      <a:pt x="18" y="20"/>
                    </a:cubicBezTo>
                    <a:cubicBezTo>
                      <a:pt x="28" y="20"/>
                      <a:pt x="36" y="16"/>
                      <a:pt x="36" y="10"/>
                    </a:cubicBezTo>
                    <a:cubicBezTo>
                      <a:pt x="36" y="5"/>
                      <a:pt x="28" y="0"/>
                      <a:pt x="18" y="0"/>
                    </a:cubicBezTo>
                    <a:close/>
                    <a:moveTo>
                      <a:pt x="18" y="16"/>
                    </a:moveTo>
                    <a:cubicBezTo>
                      <a:pt x="10" y="16"/>
                      <a:pt x="4" y="13"/>
                      <a:pt x="4" y="10"/>
                    </a:cubicBezTo>
                    <a:cubicBezTo>
                      <a:pt x="4" y="7"/>
                      <a:pt x="10" y="4"/>
                      <a:pt x="18" y="4"/>
                    </a:cubicBezTo>
                    <a:cubicBezTo>
                      <a:pt x="26" y="4"/>
                      <a:pt x="32" y="7"/>
                      <a:pt x="32" y="10"/>
                    </a:cubicBezTo>
                    <a:cubicBezTo>
                      <a:pt x="32" y="13"/>
                      <a:pt x="26" y="16"/>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3" name="Freeform 42"/>
              <p:cNvSpPr>
                <a:spLocks noEditPoints="1"/>
              </p:cNvSpPr>
              <p:nvPr/>
            </p:nvSpPr>
            <p:spPr bwMode="auto">
              <a:xfrm>
                <a:off x="5528723" y="1578179"/>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4" name="Oval 43"/>
              <p:cNvSpPr>
                <a:spLocks noChangeArrowheads="1"/>
              </p:cNvSpPr>
              <p:nvPr/>
            </p:nvSpPr>
            <p:spPr bwMode="auto">
              <a:xfrm>
                <a:off x="5668634" y="164746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 name="Group 11"/>
            <p:cNvGrpSpPr/>
            <p:nvPr/>
          </p:nvGrpSpPr>
          <p:grpSpPr>
            <a:xfrm>
              <a:off x="6131671" y="245562"/>
              <a:ext cx="218527" cy="218527"/>
              <a:chOff x="6061716" y="1582176"/>
              <a:chExt cx="218527" cy="218527"/>
            </a:xfrm>
            <a:grpFill/>
          </p:grpSpPr>
          <p:sp>
            <p:nvSpPr>
              <p:cNvPr id="427" name="Freeform 44"/>
              <p:cNvSpPr>
                <a:spLocks/>
              </p:cNvSpPr>
              <p:nvPr/>
            </p:nvSpPr>
            <p:spPr bwMode="auto">
              <a:xfrm>
                <a:off x="6132338" y="1722087"/>
                <a:ext cx="78617" cy="26650"/>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8" name="Rectangle 45"/>
              <p:cNvSpPr>
                <a:spLocks noChangeArrowheads="1"/>
              </p:cNvSpPr>
              <p:nvPr/>
            </p:nvSpPr>
            <p:spPr bwMode="auto">
              <a:xfrm>
                <a:off x="6123010" y="1660793"/>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9" name="Oval 46"/>
              <p:cNvSpPr>
                <a:spLocks noChangeArrowheads="1"/>
              </p:cNvSpPr>
              <p:nvPr/>
            </p:nvSpPr>
            <p:spPr bwMode="auto">
              <a:xfrm>
                <a:off x="6201627"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0" name="Freeform 47"/>
              <p:cNvSpPr>
                <a:spLocks noEditPoints="1"/>
              </p:cNvSpPr>
              <p:nvPr/>
            </p:nvSpPr>
            <p:spPr bwMode="auto">
              <a:xfrm>
                <a:off x="6061716"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3" name="Group 12"/>
            <p:cNvGrpSpPr/>
            <p:nvPr/>
          </p:nvGrpSpPr>
          <p:grpSpPr>
            <a:xfrm>
              <a:off x="6986140" y="1302986"/>
              <a:ext cx="382203" cy="382203"/>
              <a:chOff x="6597374" y="1582176"/>
              <a:chExt cx="218527" cy="218527"/>
            </a:xfrm>
            <a:grpFill/>
          </p:grpSpPr>
          <p:sp>
            <p:nvSpPr>
              <p:cNvPr id="423" name="Oval 48"/>
              <p:cNvSpPr>
                <a:spLocks noChangeArrowheads="1"/>
              </p:cNvSpPr>
              <p:nvPr/>
            </p:nvSpPr>
            <p:spPr bwMode="auto">
              <a:xfrm>
                <a:off x="6658668"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4" name="Oval 49"/>
              <p:cNvSpPr>
                <a:spLocks noChangeArrowheads="1"/>
              </p:cNvSpPr>
              <p:nvPr/>
            </p:nvSpPr>
            <p:spPr bwMode="auto">
              <a:xfrm>
                <a:off x="6737285"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5" name="Freeform 50"/>
              <p:cNvSpPr>
                <a:spLocks noEditPoints="1"/>
              </p:cNvSpPr>
              <p:nvPr/>
            </p:nvSpPr>
            <p:spPr bwMode="auto">
              <a:xfrm>
                <a:off x="6597374"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3" y="0"/>
                      <a:pt x="0" y="22"/>
                      <a:pt x="0" y="50"/>
                    </a:cubicBezTo>
                    <a:cubicBezTo>
                      <a:pt x="0" y="78"/>
                      <a:pt x="23"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6" y="4"/>
                      <a:pt x="96" y="25"/>
                      <a:pt x="96" y="50"/>
                    </a:cubicBezTo>
                    <a:cubicBezTo>
                      <a:pt x="96" y="75"/>
                      <a:pt x="76"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6" name="Freeform 51"/>
              <p:cNvSpPr>
                <a:spLocks noEditPoints="1"/>
              </p:cNvSpPr>
              <p:nvPr/>
            </p:nvSpPr>
            <p:spPr bwMode="auto">
              <a:xfrm>
                <a:off x="6641346" y="1714092"/>
                <a:ext cx="130583" cy="51966"/>
              </a:xfrm>
              <a:custGeom>
                <a:avLst/>
                <a:gdLst>
                  <a:gd name="T0" fmla="*/ 30 w 60"/>
                  <a:gd name="T1" fmla="*/ 24 h 24"/>
                  <a:gd name="T2" fmla="*/ 60 w 60"/>
                  <a:gd name="T3" fmla="*/ 0 h 24"/>
                  <a:gd name="T4" fmla="*/ 0 w 60"/>
                  <a:gd name="T5" fmla="*/ 0 h 24"/>
                  <a:gd name="T6" fmla="*/ 30 w 60"/>
                  <a:gd name="T7" fmla="*/ 24 h 24"/>
                  <a:gd name="T8" fmla="*/ 30 w 60"/>
                  <a:gd name="T9" fmla="*/ 20 h 24"/>
                  <a:gd name="T10" fmla="*/ 6 w 60"/>
                  <a:gd name="T11" fmla="*/ 4 h 24"/>
                  <a:gd name="T12" fmla="*/ 55 w 60"/>
                  <a:gd name="T13" fmla="*/ 4 h 24"/>
                  <a:gd name="T14" fmla="*/ 30 w 60"/>
                  <a:gd name="T15" fmla="*/ 2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24">
                    <a:moveTo>
                      <a:pt x="30" y="24"/>
                    </a:moveTo>
                    <a:cubicBezTo>
                      <a:pt x="56" y="24"/>
                      <a:pt x="60" y="0"/>
                      <a:pt x="60" y="0"/>
                    </a:cubicBezTo>
                    <a:cubicBezTo>
                      <a:pt x="0" y="0"/>
                      <a:pt x="0" y="0"/>
                      <a:pt x="0" y="0"/>
                    </a:cubicBezTo>
                    <a:cubicBezTo>
                      <a:pt x="0" y="0"/>
                      <a:pt x="4" y="24"/>
                      <a:pt x="30" y="24"/>
                    </a:cubicBezTo>
                    <a:close/>
                    <a:moveTo>
                      <a:pt x="30" y="20"/>
                    </a:moveTo>
                    <a:cubicBezTo>
                      <a:pt x="11" y="20"/>
                      <a:pt x="6" y="4"/>
                      <a:pt x="6" y="4"/>
                    </a:cubicBezTo>
                    <a:cubicBezTo>
                      <a:pt x="55" y="4"/>
                      <a:pt x="55" y="4"/>
                      <a:pt x="55" y="4"/>
                    </a:cubicBezTo>
                    <a:cubicBezTo>
                      <a:pt x="55" y="4"/>
                      <a:pt x="50" y="20"/>
                      <a:pt x="3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4" name="Group 13"/>
            <p:cNvGrpSpPr/>
            <p:nvPr/>
          </p:nvGrpSpPr>
          <p:grpSpPr>
            <a:xfrm>
              <a:off x="7632609" y="2123120"/>
              <a:ext cx="218527" cy="218527"/>
              <a:chOff x="7127702" y="1582176"/>
              <a:chExt cx="218527" cy="218527"/>
            </a:xfrm>
            <a:grpFill/>
          </p:grpSpPr>
          <p:sp>
            <p:nvSpPr>
              <p:cNvPr id="419" name="Rectangle 52"/>
              <p:cNvSpPr>
                <a:spLocks noChangeArrowheads="1"/>
              </p:cNvSpPr>
              <p:nvPr/>
            </p:nvSpPr>
            <p:spPr bwMode="auto">
              <a:xfrm>
                <a:off x="7181001" y="1652798"/>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0" name="Rectangle 53"/>
              <p:cNvSpPr>
                <a:spLocks noChangeArrowheads="1"/>
              </p:cNvSpPr>
              <p:nvPr/>
            </p:nvSpPr>
            <p:spPr bwMode="auto">
              <a:xfrm>
                <a:off x="7259618" y="1652798"/>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1" name="Freeform 54"/>
              <p:cNvSpPr>
                <a:spLocks noEditPoints="1"/>
              </p:cNvSpPr>
              <p:nvPr/>
            </p:nvSpPr>
            <p:spPr bwMode="auto">
              <a:xfrm>
                <a:off x="7171674" y="1714092"/>
                <a:ext cx="130583" cy="51966"/>
              </a:xfrm>
              <a:custGeom>
                <a:avLst/>
                <a:gdLst>
                  <a:gd name="T0" fmla="*/ 30 w 60"/>
                  <a:gd name="T1" fmla="*/ 24 h 24"/>
                  <a:gd name="T2" fmla="*/ 60 w 60"/>
                  <a:gd name="T3" fmla="*/ 0 h 24"/>
                  <a:gd name="T4" fmla="*/ 0 w 60"/>
                  <a:gd name="T5" fmla="*/ 0 h 24"/>
                  <a:gd name="T6" fmla="*/ 30 w 60"/>
                  <a:gd name="T7" fmla="*/ 24 h 24"/>
                  <a:gd name="T8" fmla="*/ 30 w 60"/>
                  <a:gd name="T9" fmla="*/ 20 h 24"/>
                  <a:gd name="T10" fmla="*/ 5 w 60"/>
                  <a:gd name="T11" fmla="*/ 4 h 24"/>
                  <a:gd name="T12" fmla="*/ 55 w 60"/>
                  <a:gd name="T13" fmla="*/ 4 h 24"/>
                  <a:gd name="T14" fmla="*/ 30 w 60"/>
                  <a:gd name="T15" fmla="*/ 2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24">
                    <a:moveTo>
                      <a:pt x="30" y="24"/>
                    </a:moveTo>
                    <a:cubicBezTo>
                      <a:pt x="56" y="24"/>
                      <a:pt x="60" y="0"/>
                      <a:pt x="60" y="0"/>
                    </a:cubicBezTo>
                    <a:cubicBezTo>
                      <a:pt x="0" y="0"/>
                      <a:pt x="0" y="0"/>
                      <a:pt x="0" y="0"/>
                    </a:cubicBezTo>
                    <a:cubicBezTo>
                      <a:pt x="0" y="0"/>
                      <a:pt x="4" y="24"/>
                      <a:pt x="30" y="24"/>
                    </a:cubicBezTo>
                    <a:close/>
                    <a:moveTo>
                      <a:pt x="30" y="20"/>
                    </a:moveTo>
                    <a:cubicBezTo>
                      <a:pt x="11" y="20"/>
                      <a:pt x="5" y="4"/>
                      <a:pt x="5" y="4"/>
                    </a:cubicBezTo>
                    <a:cubicBezTo>
                      <a:pt x="55" y="4"/>
                      <a:pt x="55" y="4"/>
                      <a:pt x="55" y="4"/>
                    </a:cubicBezTo>
                    <a:cubicBezTo>
                      <a:pt x="55" y="4"/>
                      <a:pt x="50" y="20"/>
                      <a:pt x="3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2" name="Freeform 55"/>
              <p:cNvSpPr>
                <a:spLocks noEditPoints="1"/>
              </p:cNvSpPr>
              <p:nvPr/>
            </p:nvSpPr>
            <p:spPr bwMode="auto">
              <a:xfrm>
                <a:off x="7127702"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5" name="Group 14"/>
            <p:cNvGrpSpPr/>
            <p:nvPr/>
          </p:nvGrpSpPr>
          <p:grpSpPr>
            <a:xfrm>
              <a:off x="7920440" y="1337989"/>
              <a:ext cx="218527" cy="218527"/>
              <a:chOff x="7660695" y="1582176"/>
              <a:chExt cx="218527" cy="218527"/>
            </a:xfrm>
            <a:grpFill/>
          </p:grpSpPr>
          <p:sp>
            <p:nvSpPr>
              <p:cNvPr id="415" name="Freeform 56"/>
              <p:cNvSpPr>
                <a:spLocks/>
              </p:cNvSpPr>
              <p:nvPr/>
            </p:nvSpPr>
            <p:spPr bwMode="auto">
              <a:xfrm>
                <a:off x="7721989" y="1652798"/>
                <a:ext cx="35977" cy="17322"/>
              </a:xfrm>
              <a:custGeom>
                <a:avLst/>
                <a:gdLst>
                  <a:gd name="T0" fmla="*/ 12 w 16"/>
                  <a:gd name="T1" fmla="*/ 8 h 8"/>
                  <a:gd name="T2" fmla="*/ 16 w 16"/>
                  <a:gd name="T3" fmla="*/ 4 h 8"/>
                  <a:gd name="T4" fmla="*/ 12 w 16"/>
                  <a:gd name="T5" fmla="*/ 0 h 8"/>
                  <a:gd name="T6" fmla="*/ 0 w 16"/>
                  <a:gd name="T7" fmla="*/ 0 h 8"/>
                  <a:gd name="T8" fmla="*/ 0 w 16"/>
                  <a:gd name="T9" fmla="*/ 4 h 8"/>
                  <a:gd name="T10" fmla="*/ 8 w 16"/>
                  <a:gd name="T11" fmla="*/ 4 h 8"/>
                  <a:gd name="T12" fmla="*/ 12 w 16"/>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6" h="8">
                    <a:moveTo>
                      <a:pt x="12" y="8"/>
                    </a:moveTo>
                    <a:cubicBezTo>
                      <a:pt x="14" y="8"/>
                      <a:pt x="16" y="6"/>
                      <a:pt x="16" y="4"/>
                    </a:cubicBezTo>
                    <a:cubicBezTo>
                      <a:pt x="16" y="2"/>
                      <a:pt x="14" y="0"/>
                      <a:pt x="12" y="0"/>
                    </a:cubicBezTo>
                    <a:cubicBezTo>
                      <a:pt x="0" y="0"/>
                      <a:pt x="0" y="0"/>
                      <a:pt x="0" y="0"/>
                    </a:cubicBezTo>
                    <a:cubicBezTo>
                      <a:pt x="0" y="4"/>
                      <a:pt x="0" y="4"/>
                      <a:pt x="0" y="4"/>
                    </a:cubicBezTo>
                    <a:cubicBezTo>
                      <a:pt x="8" y="4"/>
                      <a:pt x="8" y="4"/>
                      <a:pt x="8" y="4"/>
                    </a:cubicBezTo>
                    <a:cubicBezTo>
                      <a:pt x="8" y="4"/>
                      <a:pt x="10"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6" name="Freeform 57"/>
              <p:cNvSpPr>
                <a:spLocks noEditPoints="1"/>
              </p:cNvSpPr>
              <p:nvPr/>
            </p:nvSpPr>
            <p:spPr bwMode="auto">
              <a:xfrm>
                <a:off x="7660695"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7" name="Freeform 58"/>
              <p:cNvSpPr>
                <a:spLocks/>
              </p:cNvSpPr>
              <p:nvPr/>
            </p:nvSpPr>
            <p:spPr bwMode="auto">
              <a:xfrm>
                <a:off x="7731317" y="1722087"/>
                <a:ext cx="78617" cy="26650"/>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8" name="Freeform 59"/>
              <p:cNvSpPr>
                <a:spLocks/>
              </p:cNvSpPr>
              <p:nvPr/>
            </p:nvSpPr>
            <p:spPr bwMode="auto">
              <a:xfrm>
                <a:off x="7783283" y="1652798"/>
                <a:ext cx="34645" cy="17322"/>
              </a:xfrm>
              <a:custGeom>
                <a:avLst/>
                <a:gdLst>
                  <a:gd name="T0" fmla="*/ 12 w 16"/>
                  <a:gd name="T1" fmla="*/ 0 h 8"/>
                  <a:gd name="T2" fmla="*/ 0 w 16"/>
                  <a:gd name="T3" fmla="*/ 0 h 8"/>
                  <a:gd name="T4" fmla="*/ 0 w 16"/>
                  <a:gd name="T5" fmla="*/ 4 h 8"/>
                  <a:gd name="T6" fmla="*/ 8 w 16"/>
                  <a:gd name="T7" fmla="*/ 4 h 8"/>
                  <a:gd name="T8" fmla="*/ 12 w 16"/>
                  <a:gd name="T9" fmla="*/ 8 h 8"/>
                  <a:gd name="T10" fmla="*/ 16 w 16"/>
                  <a:gd name="T11" fmla="*/ 4 h 8"/>
                  <a:gd name="T12" fmla="*/ 12 w 16"/>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6" h="8">
                    <a:moveTo>
                      <a:pt x="12" y="0"/>
                    </a:moveTo>
                    <a:cubicBezTo>
                      <a:pt x="0" y="0"/>
                      <a:pt x="0" y="0"/>
                      <a:pt x="0" y="0"/>
                    </a:cubicBezTo>
                    <a:cubicBezTo>
                      <a:pt x="0" y="4"/>
                      <a:pt x="0" y="4"/>
                      <a:pt x="0" y="4"/>
                    </a:cubicBezTo>
                    <a:cubicBezTo>
                      <a:pt x="8" y="4"/>
                      <a:pt x="8" y="4"/>
                      <a:pt x="8" y="4"/>
                    </a:cubicBezTo>
                    <a:cubicBezTo>
                      <a:pt x="8" y="4"/>
                      <a:pt x="10" y="8"/>
                      <a:pt x="12" y="8"/>
                    </a:cubicBezTo>
                    <a:cubicBezTo>
                      <a:pt x="14" y="8"/>
                      <a:pt x="16" y="6"/>
                      <a:pt x="16" y="4"/>
                    </a:cubicBezTo>
                    <a:cubicBezTo>
                      <a:pt x="16" y="2"/>
                      <a:pt x="14"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6" name="Group 15"/>
            <p:cNvGrpSpPr/>
            <p:nvPr/>
          </p:nvGrpSpPr>
          <p:grpSpPr>
            <a:xfrm>
              <a:off x="549929" y="6210355"/>
              <a:ext cx="218527" cy="218527"/>
              <a:chOff x="1264778" y="2116502"/>
              <a:chExt cx="218527" cy="218527"/>
            </a:xfrm>
            <a:grpFill/>
          </p:grpSpPr>
          <p:sp>
            <p:nvSpPr>
              <p:cNvPr id="411" name="Freeform 60"/>
              <p:cNvSpPr>
                <a:spLocks/>
              </p:cNvSpPr>
              <p:nvPr/>
            </p:nvSpPr>
            <p:spPr bwMode="auto">
              <a:xfrm>
                <a:off x="1395361" y="2177796"/>
                <a:ext cx="34645" cy="26650"/>
              </a:xfrm>
              <a:custGeom>
                <a:avLst/>
                <a:gdLst>
                  <a:gd name="T0" fmla="*/ 0 w 26"/>
                  <a:gd name="T1" fmla="*/ 15 h 20"/>
                  <a:gd name="T2" fmla="*/ 3 w 26"/>
                  <a:gd name="T3" fmla="*/ 20 h 20"/>
                  <a:gd name="T4" fmla="*/ 26 w 26"/>
                  <a:gd name="T5" fmla="*/ 5 h 20"/>
                  <a:gd name="T6" fmla="*/ 23 w 26"/>
                  <a:gd name="T7" fmla="*/ 0 h 20"/>
                  <a:gd name="T8" fmla="*/ 0 w 26"/>
                  <a:gd name="T9" fmla="*/ 15 h 20"/>
                </a:gdLst>
                <a:ahLst/>
                <a:cxnLst>
                  <a:cxn ang="0">
                    <a:pos x="T0" y="T1"/>
                  </a:cxn>
                  <a:cxn ang="0">
                    <a:pos x="T2" y="T3"/>
                  </a:cxn>
                  <a:cxn ang="0">
                    <a:pos x="T4" y="T5"/>
                  </a:cxn>
                  <a:cxn ang="0">
                    <a:pos x="T6" y="T7"/>
                  </a:cxn>
                  <a:cxn ang="0">
                    <a:pos x="T8" y="T9"/>
                  </a:cxn>
                </a:cxnLst>
                <a:rect l="0" t="0" r="r" b="b"/>
                <a:pathLst>
                  <a:path w="26" h="20">
                    <a:moveTo>
                      <a:pt x="0" y="15"/>
                    </a:moveTo>
                    <a:lnTo>
                      <a:pt x="3" y="20"/>
                    </a:lnTo>
                    <a:lnTo>
                      <a:pt x="26" y="5"/>
                    </a:lnTo>
                    <a:lnTo>
                      <a:pt x="23" y="0"/>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2" name="Rectangle 61"/>
              <p:cNvSpPr>
                <a:spLocks noChangeArrowheads="1"/>
              </p:cNvSpPr>
              <p:nvPr/>
            </p:nvSpPr>
            <p:spPr bwMode="auto">
              <a:xfrm>
                <a:off x="1334067"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3" name="Freeform 62"/>
              <p:cNvSpPr>
                <a:spLocks/>
              </p:cNvSpPr>
              <p:nvPr/>
            </p:nvSpPr>
            <p:spPr bwMode="auto">
              <a:xfrm>
                <a:off x="1316745" y="2177796"/>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4" name="Freeform 63"/>
              <p:cNvSpPr>
                <a:spLocks noEditPoints="1"/>
              </p:cNvSpPr>
              <p:nvPr/>
            </p:nvSpPr>
            <p:spPr bwMode="auto">
              <a:xfrm>
                <a:off x="1264778"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7" name="Group 16"/>
            <p:cNvGrpSpPr/>
            <p:nvPr/>
          </p:nvGrpSpPr>
          <p:grpSpPr>
            <a:xfrm>
              <a:off x="1797771" y="2116502"/>
              <a:ext cx="218527" cy="218527"/>
              <a:chOff x="1797771" y="2116502"/>
              <a:chExt cx="218527" cy="218527"/>
            </a:xfrm>
            <a:grpFill/>
          </p:grpSpPr>
          <p:sp>
            <p:nvSpPr>
              <p:cNvPr id="407" name="Rectangle 64"/>
              <p:cNvSpPr>
                <a:spLocks noChangeArrowheads="1"/>
              </p:cNvSpPr>
              <p:nvPr/>
            </p:nvSpPr>
            <p:spPr bwMode="auto">
              <a:xfrm>
                <a:off x="1849738"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8" name="Rectangle 65"/>
              <p:cNvSpPr>
                <a:spLocks noChangeArrowheads="1"/>
              </p:cNvSpPr>
              <p:nvPr/>
            </p:nvSpPr>
            <p:spPr bwMode="auto">
              <a:xfrm>
                <a:off x="1928354"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9" name="Rectangle 66"/>
              <p:cNvSpPr>
                <a:spLocks noChangeArrowheads="1"/>
              </p:cNvSpPr>
              <p:nvPr/>
            </p:nvSpPr>
            <p:spPr bwMode="auto">
              <a:xfrm>
                <a:off x="1867060"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0" name="Freeform 67"/>
              <p:cNvSpPr>
                <a:spLocks noEditPoints="1"/>
              </p:cNvSpPr>
              <p:nvPr/>
            </p:nvSpPr>
            <p:spPr bwMode="auto">
              <a:xfrm>
                <a:off x="1797771"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8" name="Group 17"/>
            <p:cNvGrpSpPr/>
            <p:nvPr/>
          </p:nvGrpSpPr>
          <p:grpSpPr>
            <a:xfrm>
              <a:off x="11477149" y="2626842"/>
              <a:ext cx="218527" cy="218527"/>
              <a:chOff x="2330764" y="2116502"/>
              <a:chExt cx="218527" cy="218527"/>
            </a:xfrm>
            <a:grpFill/>
          </p:grpSpPr>
          <p:sp>
            <p:nvSpPr>
              <p:cNvPr id="403" name="Rectangle 68"/>
              <p:cNvSpPr>
                <a:spLocks noChangeArrowheads="1"/>
              </p:cNvSpPr>
              <p:nvPr/>
            </p:nvSpPr>
            <p:spPr bwMode="auto">
              <a:xfrm>
                <a:off x="2382731"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4" name="Freeform 69"/>
              <p:cNvSpPr>
                <a:spLocks/>
              </p:cNvSpPr>
              <p:nvPr/>
            </p:nvSpPr>
            <p:spPr bwMode="auto">
              <a:xfrm>
                <a:off x="2392058" y="2256413"/>
                <a:ext cx="95939" cy="26650"/>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5" name="Freeform 70"/>
              <p:cNvSpPr>
                <a:spLocks noEditPoints="1"/>
              </p:cNvSpPr>
              <p:nvPr/>
            </p:nvSpPr>
            <p:spPr bwMode="auto">
              <a:xfrm>
                <a:off x="2330764"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6" name="Rectangle 71"/>
              <p:cNvSpPr>
                <a:spLocks noChangeArrowheads="1"/>
              </p:cNvSpPr>
              <p:nvPr/>
            </p:nvSpPr>
            <p:spPr bwMode="auto">
              <a:xfrm>
                <a:off x="2461347"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9" name="Group 18"/>
            <p:cNvGrpSpPr/>
            <p:nvPr/>
          </p:nvGrpSpPr>
          <p:grpSpPr>
            <a:xfrm>
              <a:off x="8486318" y="6291379"/>
              <a:ext cx="218527" cy="218527"/>
              <a:chOff x="2863757" y="2116502"/>
              <a:chExt cx="218527" cy="218527"/>
            </a:xfrm>
            <a:grpFill/>
          </p:grpSpPr>
          <p:sp>
            <p:nvSpPr>
              <p:cNvPr id="399" name="Rectangle 72"/>
              <p:cNvSpPr>
                <a:spLocks noChangeArrowheads="1"/>
              </p:cNvSpPr>
              <p:nvPr/>
            </p:nvSpPr>
            <p:spPr bwMode="auto">
              <a:xfrm>
                <a:off x="2994341"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0" name="Freeform 73"/>
              <p:cNvSpPr>
                <a:spLocks/>
              </p:cNvSpPr>
              <p:nvPr/>
            </p:nvSpPr>
            <p:spPr bwMode="auto">
              <a:xfrm>
                <a:off x="2925051" y="2256413"/>
                <a:ext cx="95939" cy="26650"/>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1" name="Rectangle 74"/>
              <p:cNvSpPr>
                <a:spLocks noChangeArrowheads="1"/>
              </p:cNvSpPr>
              <p:nvPr/>
            </p:nvSpPr>
            <p:spPr bwMode="auto">
              <a:xfrm>
                <a:off x="2915724"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2" name="Freeform 75"/>
              <p:cNvSpPr>
                <a:spLocks noEditPoints="1"/>
              </p:cNvSpPr>
              <p:nvPr/>
            </p:nvSpPr>
            <p:spPr bwMode="auto">
              <a:xfrm>
                <a:off x="2863757"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7" y="100"/>
                      <a:pt x="100" y="78"/>
                      <a:pt x="100" y="50"/>
                    </a:cubicBezTo>
                    <a:cubicBezTo>
                      <a:pt x="100" y="22"/>
                      <a:pt x="77" y="0"/>
                      <a:pt x="50" y="0"/>
                    </a:cubicBezTo>
                    <a:close/>
                    <a:moveTo>
                      <a:pt x="50" y="96"/>
                    </a:moveTo>
                    <a:cubicBezTo>
                      <a:pt x="24" y="96"/>
                      <a:pt x="4" y="75"/>
                      <a:pt x="4" y="50"/>
                    </a:cubicBezTo>
                    <a:cubicBezTo>
                      <a:pt x="4" y="25"/>
                      <a:pt x="24"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0" name="Group 19"/>
            <p:cNvGrpSpPr/>
            <p:nvPr/>
          </p:nvGrpSpPr>
          <p:grpSpPr>
            <a:xfrm>
              <a:off x="10052307" y="1932705"/>
              <a:ext cx="485603" cy="485603"/>
              <a:chOff x="3396750" y="2116502"/>
              <a:chExt cx="218527" cy="218527"/>
            </a:xfrm>
            <a:grpFill/>
          </p:grpSpPr>
          <p:sp>
            <p:nvSpPr>
              <p:cNvPr id="393" name="Freeform 76"/>
              <p:cNvSpPr>
                <a:spLocks/>
              </p:cNvSpPr>
              <p:nvPr/>
            </p:nvSpPr>
            <p:spPr bwMode="auto">
              <a:xfrm>
                <a:off x="3458044" y="2256413"/>
                <a:ext cx="95939" cy="26650"/>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4" name="Oval 77"/>
              <p:cNvSpPr>
                <a:spLocks noChangeArrowheads="1"/>
              </p:cNvSpPr>
              <p:nvPr/>
            </p:nvSpPr>
            <p:spPr bwMode="auto">
              <a:xfrm>
                <a:off x="3458044"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5" name="Freeform 78"/>
              <p:cNvSpPr>
                <a:spLocks/>
              </p:cNvSpPr>
              <p:nvPr/>
            </p:nvSpPr>
            <p:spPr bwMode="auto">
              <a:xfrm>
                <a:off x="3440723" y="2168469"/>
                <a:ext cx="34645" cy="26650"/>
              </a:xfrm>
              <a:custGeom>
                <a:avLst/>
                <a:gdLst>
                  <a:gd name="T0" fmla="*/ 23 w 26"/>
                  <a:gd name="T1" fmla="*/ 0 h 20"/>
                  <a:gd name="T2" fmla="*/ 0 w 26"/>
                  <a:gd name="T3" fmla="*/ 15 h 20"/>
                  <a:gd name="T4" fmla="*/ 3 w 26"/>
                  <a:gd name="T5" fmla="*/ 20 h 20"/>
                  <a:gd name="T6" fmla="*/ 26 w 26"/>
                  <a:gd name="T7" fmla="*/ 5 h 20"/>
                  <a:gd name="T8" fmla="*/ 23 w 26"/>
                  <a:gd name="T9" fmla="*/ 0 h 20"/>
                </a:gdLst>
                <a:ahLst/>
                <a:cxnLst>
                  <a:cxn ang="0">
                    <a:pos x="T0" y="T1"/>
                  </a:cxn>
                  <a:cxn ang="0">
                    <a:pos x="T2" y="T3"/>
                  </a:cxn>
                  <a:cxn ang="0">
                    <a:pos x="T4" y="T5"/>
                  </a:cxn>
                  <a:cxn ang="0">
                    <a:pos x="T6" y="T7"/>
                  </a:cxn>
                  <a:cxn ang="0">
                    <a:pos x="T8" y="T9"/>
                  </a:cxn>
                </a:cxnLst>
                <a:rect l="0" t="0" r="r" b="b"/>
                <a:pathLst>
                  <a:path w="26" h="20">
                    <a:moveTo>
                      <a:pt x="23" y="0"/>
                    </a:moveTo>
                    <a:lnTo>
                      <a:pt x="0" y="15"/>
                    </a:lnTo>
                    <a:lnTo>
                      <a:pt x="3" y="20"/>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6" name="Freeform 79"/>
              <p:cNvSpPr>
                <a:spLocks/>
              </p:cNvSpPr>
              <p:nvPr/>
            </p:nvSpPr>
            <p:spPr bwMode="auto">
              <a:xfrm>
                <a:off x="3536661" y="2168469"/>
                <a:ext cx="34645" cy="26650"/>
              </a:xfrm>
              <a:custGeom>
                <a:avLst/>
                <a:gdLst>
                  <a:gd name="T0" fmla="*/ 0 w 26"/>
                  <a:gd name="T1" fmla="*/ 5 h 20"/>
                  <a:gd name="T2" fmla="*/ 23 w 26"/>
                  <a:gd name="T3" fmla="*/ 20 h 20"/>
                  <a:gd name="T4" fmla="*/ 26 w 26"/>
                  <a:gd name="T5" fmla="*/ 15 h 20"/>
                  <a:gd name="T6" fmla="*/ 3 w 26"/>
                  <a:gd name="T7" fmla="*/ 0 h 20"/>
                  <a:gd name="T8" fmla="*/ 0 w 26"/>
                  <a:gd name="T9" fmla="*/ 5 h 20"/>
                </a:gdLst>
                <a:ahLst/>
                <a:cxnLst>
                  <a:cxn ang="0">
                    <a:pos x="T0" y="T1"/>
                  </a:cxn>
                  <a:cxn ang="0">
                    <a:pos x="T2" y="T3"/>
                  </a:cxn>
                  <a:cxn ang="0">
                    <a:pos x="T4" y="T5"/>
                  </a:cxn>
                  <a:cxn ang="0">
                    <a:pos x="T6" y="T7"/>
                  </a:cxn>
                  <a:cxn ang="0">
                    <a:pos x="T8" y="T9"/>
                  </a:cxn>
                </a:cxnLst>
                <a:rect l="0" t="0" r="r" b="b"/>
                <a:pathLst>
                  <a:path w="26" h="20">
                    <a:moveTo>
                      <a:pt x="0" y="5"/>
                    </a:moveTo>
                    <a:lnTo>
                      <a:pt x="23" y="20"/>
                    </a:lnTo>
                    <a:lnTo>
                      <a:pt x="26" y="15"/>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7" name="Freeform 80"/>
              <p:cNvSpPr>
                <a:spLocks noEditPoints="1"/>
              </p:cNvSpPr>
              <p:nvPr/>
            </p:nvSpPr>
            <p:spPr bwMode="auto">
              <a:xfrm>
                <a:off x="3396750"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8" name="Oval 81"/>
              <p:cNvSpPr>
                <a:spLocks noChangeArrowheads="1"/>
              </p:cNvSpPr>
              <p:nvPr/>
            </p:nvSpPr>
            <p:spPr bwMode="auto">
              <a:xfrm>
                <a:off x="3536661"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1" name="Group 20"/>
            <p:cNvGrpSpPr/>
            <p:nvPr/>
          </p:nvGrpSpPr>
          <p:grpSpPr>
            <a:xfrm>
              <a:off x="3886558" y="3523100"/>
              <a:ext cx="218527" cy="218527"/>
              <a:chOff x="3932408" y="2116502"/>
              <a:chExt cx="218527" cy="218527"/>
            </a:xfrm>
            <a:grpFill/>
          </p:grpSpPr>
          <p:sp>
            <p:nvSpPr>
              <p:cNvPr id="389" name="Freeform 82"/>
              <p:cNvSpPr>
                <a:spLocks/>
              </p:cNvSpPr>
              <p:nvPr/>
            </p:nvSpPr>
            <p:spPr bwMode="auto">
              <a:xfrm>
                <a:off x="4001697"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0" name="Rectangle 83"/>
              <p:cNvSpPr>
                <a:spLocks noChangeArrowheads="1"/>
              </p:cNvSpPr>
              <p:nvPr/>
            </p:nvSpPr>
            <p:spPr bwMode="auto">
              <a:xfrm>
                <a:off x="3981711" y="2195118"/>
                <a:ext cx="35977"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1" name="Rectangle 84"/>
              <p:cNvSpPr>
                <a:spLocks noChangeArrowheads="1"/>
              </p:cNvSpPr>
              <p:nvPr/>
            </p:nvSpPr>
            <p:spPr bwMode="auto">
              <a:xfrm>
                <a:off x="4060327" y="2195118"/>
                <a:ext cx="35977"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2" name="Freeform 85"/>
              <p:cNvSpPr>
                <a:spLocks noEditPoints="1"/>
              </p:cNvSpPr>
              <p:nvPr/>
            </p:nvSpPr>
            <p:spPr bwMode="auto">
              <a:xfrm>
                <a:off x="3932408"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7" y="100"/>
                      <a:pt x="100" y="78"/>
                      <a:pt x="100" y="50"/>
                    </a:cubicBezTo>
                    <a:cubicBezTo>
                      <a:pt x="100" y="22"/>
                      <a:pt x="77" y="0"/>
                      <a:pt x="50" y="0"/>
                    </a:cubicBezTo>
                    <a:close/>
                    <a:moveTo>
                      <a:pt x="50" y="96"/>
                    </a:moveTo>
                    <a:cubicBezTo>
                      <a:pt x="24" y="96"/>
                      <a:pt x="4" y="75"/>
                      <a:pt x="4" y="50"/>
                    </a:cubicBezTo>
                    <a:cubicBezTo>
                      <a:pt x="4" y="25"/>
                      <a:pt x="24"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2" name="Group 21"/>
            <p:cNvGrpSpPr/>
            <p:nvPr/>
          </p:nvGrpSpPr>
          <p:grpSpPr>
            <a:xfrm>
              <a:off x="4462736" y="2116502"/>
              <a:ext cx="218527" cy="218527"/>
              <a:chOff x="4462736" y="2116502"/>
              <a:chExt cx="218527" cy="218527"/>
            </a:xfrm>
            <a:grpFill/>
          </p:grpSpPr>
          <p:sp>
            <p:nvSpPr>
              <p:cNvPr id="383" name="Freeform 86"/>
              <p:cNvSpPr>
                <a:spLocks/>
              </p:cNvSpPr>
              <p:nvPr/>
            </p:nvSpPr>
            <p:spPr bwMode="auto">
              <a:xfrm>
                <a:off x="4524031" y="2256413"/>
                <a:ext cx="95939" cy="26650"/>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4" name="Freeform 87"/>
              <p:cNvSpPr>
                <a:spLocks/>
              </p:cNvSpPr>
              <p:nvPr/>
            </p:nvSpPr>
            <p:spPr bwMode="auto">
              <a:xfrm>
                <a:off x="4506709" y="2168469"/>
                <a:ext cx="34645" cy="26650"/>
              </a:xfrm>
              <a:custGeom>
                <a:avLst/>
                <a:gdLst>
                  <a:gd name="T0" fmla="*/ 23 w 26"/>
                  <a:gd name="T1" fmla="*/ 0 h 20"/>
                  <a:gd name="T2" fmla="*/ 0 w 26"/>
                  <a:gd name="T3" fmla="*/ 15 h 20"/>
                  <a:gd name="T4" fmla="*/ 3 w 26"/>
                  <a:gd name="T5" fmla="*/ 20 h 20"/>
                  <a:gd name="T6" fmla="*/ 26 w 26"/>
                  <a:gd name="T7" fmla="*/ 5 h 20"/>
                  <a:gd name="T8" fmla="*/ 23 w 26"/>
                  <a:gd name="T9" fmla="*/ 0 h 20"/>
                </a:gdLst>
                <a:ahLst/>
                <a:cxnLst>
                  <a:cxn ang="0">
                    <a:pos x="T0" y="T1"/>
                  </a:cxn>
                  <a:cxn ang="0">
                    <a:pos x="T2" y="T3"/>
                  </a:cxn>
                  <a:cxn ang="0">
                    <a:pos x="T4" y="T5"/>
                  </a:cxn>
                  <a:cxn ang="0">
                    <a:pos x="T6" y="T7"/>
                  </a:cxn>
                  <a:cxn ang="0">
                    <a:pos x="T8" y="T9"/>
                  </a:cxn>
                </a:cxnLst>
                <a:rect l="0" t="0" r="r" b="b"/>
                <a:pathLst>
                  <a:path w="26" h="20">
                    <a:moveTo>
                      <a:pt x="23" y="0"/>
                    </a:moveTo>
                    <a:lnTo>
                      <a:pt x="0" y="15"/>
                    </a:lnTo>
                    <a:lnTo>
                      <a:pt x="3" y="20"/>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5" name="Oval 88"/>
              <p:cNvSpPr>
                <a:spLocks noChangeArrowheads="1"/>
              </p:cNvSpPr>
              <p:nvPr/>
            </p:nvSpPr>
            <p:spPr bwMode="auto">
              <a:xfrm>
                <a:off x="4602648"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6" name="Oval 89"/>
              <p:cNvSpPr>
                <a:spLocks noChangeArrowheads="1"/>
              </p:cNvSpPr>
              <p:nvPr/>
            </p:nvSpPr>
            <p:spPr bwMode="auto">
              <a:xfrm>
                <a:off x="4524031"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7" name="Freeform 90"/>
              <p:cNvSpPr>
                <a:spLocks/>
              </p:cNvSpPr>
              <p:nvPr/>
            </p:nvSpPr>
            <p:spPr bwMode="auto">
              <a:xfrm>
                <a:off x="4602648" y="2168469"/>
                <a:ext cx="34645" cy="26650"/>
              </a:xfrm>
              <a:custGeom>
                <a:avLst/>
                <a:gdLst>
                  <a:gd name="T0" fmla="*/ 0 w 26"/>
                  <a:gd name="T1" fmla="*/ 5 h 20"/>
                  <a:gd name="T2" fmla="*/ 23 w 26"/>
                  <a:gd name="T3" fmla="*/ 20 h 20"/>
                  <a:gd name="T4" fmla="*/ 26 w 26"/>
                  <a:gd name="T5" fmla="*/ 15 h 20"/>
                  <a:gd name="T6" fmla="*/ 3 w 26"/>
                  <a:gd name="T7" fmla="*/ 0 h 20"/>
                  <a:gd name="T8" fmla="*/ 0 w 26"/>
                  <a:gd name="T9" fmla="*/ 5 h 20"/>
                </a:gdLst>
                <a:ahLst/>
                <a:cxnLst>
                  <a:cxn ang="0">
                    <a:pos x="T0" y="T1"/>
                  </a:cxn>
                  <a:cxn ang="0">
                    <a:pos x="T2" y="T3"/>
                  </a:cxn>
                  <a:cxn ang="0">
                    <a:pos x="T4" y="T5"/>
                  </a:cxn>
                  <a:cxn ang="0">
                    <a:pos x="T6" y="T7"/>
                  </a:cxn>
                  <a:cxn ang="0">
                    <a:pos x="T8" y="T9"/>
                  </a:cxn>
                </a:cxnLst>
                <a:rect l="0" t="0" r="r" b="b"/>
                <a:pathLst>
                  <a:path w="26" h="20">
                    <a:moveTo>
                      <a:pt x="0" y="5"/>
                    </a:moveTo>
                    <a:lnTo>
                      <a:pt x="23" y="20"/>
                    </a:lnTo>
                    <a:lnTo>
                      <a:pt x="26" y="15"/>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8" name="Freeform 91"/>
              <p:cNvSpPr>
                <a:spLocks noEditPoints="1"/>
              </p:cNvSpPr>
              <p:nvPr/>
            </p:nvSpPr>
            <p:spPr bwMode="auto">
              <a:xfrm>
                <a:off x="4462736"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3" name="Group 22"/>
            <p:cNvGrpSpPr/>
            <p:nvPr/>
          </p:nvGrpSpPr>
          <p:grpSpPr>
            <a:xfrm>
              <a:off x="8337080" y="5632647"/>
              <a:ext cx="218527" cy="218527"/>
              <a:chOff x="4995729" y="2116502"/>
              <a:chExt cx="218527" cy="218527"/>
            </a:xfrm>
            <a:grpFill/>
          </p:grpSpPr>
          <p:sp>
            <p:nvSpPr>
              <p:cNvPr id="377" name="Rectangle 92"/>
              <p:cNvSpPr>
                <a:spLocks noChangeArrowheads="1"/>
              </p:cNvSpPr>
              <p:nvPr/>
            </p:nvSpPr>
            <p:spPr bwMode="auto">
              <a:xfrm>
                <a:off x="5066351"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8" name="Oval 93"/>
              <p:cNvSpPr>
                <a:spLocks noChangeArrowheads="1"/>
              </p:cNvSpPr>
              <p:nvPr/>
            </p:nvSpPr>
            <p:spPr bwMode="auto">
              <a:xfrm>
                <a:off x="5057024"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9" name="Freeform 94"/>
              <p:cNvSpPr>
                <a:spLocks/>
              </p:cNvSpPr>
              <p:nvPr/>
            </p:nvSpPr>
            <p:spPr bwMode="auto">
              <a:xfrm>
                <a:off x="5039702" y="2168469"/>
                <a:ext cx="34645" cy="26650"/>
              </a:xfrm>
              <a:custGeom>
                <a:avLst/>
                <a:gdLst>
                  <a:gd name="T0" fmla="*/ 23 w 26"/>
                  <a:gd name="T1" fmla="*/ 0 h 20"/>
                  <a:gd name="T2" fmla="*/ 0 w 26"/>
                  <a:gd name="T3" fmla="*/ 15 h 20"/>
                  <a:gd name="T4" fmla="*/ 3 w 26"/>
                  <a:gd name="T5" fmla="*/ 20 h 20"/>
                  <a:gd name="T6" fmla="*/ 26 w 26"/>
                  <a:gd name="T7" fmla="*/ 5 h 20"/>
                  <a:gd name="T8" fmla="*/ 23 w 26"/>
                  <a:gd name="T9" fmla="*/ 0 h 20"/>
                </a:gdLst>
                <a:ahLst/>
                <a:cxnLst>
                  <a:cxn ang="0">
                    <a:pos x="T0" y="T1"/>
                  </a:cxn>
                  <a:cxn ang="0">
                    <a:pos x="T2" y="T3"/>
                  </a:cxn>
                  <a:cxn ang="0">
                    <a:pos x="T4" y="T5"/>
                  </a:cxn>
                  <a:cxn ang="0">
                    <a:pos x="T6" y="T7"/>
                  </a:cxn>
                  <a:cxn ang="0">
                    <a:pos x="T8" y="T9"/>
                  </a:cxn>
                </a:cxnLst>
                <a:rect l="0" t="0" r="r" b="b"/>
                <a:pathLst>
                  <a:path w="26" h="20">
                    <a:moveTo>
                      <a:pt x="23" y="0"/>
                    </a:moveTo>
                    <a:lnTo>
                      <a:pt x="0" y="15"/>
                    </a:lnTo>
                    <a:lnTo>
                      <a:pt x="3" y="20"/>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0" name="Freeform 95"/>
              <p:cNvSpPr>
                <a:spLocks/>
              </p:cNvSpPr>
              <p:nvPr/>
            </p:nvSpPr>
            <p:spPr bwMode="auto">
              <a:xfrm>
                <a:off x="5135641" y="2168469"/>
                <a:ext cx="34645" cy="26650"/>
              </a:xfrm>
              <a:custGeom>
                <a:avLst/>
                <a:gdLst>
                  <a:gd name="T0" fmla="*/ 0 w 26"/>
                  <a:gd name="T1" fmla="*/ 5 h 20"/>
                  <a:gd name="T2" fmla="*/ 23 w 26"/>
                  <a:gd name="T3" fmla="*/ 20 h 20"/>
                  <a:gd name="T4" fmla="*/ 26 w 26"/>
                  <a:gd name="T5" fmla="*/ 15 h 20"/>
                  <a:gd name="T6" fmla="*/ 3 w 26"/>
                  <a:gd name="T7" fmla="*/ 0 h 20"/>
                  <a:gd name="T8" fmla="*/ 0 w 26"/>
                  <a:gd name="T9" fmla="*/ 5 h 20"/>
                </a:gdLst>
                <a:ahLst/>
                <a:cxnLst>
                  <a:cxn ang="0">
                    <a:pos x="T0" y="T1"/>
                  </a:cxn>
                  <a:cxn ang="0">
                    <a:pos x="T2" y="T3"/>
                  </a:cxn>
                  <a:cxn ang="0">
                    <a:pos x="T4" y="T5"/>
                  </a:cxn>
                  <a:cxn ang="0">
                    <a:pos x="T6" y="T7"/>
                  </a:cxn>
                  <a:cxn ang="0">
                    <a:pos x="T8" y="T9"/>
                  </a:cxn>
                </a:cxnLst>
                <a:rect l="0" t="0" r="r" b="b"/>
                <a:pathLst>
                  <a:path w="26" h="20">
                    <a:moveTo>
                      <a:pt x="0" y="5"/>
                    </a:moveTo>
                    <a:lnTo>
                      <a:pt x="23" y="20"/>
                    </a:lnTo>
                    <a:lnTo>
                      <a:pt x="26" y="15"/>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1" name="Freeform 96"/>
              <p:cNvSpPr>
                <a:spLocks noEditPoints="1"/>
              </p:cNvSpPr>
              <p:nvPr/>
            </p:nvSpPr>
            <p:spPr bwMode="auto">
              <a:xfrm>
                <a:off x="4995729"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2" name="Oval 97"/>
              <p:cNvSpPr>
                <a:spLocks noChangeArrowheads="1"/>
              </p:cNvSpPr>
              <p:nvPr/>
            </p:nvSpPr>
            <p:spPr bwMode="auto">
              <a:xfrm>
                <a:off x="5135641"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4" name="Group 23"/>
            <p:cNvGrpSpPr/>
            <p:nvPr/>
          </p:nvGrpSpPr>
          <p:grpSpPr>
            <a:xfrm>
              <a:off x="5528723" y="2116502"/>
              <a:ext cx="218527" cy="218527"/>
              <a:chOff x="5528723" y="2116502"/>
              <a:chExt cx="218527" cy="218527"/>
            </a:xfrm>
            <a:grpFill/>
          </p:grpSpPr>
          <p:sp>
            <p:nvSpPr>
              <p:cNvPr id="371" name="Oval 98"/>
              <p:cNvSpPr>
                <a:spLocks noChangeArrowheads="1"/>
              </p:cNvSpPr>
              <p:nvPr/>
            </p:nvSpPr>
            <p:spPr bwMode="auto">
              <a:xfrm>
                <a:off x="5590017"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2" name="Freeform 99"/>
              <p:cNvSpPr>
                <a:spLocks/>
              </p:cNvSpPr>
              <p:nvPr/>
            </p:nvSpPr>
            <p:spPr bwMode="auto">
              <a:xfrm>
                <a:off x="5651311" y="2168469"/>
                <a:ext cx="34645" cy="26650"/>
              </a:xfrm>
              <a:custGeom>
                <a:avLst/>
                <a:gdLst>
                  <a:gd name="T0" fmla="*/ 26 w 26"/>
                  <a:gd name="T1" fmla="*/ 5 h 20"/>
                  <a:gd name="T2" fmla="*/ 23 w 26"/>
                  <a:gd name="T3" fmla="*/ 0 h 20"/>
                  <a:gd name="T4" fmla="*/ 0 w 26"/>
                  <a:gd name="T5" fmla="*/ 15 h 20"/>
                  <a:gd name="T6" fmla="*/ 3 w 26"/>
                  <a:gd name="T7" fmla="*/ 20 h 20"/>
                  <a:gd name="T8" fmla="*/ 26 w 26"/>
                  <a:gd name="T9" fmla="*/ 5 h 20"/>
                </a:gdLst>
                <a:ahLst/>
                <a:cxnLst>
                  <a:cxn ang="0">
                    <a:pos x="T0" y="T1"/>
                  </a:cxn>
                  <a:cxn ang="0">
                    <a:pos x="T2" y="T3"/>
                  </a:cxn>
                  <a:cxn ang="0">
                    <a:pos x="T4" y="T5"/>
                  </a:cxn>
                  <a:cxn ang="0">
                    <a:pos x="T6" y="T7"/>
                  </a:cxn>
                  <a:cxn ang="0">
                    <a:pos x="T8" y="T9"/>
                  </a:cxn>
                </a:cxnLst>
                <a:rect l="0" t="0" r="r" b="b"/>
                <a:pathLst>
                  <a:path w="26" h="20">
                    <a:moveTo>
                      <a:pt x="26" y="5"/>
                    </a:moveTo>
                    <a:lnTo>
                      <a:pt x="23" y="0"/>
                    </a:lnTo>
                    <a:lnTo>
                      <a:pt x="0" y="15"/>
                    </a:lnTo>
                    <a:lnTo>
                      <a:pt x="3" y="20"/>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3" name="Freeform 100"/>
              <p:cNvSpPr>
                <a:spLocks/>
              </p:cNvSpPr>
              <p:nvPr/>
            </p:nvSpPr>
            <p:spPr bwMode="auto">
              <a:xfrm>
                <a:off x="5590017" y="2168469"/>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4" name="Rectangle 101"/>
              <p:cNvSpPr>
                <a:spLocks noChangeArrowheads="1"/>
              </p:cNvSpPr>
              <p:nvPr/>
            </p:nvSpPr>
            <p:spPr bwMode="auto">
              <a:xfrm>
                <a:off x="5599345"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5" name="Oval 102"/>
              <p:cNvSpPr>
                <a:spLocks noChangeArrowheads="1"/>
              </p:cNvSpPr>
              <p:nvPr/>
            </p:nvSpPr>
            <p:spPr bwMode="auto">
              <a:xfrm>
                <a:off x="5668634"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6" name="Freeform 103"/>
              <p:cNvSpPr>
                <a:spLocks noEditPoints="1"/>
              </p:cNvSpPr>
              <p:nvPr/>
            </p:nvSpPr>
            <p:spPr bwMode="auto">
              <a:xfrm>
                <a:off x="5528723"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5" name="Group 24"/>
            <p:cNvGrpSpPr/>
            <p:nvPr/>
          </p:nvGrpSpPr>
          <p:grpSpPr>
            <a:xfrm>
              <a:off x="8629923" y="3662071"/>
              <a:ext cx="218527" cy="218527"/>
              <a:chOff x="6061716" y="2116502"/>
              <a:chExt cx="218527" cy="218527"/>
            </a:xfrm>
            <a:grpFill/>
          </p:grpSpPr>
          <p:sp>
            <p:nvSpPr>
              <p:cNvPr id="365" name="Oval 104"/>
              <p:cNvSpPr>
                <a:spLocks noChangeArrowheads="1"/>
              </p:cNvSpPr>
              <p:nvPr/>
            </p:nvSpPr>
            <p:spPr bwMode="auto">
              <a:xfrm>
                <a:off x="6123010"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6" name="Freeform 105"/>
              <p:cNvSpPr>
                <a:spLocks/>
              </p:cNvSpPr>
              <p:nvPr/>
            </p:nvSpPr>
            <p:spPr bwMode="auto">
              <a:xfrm>
                <a:off x="6132338" y="2256413"/>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7" name="Rectangle 106"/>
              <p:cNvSpPr>
                <a:spLocks noChangeArrowheads="1"/>
              </p:cNvSpPr>
              <p:nvPr/>
            </p:nvSpPr>
            <p:spPr bwMode="auto">
              <a:xfrm>
                <a:off x="6115015" y="2168469"/>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8" name="Oval 107"/>
              <p:cNvSpPr>
                <a:spLocks noChangeArrowheads="1"/>
              </p:cNvSpPr>
              <p:nvPr/>
            </p:nvSpPr>
            <p:spPr bwMode="auto">
              <a:xfrm>
                <a:off x="6201627"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9" name="Freeform 108"/>
              <p:cNvSpPr>
                <a:spLocks noEditPoints="1"/>
              </p:cNvSpPr>
              <p:nvPr/>
            </p:nvSpPr>
            <p:spPr bwMode="auto">
              <a:xfrm>
                <a:off x="6061716"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0" name="Rectangle 109"/>
              <p:cNvSpPr>
                <a:spLocks noChangeArrowheads="1"/>
              </p:cNvSpPr>
              <p:nvPr/>
            </p:nvSpPr>
            <p:spPr bwMode="auto">
              <a:xfrm>
                <a:off x="6193632" y="2168469"/>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6" name="Group 25"/>
            <p:cNvGrpSpPr/>
            <p:nvPr/>
          </p:nvGrpSpPr>
          <p:grpSpPr>
            <a:xfrm>
              <a:off x="6593377" y="2116502"/>
              <a:ext cx="218527" cy="218527"/>
              <a:chOff x="6593377" y="2116502"/>
              <a:chExt cx="218527" cy="218527"/>
            </a:xfrm>
            <a:grpFill/>
          </p:grpSpPr>
          <p:sp>
            <p:nvSpPr>
              <p:cNvPr id="361" name="Rectangle 110"/>
              <p:cNvSpPr>
                <a:spLocks noChangeArrowheads="1"/>
              </p:cNvSpPr>
              <p:nvPr/>
            </p:nvSpPr>
            <p:spPr bwMode="auto">
              <a:xfrm>
                <a:off x="6656003" y="2195118"/>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2" name="Freeform 111"/>
              <p:cNvSpPr>
                <a:spLocks/>
              </p:cNvSpPr>
              <p:nvPr/>
            </p:nvSpPr>
            <p:spPr bwMode="auto">
              <a:xfrm>
                <a:off x="6662666"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3" name="Freeform 112"/>
              <p:cNvSpPr>
                <a:spLocks noEditPoints="1"/>
              </p:cNvSpPr>
              <p:nvPr/>
            </p:nvSpPr>
            <p:spPr bwMode="auto">
              <a:xfrm>
                <a:off x="6593377"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3" y="0"/>
                      <a:pt x="0" y="22"/>
                      <a:pt x="0" y="50"/>
                    </a:cubicBezTo>
                    <a:cubicBezTo>
                      <a:pt x="0" y="78"/>
                      <a:pt x="23"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6" y="4"/>
                      <a:pt x="96" y="25"/>
                      <a:pt x="96" y="50"/>
                    </a:cubicBezTo>
                    <a:cubicBezTo>
                      <a:pt x="96" y="75"/>
                      <a:pt x="76"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4" name="Oval 113"/>
              <p:cNvSpPr>
                <a:spLocks noChangeArrowheads="1"/>
              </p:cNvSpPr>
              <p:nvPr/>
            </p:nvSpPr>
            <p:spPr bwMode="auto">
              <a:xfrm>
                <a:off x="6733287"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7" name="Group 26"/>
            <p:cNvGrpSpPr/>
            <p:nvPr/>
          </p:nvGrpSpPr>
          <p:grpSpPr>
            <a:xfrm>
              <a:off x="7083487" y="3016974"/>
              <a:ext cx="218527" cy="218527"/>
              <a:chOff x="7127702" y="2116502"/>
              <a:chExt cx="218527" cy="218527"/>
            </a:xfrm>
            <a:grpFill/>
          </p:grpSpPr>
          <p:sp>
            <p:nvSpPr>
              <p:cNvPr id="355" name="Freeform 114"/>
              <p:cNvSpPr>
                <a:spLocks/>
              </p:cNvSpPr>
              <p:nvPr/>
            </p:nvSpPr>
            <p:spPr bwMode="auto">
              <a:xfrm>
                <a:off x="7198324" y="2256413"/>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6" name="Freeform 115"/>
              <p:cNvSpPr>
                <a:spLocks/>
              </p:cNvSpPr>
              <p:nvPr/>
            </p:nvSpPr>
            <p:spPr bwMode="auto">
              <a:xfrm>
                <a:off x="7250290" y="2168469"/>
                <a:ext cx="34645" cy="26650"/>
              </a:xfrm>
              <a:custGeom>
                <a:avLst/>
                <a:gdLst>
                  <a:gd name="T0" fmla="*/ 26 w 26"/>
                  <a:gd name="T1" fmla="*/ 5 h 20"/>
                  <a:gd name="T2" fmla="*/ 23 w 26"/>
                  <a:gd name="T3" fmla="*/ 0 h 20"/>
                  <a:gd name="T4" fmla="*/ 0 w 26"/>
                  <a:gd name="T5" fmla="*/ 15 h 20"/>
                  <a:gd name="T6" fmla="*/ 3 w 26"/>
                  <a:gd name="T7" fmla="*/ 20 h 20"/>
                  <a:gd name="T8" fmla="*/ 26 w 26"/>
                  <a:gd name="T9" fmla="*/ 5 h 20"/>
                </a:gdLst>
                <a:ahLst/>
                <a:cxnLst>
                  <a:cxn ang="0">
                    <a:pos x="T0" y="T1"/>
                  </a:cxn>
                  <a:cxn ang="0">
                    <a:pos x="T2" y="T3"/>
                  </a:cxn>
                  <a:cxn ang="0">
                    <a:pos x="T4" y="T5"/>
                  </a:cxn>
                  <a:cxn ang="0">
                    <a:pos x="T6" y="T7"/>
                  </a:cxn>
                  <a:cxn ang="0">
                    <a:pos x="T8" y="T9"/>
                  </a:cxn>
                </a:cxnLst>
                <a:rect l="0" t="0" r="r" b="b"/>
                <a:pathLst>
                  <a:path w="26" h="20">
                    <a:moveTo>
                      <a:pt x="26" y="5"/>
                    </a:moveTo>
                    <a:lnTo>
                      <a:pt x="23" y="0"/>
                    </a:lnTo>
                    <a:lnTo>
                      <a:pt x="0" y="15"/>
                    </a:lnTo>
                    <a:lnTo>
                      <a:pt x="3" y="20"/>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7" name="Freeform 116"/>
              <p:cNvSpPr>
                <a:spLocks/>
              </p:cNvSpPr>
              <p:nvPr/>
            </p:nvSpPr>
            <p:spPr bwMode="auto">
              <a:xfrm>
                <a:off x="7188996" y="2168469"/>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8" name="Oval 117"/>
              <p:cNvSpPr>
                <a:spLocks noChangeArrowheads="1"/>
              </p:cNvSpPr>
              <p:nvPr/>
            </p:nvSpPr>
            <p:spPr bwMode="auto">
              <a:xfrm>
                <a:off x="7188996"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9" name="Oval 118"/>
              <p:cNvSpPr>
                <a:spLocks noChangeArrowheads="1"/>
              </p:cNvSpPr>
              <p:nvPr/>
            </p:nvSpPr>
            <p:spPr bwMode="auto">
              <a:xfrm>
                <a:off x="7267613"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0" name="Freeform 119"/>
              <p:cNvSpPr>
                <a:spLocks noEditPoints="1"/>
              </p:cNvSpPr>
              <p:nvPr/>
            </p:nvSpPr>
            <p:spPr bwMode="auto">
              <a:xfrm>
                <a:off x="7127702"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8" name="Group 27"/>
            <p:cNvGrpSpPr/>
            <p:nvPr/>
          </p:nvGrpSpPr>
          <p:grpSpPr>
            <a:xfrm>
              <a:off x="10076581" y="3680007"/>
              <a:ext cx="218527" cy="218527"/>
              <a:chOff x="7660695" y="2116502"/>
              <a:chExt cx="218527" cy="218527"/>
            </a:xfrm>
            <a:grpFill/>
          </p:grpSpPr>
          <p:sp>
            <p:nvSpPr>
              <p:cNvPr id="351" name="Oval 120"/>
              <p:cNvSpPr>
                <a:spLocks noChangeArrowheads="1"/>
              </p:cNvSpPr>
              <p:nvPr/>
            </p:nvSpPr>
            <p:spPr bwMode="auto">
              <a:xfrm>
                <a:off x="7800606"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2" name="Oval 121"/>
              <p:cNvSpPr>
                <a:spLocks noChangeArrowheads="1"/>
              </p:cNvSpPr>
              <p:nvPr/>
            </p:nvSpPr>
            <p:spPr bwMode="auto">
              <a:xfrm>
                <a:off x="7721989"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3" name="Freeform 122"/>
              <p:cNvSpPr>
                <a:spLocks/>
              </p:cNvSpPr>
              <p:nvPr/>
            </p:nvSpPr>
            <p:spPr bwMode="auto">
              <a:xfrm>
                <a:off x="7731317"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4" name="Freeform 123"/>
              <p:cNvSpPr>
                <a:spLocks noEditPoints="1"/>
              </p:cNvSpPr>
              <p:nvPr/>
            </p:nvSpPr>
            <p:spPr bwMode="auto">
              <a:xfrm>
                <a:off x="7660695"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9" name="Group 28"/>
            <p:cNvGrpSpPr/>
            <p:nvPr/>
          </p:nvGrpSpPr>
          <p:grpSpPr>
            <a:xfrm>
              <a:off x="1264778" y="2649495"/>
              <a:ext cx="218527" cy="218527"/>
              <a:chOff x="1264778" y="2649495"/>
              <a:chExt cx="218527" cy="218527"/>
            </a:xfrm>
            <a:grpFill/>
          </p:grpSpPr>
          <p:sp>
            <p:nvSpPr>
              <p:cNvPr id="347" name="Freeform 124"/>
              <p:cNvSpPr>
                <a:spLocks/>
              </p:cNvSpPr>
              <p:nvPr/>
            </p:nvSpPr>
            <p:spPr bwMode="auto">
              <a:xfrm>
                <a:off x="1334067" y="2789406"/>
                <a:ext cx="78617" cy="25317"/>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8" name="Oval 125"/>
              <p:cNvSpPr>
                <a:spLocks noChangeArrowheads="1"/>
              </p:cNvSpPr>
              <p:nvPr/>
            </p:nvSpPr>
            <p:spPr bwMode="auto">
              <a:xfrm>
                <a:off x="1326072" y="271878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9" name="Oval 126"/>
              <p:cNvSpPr>
                <a:spLocks noChangeArrowheads="1"/>
              </p:cNvSpPr>
              <p:nvPr/>
            </p:nvSpPr>
            <p:spPr bwMode="auto">
              <a:xfrm>
                <a:off x="1404689" y="271878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0" name="Freeform 127"/>
              <p:cNvSpPr>
                <a:spLocks noEditPoints="1"/>
              </p:cNvSpPr>
              <p:nvPr/>
            </p:nvSpPr>
            <p:spPr bwMode="auto">
              <a:xfrm>
                <a:off x="1264778" y="2649495"/>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3"/>
                      <a:pt x="0" y="50"/>
                    </a:cubicBezTo>
                    <a:cubicBezTo>
                      <a:pt x="0" y="78"/>
                      <a:pt x="22" y="100"/>
                      <a:pt x="50" y="100"/>
                    </a:cubicBezTo>
                    <a:cubicBezTo>
                      <a:pt x="78" y="100"/>
                      <a:pt x="100" y="78"/>
                      <a:pt x="100" y="50"/>
                    </a:cubicBezTo>
                    <a:cubicBezTo>
                      <a:pt x="100" y="23"/>
                      <a:pt x="78" y="0"/>
                      <a:pt x="50" y="0"/>
                    </a:cubicBezTo>
                    <a:close/>
                    <a:moveTo>
                      <a:pt x="50" y="96"/>
                    </a:moveTo>
                    <a:cubicBezTo>
                      <a:pt x="25" y="96"/>
                      <a:pt x="4" y="76"/>
                      <a:pt x="4" y="50"/>
                    </a:cubicBezTo>
                    <a:cubicBezTo>
                      <a:pt x="4" y="25"/>
                      <a:pt x="25" y="4"/>
                      <a:pt x="50" y="4"/>
                    </a:cubicBezTo>
                    <a:cubicBezTo>
                      <a:pt x="75" y="4"/>
                      <a:pt x="96" y="25"/>
                      <a:pt x="96" y="50"/>
                    </a:cubicBezTo>
                    <a:cubicBezTo>
                      <a:pt x="96" y="76"/>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0" name="Group 29"/>
            <p:cNvGrpSpPr/>
            <p:nvPr/>
          </p:nvGrpSpPr>
          <p:grpSpPr>
            <a:xfrm>
              <a:off x="9048348" y="1118811"/>
              <a:ext cx="218527" cy="219859"/>
              <a:chOff x="1797771" y="2650828"/>
              <a:chExt cx="218527" cy="219859"/>
            </a:xfrm>
            <a:grpFill/>
          </p:grpSpPr>
          <p:sp>
            <p:nvSpPr>
              <p:cNvPr id="341" name="Freeform 128"/>
              <p:cNvSpPr>
                <a:spLocks/>
              </p:cNvSpPr>
              <p:nvPr/>
            </p:nvSpPr>
            <p:spPr bwMode="auto">
              <a:xfrm>
                <a:off x="1867060" y="2790739"/>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2" name="Freeform 129"/>
              <p:cNvSpPr>
                <a:spLocks noEditPoints="1"/>
              </p:cNvSpPr>
              <p:nvPr/>
            </p:nvSpPr>
            <p:spPr bwMode="auto">
              <a:xfrm>
                <a:off x="1797771"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3" name="Rectangle 130"/>
              <p:cNvSpPr>
                <a:spLocks noChangeArrowheads="1"/>
              </p:cNvSpPr>
              <p:nvPr/>
            </p:nvSpPr>
            <p:spPr bwMode="auto">
              <a:xfrm>
                <a:off x="1849738"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4" name="Oval 131"/>
              <p:cNvSpPr>
                <a:spLocks noChangeArrowheads="1"/>
              </p:cNvSpPr>
              <p:nvPr/>
            </p:nvSpPr>
            <p:spPr bwMode="auto">
              <a:xfrm>
                <a:off x="1859065"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5" name="Oval 132"/>
              <p:cNvSpPr>
                <a:spLocks noChangeArrowheads="1"/>
              </p:cNvSpPr>
              <p:nvPr/>
            </p:nvSpPr>
            <p:spPr bwMode="auto">
              <a:xfrm>
                <a:off x="1937682"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6" name="Rectangle 133"/>
              <p:cNvSpPr>
                <a:spLocks noChangeArrowheads="1"/>
              </p:cNvSpPr>
              <p:nvPr/>
            </p:nvSpPr>
            <p:spPr bwMode="auto">
              <a:xfrm>
                <a:off x="1928354"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1" name="Group 30"/>
            <p:cNvGrpSpPr/>
            <p:nvPr/>
          </p:nvGrpSpPr>
          <p:grpSpPr>
            <a:xfrm>
              <a:off x="2783421" y="5204209"/>
              <a:ext cx="218527" cy="219859"/>
              <a:chOff x="2330764" y="2650828"/>
              <a:chExt cx="218527" cy="219859"/>
            </a:xfrm>
            <a:grpFill/>
          </p:grpSpPr>
          <p:sp>
            <p:nvSpPr>
              <p:cNvPr id="335" name="Freeform 134"/>
              <p:cNvSpPr>
                <a:spLocks/>
              </p:cNvSpPr>
              <p:nvPr/>
            </p:nvSpPr>
            <p:spPr bwMode="auto">
              <a:xfrm>
                <a:off x="2374736" y="2704127"/>
                <a:ext cx="34645" cy="25317"/>
              </a:xfrm>
              <a:custGeom>
                <a:avLst/>
                <a:gdLst>
                  <a:gd name="T0" fmla="*/ 23 w 26"/>
                  <a:gd name="T1" fmla="*/ 0 h 19"/>
                  <a:gd name="T2" fmla="*/ 0 w 26"/>
                  <a:gd name="T3" fmla="*/ 14 h 19"/>
                  <a:gd name="T4" fmla="*/ 3 w 26"/>
                  <a:gd name="T5" fmla="*/ 19 h 19"/>
                  <a:gd name="T6" fmla="*/ 26 w 26"/>
                  <a:gd name="T7" fmla="*/ 5 h 19"/>
                  <a:gd name="T8" fmla="*/ 23 w 26"/>
                  <a:gd name="T9" fmla="*/ 0 h 19"/>
                </a:gdLst>
                <a:ahLst/>
                <a:cxnLst>
                  <a:cxn ang="0">
                    <a:pos x="T0" y="T1"/>
                  </a:cxn>
                  <a:cxn ang="0">
                    <a:pos x="T2" y="T3"/>
                  </a:cxn>
                  <a:cxn ang="0">
                    <a:pos x="T4" y="T5"/>
                  </a:cxn>
                  <a:cxn ang="0">
                    <a:pos x="T6" y="T7"/>
                  </a:cxn>
                  <a:cxn ang="0">
                    <a:pos x="T8" y="T9"/>
                  </a:cxn>
                </a:cxnLst>
                <a:rect l="0" t="0" r="r" b="b"/>
                <a:pathLst>
                  <a:path w="26" h="19">
                    <a:moveTo>
                      <a:pt x="23" y="0"/>
                    </a:moveTo>
                    <a:lnTo>
                      <a:pt x="0" y="14"/>
                    </a:lnTo>
                    <a:lnTo>
                      <a:pt x="3" y="19"/>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6" name="Oval 135"/>
              <p:cNvSpPr>
                <a:spLocks noChangeArrowheads="1"/>
              </p:cNvSpPr>
              <p:nvPr/>
            </p:nvSpPr>
            <p:spPr bwMode="auto">
              <a:xfrm>
                <a:off x="2392058"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7" name="Freeform 136"/>
              <p:cNvSpPr>
                <a:spLocks/>
              </p:cNvSpPr>
              <p:nvPr/>
            </p:nvSpPr>
            <p:spPr bwMode="auto">
              <a:xfrm>
                <a:off x="2400053" y="2790739"/>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8" name="Freeform 137"/>
              <p:cNvSpPr>
                <a:spLocks noEditPoints="1"/>
              </p:cNvSpPr>
              <p:nvPr/>
            </p:nvSpPr>
            <p:spPr bwMode="auto">
              <a:xfrm>
                <a:off x="2330764"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9" name="Oval 138"/>
              <p:cNvSpPr>
                <a:spLocks noChangeArrowheads="1"/>
              </p:cNvSpPr>
              <p:nvPr/>
            </p:nvSpPr>
            <p:spPr bwMode="auto">
              <a:xfrm>
                <a:off x="2470675"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0" name="Freeform 139"/>
              <p:cNvSpPr>
                <a:spLocks/>
              </p:cNvSpPr>
              <p:nvPr/>
            </p:nvSpPr>
            <p:spPr bwMode="auto">
              <a:xfrm>
                <a:off x="2470675" y="2704127"/>
                <a:ext cx="34645" cy="25317"/>
              </a:xfrm>
              <a:custGeom>
                <a:avLst/>
                <a:gdLst>
                  <a:gd name="T0" fmla="*/ 0 w 26"/>
                  <a:gd name="T1" fmla="*/ 5 h 19"/>
                  <a:gd name="T2" fmla="*/ 23 w 26"/>
                  <a:gd name="T3" fmla="*/ 19 h 19"/>
                  <a:gd name="T4" fmla="*/ 26 w 26"/>
                  <a:gd name="T5" fmla="*/ 14 h 19"/>
                  <a:gd name="T6" fmla="*/ 3 w 26"/>
                  <a:gd name="T7" fmla="*/ 0 h 19"/>
                  <a:gd name="T8" fmla="*/ 0 w 26"/>
                  <a:gd name="T9" fmla="*/ 5 h 19"/>
                </a:gdLst>
                <a:ahLst/>
                <a:cxnLst>
                  <a:cxn ang="0">
                    <a:pos x="T0" y="T1"/>
                  </a:cxn>
                  <a:cxn ang="0">
                    <a:pos x="T2" y="T3"/>
                  </a:cxn>
                  <a:cxn ang="0">
                    <a:pos x="T4" y="T5"/>
                  </a:cxn>
                  <a:cxn ang="0">
                    <a:pos x="T6" y="T7"/>
                  </a:cxn>
                  <a:cxn ang="0">
                    <a:pos x="T8" y="T9"/>
                  </a:cxn>
                </a:cxnLst>
                <a:rect l="0" t="0" r="r" b="b"/>
                <a:pathLst>
                  <a:path w="26" h="19">
                    <a:moveTo>
                      <a:pt x="0" y="5"/>
                    </a:moveTo>
                    <a:lnTo>
                      <a:pt x="23" y="19"/>
                    </a:lnTo>
                    <a:lnTo>
                      <a:pt x="26" y="14"/>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2" name="Group 31"/>
            <p:cNvGrpSpPr/>
            <p:nvPr/>
          </p:nvGrpSpPr>
          <p:grpSpPr>
            <a:xfrm>
              <a:off x="4401443" y="5888928"/>
              <a:ext cx="218527" cy="219859"/>
              <a:chOff x="2863757" y="2650828"/>
              <a:chExt cx="218527" cy="219859"/>
            </a:xfrm>
            <a:grpFill/>
          </p:grpSpPr>
          <p:sp>
            <p:nvSpPr>
              <p:cNvPr id="329" name="Oval 140"/>
              <p:cNvSpPr>
                <a:spLocks noChangeArrowheads="1"/>
              </p:cNvSpPr>
              <p:nvPr/>
            </p:nvSpPr>
            <p:spPr bwMode="auto">
              <a:xfrm>
                <a:off x="2925051"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0" name="Freeform 141"/>
              <p:cNvSpPr>
                <a:spLocks/>
              </p:cNvSpPr>
              <p:nvPr/>
            </p:nvSpPr>
            <p:spPr bwMode="auto">
              <a:xfrm>
                <a:off x="2907730" y="2704127"/>
                <a:ext cx="34645" cy="25317"/>
              </a:xfrm>
              <a:custGeom>
                <a:avLst/>
                <a:gdLst>
                  <a:gd name="T0" fmla="*/ 23 w 26"/>
                  <a:gd name="T1" fmla="*/ 0 h 19"/>
                  <a:gd name="T2" fmla="*/ 0 w 26"/>
                  <a:gd name="T3" fmla="*/ 14 h 19"/>
                  <a:gd name="T4" fmla="*/ 3 w 26"/>
                  <a:gd name="T5" fmla="*/ 19 h 19"/>
                  <a:gd name="T6" fmla="*/ 26 w 26"/>
                  <a:gd name="T7" fmla="*/ 5 h 19"/>
                  <a:gd name="T8" fmla="*/ 23 w 26"/>
                  <a:gd name="T9" fmla="*/ 0 h 19"/>
                </a:gdLst>
                <a:ahLst/>
                <a:cxnLst>
                  <a:cxn ang="0">
                    <a:pos x="T0" y="T1"/>
                  </a:cxn>
                  <a:cxn ang="0">
                    <a:pos x="T2" y="T3"/>
                  </a:cxn>
                  <a:cxn ang="0">
                    <a:pos x="T4" y="T5"/>
                  </a:cxn>
                  <a:cxn ang="0">
                    <a:pos x="T6" y="T7"/>
                  </a:cxn>
                  <a:cxn ang="0">
                    <a:pos x="T8" y="T9"/>
                  </a:cxn>
                </a:cxnLst>
                <a:rect l="0" t="0" r="r" b="b"/>
                <a:pathLst>
                  <a:path w="26" h="19">
                    <a:moveTo>
                      <a:pt x="23" y="0"/>
                    </a:moveTo>
                    <a:lnTo>
                      <a:pt x="0" y="14"/>
                    </a:lnTo>
                    <a:lnTo>
                      <a:pt x="3" y="19"/>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1" name="Freeform 142"/>
              <p:cNvSpPr>
                <a:spLocks/>
              </p:cNvSpPr>
              <p:nvPr/>
            </p:nvSpPr>
            <p:spPr bwMode="auto">
              <a:xfrm>
                <a:off x="2933046" y="2790739"/>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2" name="Freeform 143"/>
              <p:cNvSpPr>
                <a:spLocks noEditPoints="1"/>
              </p:cNvSpPr>
              <p:nvPr/>
            </p:nvSpPr>
            <p:spPr bwMode="auto">
              <a:xfrm>
                <a:off x="2863757"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3" name="Oval 144"/>
              <p:cNvSpPr>
                <a:spLocks noChangeArrowheads="1"/>
              </p:cNvSpPr>
              <p:nvPr/>
            </p:nvSpPr>
            <p:spPr bwMode="auto">
              <a:xfrm>
                <a:off x="3003668"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4" name="Freeform 145"/>
              <p:cNvSpPr>
                <a:spLocks/>
              </p:cNvSpPr>
              <p:nvPr/>
            </p:nvSpPr>
            <p:spPr bwMode="auto">
              <a:xfrm>
                <a:off x="3003668" y="2704127"/>
                <a:ext cx="34645" cy="25317"/>
              </a:xfrm>
              <a:custGeom>
                <a:avLst/>
                <a:gdLst>
                  <a:gd name="T0" fmla="*/ 0 w 26"/>
                  <a:gd name="T1" fmla="*/ 5 h 19"/>
                  <a:gd name="T2" fmla="*/ 23 w 26"/>
                  <a:gd name="T3" fmla="*/ 19 h 19"/>
                  <a:gd name="T4" fmla="*/ 26 w 26"/>
                  <a:gd name="T5" fmla="*/ 14 h 19"/>
                  <a:gd name="T6" fmla="*/ 3 w 26"/>
                  <a:gd name="T7" fmla="*/ 0 h 19"/>
                  <a:gd name="T8" fmla="*/ 0 w 26"/>
                  <a:gd name="T9" fmla="*/ 5 h 19"/>
                </a:gdLst>
                <a:ahLst/>
                <a:cxnLst>
                  <a:cxn ang="0">
                    <a:pos x="T0" y="T1"/>
                  </a:cxn>
                  <a:cxn ang="0">
                    <a:pos x="T2" y="T3"/>
                  </a:cxn>
                  <a:cxn ang="0">
                    <a:pos x="T4" y="T5"/>
                  </a:cxn>
                  <a:cxn ang="0">
                    <a:pos x="T6" y="T7"/>
                  </a:cxn>
                  <a:cxn ang="0">
                    <a:pos x="T8" y="T9"/>
                  </a:cxn>
                </a:cxnLst>
                <a:rect l="0" t="0" r="r" b="b"/>
                <a:pathLst>
                  <a:path w="26" h="19">
                    <a:moveTo>
                      <a:pt x="0" y="5"/>
                    </a:moveTo>
                    <a:lnTo>
                      <a:pt x="23" y="19"/>
                    </a:lnTo>
                    <a:lnTo>
                      <a:pt x="26" y="14"/>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3" name="Group 32"/>
            <p:cNvGrpSpPr/>
            <p:nvPr/>
          </p:nvGrpSpPr>
          <p:grpSpPr>
            <a:xfrm>
              <a:off x="2809869" y="2107404"/>
              <a:ext cx="722470" cy="726874"/>
              <a:chOff x="3396750" y="2650828"/>
              <a:chExt cx="218527" cy="219859"/>
            </a:xfrm>
            <a:grpFill/>
          </p:grpSpPr>
          <p:sp>
            <p:nvSpPr>
              <p:cNvPr id="325" name="Oval 146"/>
              <p:cNvSpPr>
                <a:spLocks noChangeArrowheads="1"/>
              </p:cNvSpPr>
              <p:nvPr/>
            </p:nvSpPr>
            <p:spPr bwMode="auto">
              <a:xfrm>
                <a:off x="3458044"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6" name="Freeform 147"/>
              <p:cNvSpPr>
                <a:spLocks noEditPoints="1"/>
              </p:cNvSpPr>
              <p:nvPr/>
            </p:nvSpPr>
            <p:spPr bwMode="auto">
              <a:xfrm>
                <a:off x="3458044" y="2782744"/>
                <a:ext cx="95939" cy="61294"/>
              </a:xfrm>
              <a:custGeom>
                <a:avLst/>
                <a:gdLst>
                  <a:gd name="T0" fmla="*/ 0 w 44"/>
                  <a:gd name="T1" fmla="*/ 4 h 28"/>
                  <a:gd name="T2" fmla="*/ 8 w 44"/>
                  <a:gd name="T3" fmla="*/ 4 h 28"/>
                  <a:gd name="T4" fmla="*/ 8 w 44"/>
                  <a:gd name="T5" fmla="*/ 14 h 28"/>
                  <a:gd name="T6" fmla="*/ 22 w 44"/>
                  <a:gd name="T7" fmla="*/ 28 h 28"/>
                  <a:gd name="T8" fmla="*/ 36 w 44"/>
                  <a:gd name="T9" fmla="*/ 14 h 28"/>
                  <a:gd name="T10" fmla="*/ 36 w 44"/>
                  <a:gd name="T11" fmla="*/ 4 h 28"/>
                  <a:gd name="T12" fmla="*/ 44 w 44"/>
                  <a:gd name="T13" fmla="*/ 4 h 28"/>
                  <a:gd name="T14" fmla="*/ 44 w 44"/>
                  <a:gd name="T15" fmla="*/ 0 h 28"/>
                  <a:gd name="T16" fmla="*/ 0 w 44"/>
                  <a:gd name="T17" fmla="*/ 0 h 28"/>
                  <a:gd name="T18" fmla="*/ 0 w 44"/>
                  <a:gd name="T19" fmla="*/ 4 h 28"/>
                  <a:gd name="T20" fmla="*/ 12 w 44"/>
                  <a:gd name="T21" fmla="*/ 4 h 28"/>
                  <a:gd name="T22" fmla="*/ 32 w 44"/>
                  <a:gd name="T23" fmla="*/ 4 h 28"/>
                  <a:gd name="T24" fmla="*/ 32 w 44"/>
                  <a:gd name="T25" fmla="*/ 14 h 28"/>
                  <a:gd name="T26" fmla="*/ 22 w 44"/>
                  <a:gd name="T27" fmla="*/ 24 h 28"/>
                  <a:gd name="T28" fmla="*/ 12 w 44"/>
                  <a:gd name="T29" fmla="*/ 14 h 28"/>
                  <a:gd name="T30" fmla="*/ 12 w 44"/>
                  <a:gd name="T31"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28">
                    <a:moveTo>
                      <a:pt x="0" y="4"/>
                    </a:moveTo>
                    <a:cubicBezTo>
                      <a:pt x="8" y="4"/>
                      <a:pt x="8" y="4"/>
                      <a:pt x="8" y="4"/>
                    </a:cubicBezTo>
                    <a:cubicBezTo>
                      <a:pt x="8" y="14"/>
                      <a:pt x="8" y="14"/>
                      <a:pt x="8" y="14"/>
                    </a:cubicBezTo>
                    <a:cubicBezTo>
                      <a:pt x="8" y="22"/>
                      <a:pt x="14" y="28"/>
                      <a:pt x="22" y="28"/>
                    </a:cubicBezTo>
                    <a:cubicBezTo>
                      <a:pt x="30" y="28"/>
                      <a:pt x="36" y="22"/>
                      <a:pt x="36" y="14"/>
                    </a:cubicBezTo>
                    <a:cubicBezTo>
                      <a:pt x="36" y="4"/>
                      <a:pt x="36" y="4"/>
                      <a:pt x="36" y="4"/>
                    </a:cubicBezTo>
                    <a:cubicBezTo>
                      <a:pt x="44" y="4"/>
                      <a:pt x="44" y="4"/>
                      <a:pt x="44" y="4"/>
                    </a:cubicBezTo>
                    <a:cubicBezTo>
                      <a:pt x="44" y="0"/>
                      <a:pt x="44" y="0"/>
                      <a:pt x="44" y="0"/>
                    </a:cubicBezTo>
                    <a:cubicBezTo>
                      <a:pt x="0" y="0"/>
                      <a:pt x="0" y="0"/>
                      <a:pt x="0" y="0"/>
                    </a:cubicBezTo>
                    <a:lnTo>
                      <a:pt x="0" y="4"/>
                    </a:lnTo>
                    <a:close/>
                    <a:moveTo>
                      <a:pt x="12" y="4"/>
                    </a:moveTo>
                    <a:cubicBezTo>
                      <a:pt x="32" y="4"/>
                      <a:pt x="32" y="4"/>
                      <a:pt x="32" y="4"/>
                    </a:cubicBezTo>
                    <a:cubicBezTo>
                      <a:pt x="32" y="14"/>
                      <a:pt x="32" y="14"/>
                      <a:pt x="32" y="14"/>
                    </a:cubicBezTo>
                    <a:cubicBezTo>
                      <a:pt x="32" y="20"/>
                      <a:pt x="28" y="24"/>
                      <a:pt x="22" y="24"/>
                    </a:cubicBezTo>
                    <a:cubicBezTo>
                      <a:pt x="16" y="24"/>
                      <a:pt x="12" y="20"/>
                      <a:pt x="12" y="14"/>
                    </a:cubicBez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7" name="Oval 148"/>
              <p:cNvSpPr>
                <a:spLocks noChangeArrowheads="1"/>
              </p:cNvSpPr>
              <p:nvPr/>
            </p:nvSpPr>
            <p:spPr bwMode="auto">
              <a:xfrm>
                <a:off x="3536661"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8" name="Freeform 149"/>
              <p:cNvSpPr>
                <a:spLocks noEditPoints="1"/>
              </p:cNvSpPr>
              <p:nvPr/>
            </p:nvSpPr>
            <p:spPr bwMode="auto">
              <a:xfrm>
                <a:off x="3396750"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4" name="Group 33"/>
            <p:cNvGrpSpPr/>
            <p:nvPr/>
          </p:nvGrpSpPr>
          <p:grpSpPr>
            <a:xfrm>
              <a:off x="10279919" y="5722368"/>
              <a:ext cx="218527" cy="219859"/>
              <a:chOff x="3929743" y="2650828"/>
              <a:chExt cx="218527" cy="219859"/>
            </a:xfrm>
            <a:grpFill/>
          </p:grpSpPr>
          <p:sp>
            <p:nvSpPr>
              <p:cNvPr id="321" name="Freeform 150"/>
              <p:cNvSpPr>
                <a:spLocks noEditPoints="1"/>
              </p:cNvSpPr>
              <p:nvPr/>
            </p:nvSpPr>
            <p:spPr bwMode="auto">
              <a:xfrm>
                <a:off x="3991038" y="2782744"/>
                <a:ext cx="95939" cy="61294"/>
              </a:xfrm>
              <a:custGeom>
                <a:avLst/>
                <a:gdLst>
                  <a:gd name="T0" fmla="*/ 0 w 44"/>
                  <a:gd name="T1" fmla="*/ 4 h 28"/>
                  <a:gd name="T2" fmla="*/ 8 w 44"/>
                  <a:gd name="T3" fmla="*/ 4 h 28"/>
                  <a:gd name="T4" fmla="*/ 8 w 44"/>
                  <a:gd name="T5" fmla="*/ 14 h 28"/>
                  <a:gd name="T6" fmla="*/ 22 w 44"/>
                  <a:gd name="T7" fmla="*/ 28 h 28"/>
                  <a:gd name="T8" fmla="*/ 36 w 44"/>
                  <a:gd name="T9" fmla="*/ 14 h 28"/>
                  <a:gd name="T10" fmla="*/ 36 w 44"/>
                  <a:gd name="T11" fmla="*/ 4 h 28"/>
                  <a:gd name="T12" fmla="*/ 44 w 44"/>
                  <a:gd name="T13" fmla="*/ 4 h 28"/>
                  <a:gd name="T14" fmla="*/ 44 w 44"/>
                  <a:gd name="T15" fmla="*/ 0 h 28"/>
                  <a:gd name="T16" fmla="*/ 0 w 44"/>
                  <a:gd name="T17" fmla="*/ 0 h 28"/>
                  <a:gd name="T18" fmla="*/ 0 w 44"/>
                  <a:gd name="T19" fmla="*/ 4 h 28"/>
                  <a:gd name="T20" fmla="*/ 12 w 44"/>
                  <a:gd name="T21" fmla="*/ 4 h 28"/>
                  <a:gd name="T22" fmla="*/ 32 w 44"/>
                  <a:gd name="T23" fmla="*/ 4 h 28"/>
                  <a:gd name="T24" fmla="*/ 32 w 44"/>
                  <a:gd name="T25" fmla="*/ 14 h 28"/>
                  <a:gd name="T26" fmla="*/ 22 w 44"/>
                  <a:gd name="T27" fmla="*/ 24 h 28"/>
                  <a:gd name="T28" fmla="*/ 12 w 44"/>
                  <a:gd name="T29" fmla="*/ 14 h 28"/>
                  <a:gd name="T30" fmla="*/ 12 w 44"/>
                  <a:gd name="T31"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28">
                    <a:moveTo>
                      <a:pt x="0" y="4"/>
                    </a:moveTo>
                    <a:cubicBezTo>
                      <a:pt x="8" y="4"/>
                      <a:pt x="8" y="4"/>
                      <a:pt x="8" y="4"/>
                    </a:cubicBezTo>
                    <a:cubicBezTo>
                      <a:pt x="8" y="14"/>
                      <a:pt x="8" y="14"/>
                      <a:pt x="8" y="14"/>
                    </a:cubicBezTo>
                    <a:cubicBezTo>
                      <a:pt x="8" y="22"/>
                      <a:pt x="14" y="28"/>
                      <a:pt x="22" y="28"/>
                    </a:cubicBezTo>
                    <a:cubicBezTo>
                      <a:pt x="30" y="28"/>
                      <a:pt x="36" y="22"/>
                      <a:pt x="36" y="14"/>
                    </a:cubicBezTo>
                    <a:cubicBezTo>
                      <a:pt x="36" y="4"/>
                      <a:pt x="36" y="4"/>
                      <a:pt x="36" y="4"/>
                    </a:cubicBezTo>
                    <a:cubicBezTo>
                      <a:pt x="44" y="4"/>
                      <a:pt x="44" y="4"/>
                      <a:pt x="44" y="4"/>
                    </a:cubicBezTo>
                    <a:cubicBezTo>
                      <a:pt x="44" y="0"/>
                      <a:pt x="44" y="0"/>
                      <a:pt x="44" y="0"/>
                    </a:cubicBezTo>
                    <a:cubicBezTo>
                      <a:pt x="0" y="0"/>
                      <a:pt x="0" y="0"/>
                      <a:pt x="0" y="0"/>
                    </a:cubicBezTo>
                    <a:lnTo>
                      <a:pt x="0" y="4"/>
                    </a:lnTo>
                    <a:close/>
                    <a:moveTo>
                      <a:pt x="12" y="4"/>
                    </a:moveTo>
                    <a:cubicBezTo>
                      <a:pt x="32" y="4"/>
                      <a:pt x="32" y="4"/>
                      <a:pt x="32" y="4"/>
                    </a:cubicBezTo>
                    <a:cubicBezTo>
                      <a:pt x="32" y="14"/>
                      <a:pt x="32" y="14"/>
                      <a:pt x="32" y="14"/>
                    </a:cubicBezTo>
                    <a:cubicBezTo>
                      <a:pt x="32" y="20"/>
                      <a:pt x="28" y="24"/>
                      <a:pt x="22" y="24"/>
                    </a:cubicBezTo>
                    <a:cubicBezTo>
                      <a:pt x="16" y="24"/>
                      <a:pt x="12" y="20"/>
                      <a:pt x="12" y="14"/>
                    </a:cubicBez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2" name="Rectangle 151"/>
              <p:cNvSpPr>
                <a:spLocks noChangeArrowheads="1"/>
              </p:cNvSpPr>
              <p:nvPr/>
            </p:nvSpPr>
            <p:spPr bwMode="auto">
              <a:xfrm>
                <a:off x="3991038" y="2729444"/>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3" name="Oval 152"/>
              <p:cNvSpPr>
                <a:spLocks noChangeArrowheads="1"/>
              </p:cNvSpPr>
              <p:nvPr/>
            </p:nvSpPr>
            <p:spPr bwMode="auto">
              <a:xfrm>
                <a:off x="4069654"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4" name="Freeform 153"/>
              <p:cNvSpPr>
                <a:spLocks noEditPoints="1"/>
              </p:cNvSpPr>
              <p:nvPr/>
            </p:nvSpPr>
            <p:spPr bwMode="auto">
              <a:xfrm>
                <a:off x="3929743"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5" name="Group 34"/>
            <p:cNvGrpSpPr/>
            <p:nvPr/>
          </p:nvGrpSpPr>
          <p:grpSpPr>
            <a:xfrm>
              <a:off x="4977992" y="2656823"/>
              <a:ext cx="218527" cy="219859"/>
              <a:chOff x="4462736" y="2650828"/>
              <a:chExt cx="218527" cy="219859"/>
            </a:xfrm>
            <a:grpFill/>
          </p:grpSpPr>
          <p:sp>
            <p:nvSpPr>
              <p:cNvPr id="317" name="Oval 154"/>
              <p:cNvSpPr>
                <a:spLocks noChangeArrowheads="1"/>
              </p:cNvSpPr>
              <p:nvPr/>
            </p:nvSpPr>
            <p:spPr bwMode="auto">
              <a:xfrm>
                <a:off x="4602648"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8" name="Oval 155"/>
              <p:cNvSpPr>
                <a:spLocks noChangeArrowheads="1"/>
              </p:cNvSpPr>
              <p:nvPr/>
            </p:nvSpPr>
            <p:spPr bwMode="auto">
              <a:xfrm>
                <a:off x="4524031"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9" name="Freeform 156"/>
              <p:cNvSpPr>
                <a:spLocks/>
              </p:cNvSpPr>
              <p:nvPr/>
            </p:nvSpPr>
            <p:spPr bwMode="auto">
              <a:xfrm>
                <a:off x="4524031" y="2786741"/>
                <a:ext cx="95939" cy="39974"/>
              </a:xfrm>
              <a:custGeom>
                <a:avLst/>
                <a:gdLst>
                  <a:gd name="T0" fmla="*/ 22 w 44"/>
                  <a:gd name="T1" fmla="*/ 4 h 18"/>
                  <a:gd name="T2" fmla="*/ 14 w 44"/>
                  <a:gd name="T3" fmla="*/ 0 h 18"/>
                  <a:gd name="T4" fmla="*/ 0 w 44"/>
                  <a:gd name="T5" fmla="*/ 6 h 18"/>
                  <a:gd name="T6" fmla="*/ 22 w 44"/>
                  <a:gd name="T7" fmla="*/ 18 h 18"/>
                  <a:gd name="T8" fmla="*/ 44 w 44"/>
                  <a:gd name="T9" fmla="*/ 6 h 18"/>
                  <a:gd name="T10" fmla="*/ 30 w 44"/>
                  <a:gd name="T11" fmla="*/ 0 h 18"/>
                  <a:gd name="T12" fmla="*/ 22 w 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44" h="18">
                    <a:moveTo>
                      <a:pt x="22" y="4"/>
                    </a:moveTo>
                    <a:cubicBezTo>
                      <a:pt x="18" y="2"/>
                      <a:pt x="18" y="0"/>
                      <a:pt x="14" y="0"/>
                    </a:cubicBezTo>
                    <a:cubicBezTo>
                      <a:pt x="10" y="0"/>
                      <a:pt x="6" y="6"/>
                      <a:pt x="0" y="6"/>
                    </a:cubicBezTo>
                    <a:cubicBezTo>
                      <a:pt x="4" y="6"/>
                      <a:pt x="10" y="18"/>
                      <a:pt x="22" y="18"/>
                    </a:cubicBezTo>
                    <a:cubicBezTo>
                      <a:pt x="34" y="18"/>
                      <a:pt x="40" y="6"/>
                      <a:pt x="44" y="6"/>
                    </a:cubicBezTo>
                    <a:cubicBezTo>
                      <a:pt x="38" y="6"/>
                      <a:pt x="34" y="0"/>
                      <a:pt x="30" y="0"/>
                    </a:cubicBezTo>
                    <a:cubicBezTo>
                      <a:pt x="26" y="0"/>
                      <a:pt x="26" y="2"/>
                      <a:pt x="2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0" name="Freeform 157"/>
              <p:cNvSpPr>
                <a:spLocks noEditPoints="1"/>
              </p:cNvSpPr>
              <p:nvPr/>
            </p:nvSpPr>
            <p:spPr bwMode="auto">
              <a:xfrm>
                <a:off x="4462736"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6" name="Group 35"/>
            <p:cNvGrpSpPr/>
            <p:nvPr/>
          </p:nvGrpSpPr>
          <p:grpSpPr>
            <a:xfrm>
              <a:off x="6182520" y="5292152"/>
              <a:ext cx="218527" cy="219859"/>
              <a:chOff x="4995729" y="2650828"/>
              <a:chExt cx="218527" cy="219859"/>
            </a:xfrm>
            <a:grpFill/>
          </p:grpSpPr>
          <p:sp>
            <p:nvSpPr>
              <p:cNvPr id="311" name="Rectangle 158"/>
              <p:cNvSpPr>
                <a:spLocks noChangeArrowheads="1"/>
              </p:cNvSpPr>
              <p:nvPr/>
            </p:nvSpPr>
            <p:spPr bwMode="auto">
              <a:xfrm>
                <a:off x="5047697" y="2704127"/>
                <a:ext cx="3597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2" name="Oval 159"/>
              <p:cNvSpPr>
                <a:spLocks noChangeArrowheads="1"/>
              </p:cNvSpPr>
              <p:nvPr/>
            </p:nvSpPr>
            <p:spPr bwMode="auto">
              <a:xfrm>
                <a:off x="5057024"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3" name="Rectangle 160"/>
              <p:cNvSpPr>
                <a:spLocks noChangeArrowheads="1"/>
              </p:cNvSpPr>
              <p:nvPr/>
            </p:nvSpPr>
            <p:spPr bwMode="auto">
              <a:xfrm>
                <a:off x="5126313" y="2704127"/>
                <a:ext cx="3597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4" name="Oval 161"/>
              <p:cNvSpPr>
                <a:spLocks noChangeArrowheads="1"/>
              </p:cNvSpPr>
              <p:nvPr/>
            </p:nvSpPr>
            <p:spPr bwMode="auto">
              <a:xfrm>
                <a:off x="5135641"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5" name="Freeform 162"/>
              <p:cNvSpPr>
                <a:spLocks noEditPoints="1"/>
              </p:cNvSpPr>
              <p:nvPr/>
            </p:nvSpPr>
            <p:spPr bwMode="auto">
              <a:xfrm>
                <a:off x="4995729"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6" name="Freeform 163"/>
              <p:cNvSpPr>
                <a:spLocks noEditPoints="1"/>
              </p:cNvSpPr>
              <p:nvPr/>
            </p:nvSpPr>
            <p:spPr bwMode="auto">
              <a:xfrm>
                <a:off x="5047697" y="2782744"/>
                <a:ext cx="114594" cy="43972"/>
              </a:xfrm>
              <a:custGeom>
                <a:avLst/>
                <a:gdLst>
                  <a:gd name="T0" fmla="*/ 42 w 52"/>
                  <a:gd name="T1" fmla="*/ 0 h 20"/>
                  <a:gd name="T2" fmla="*/ 10 w 52"/>
                  <a:gd name="T3" fmla="*/ 0 h 20"/>
                  <a:gd name="T4" fmla="*/ 0 w 52"/>
                  <a:gd name="T5" fmla="*/ 10 h 20"/>
                  <a:gd name="T6" fmla="*/ 10 w 52"/>
                  <a:gd name="T7" fmla="*/ 20 h 20"/>
                  <a:gd name="T8" fmla="*/ 42 w 52"/>
                  <a:gd name="T9" fmla="*/ 20 h 20"/>
                  <a:gd name="T10" fmla="*/ 52 w 52"/>
                  <a:gd name="T11" fmla="*/ 10 h 20"/>
                  <a:gd name="T12" fmla="*/ 42 w 52"/>
                  <a:gd name="T13" fmla="*/ 0 h 20"/>
                  <a:gd name="T14" fmla="*/ 40 w 52"/>
                  <a:gd name="T15" fmla="*/ 4 h 20"/>
                  <a:gd name="T16" fmla="*/ 42 w 52"/>
                  <a:gd name="T17" fmla="*/ 4 h 20"/>
                  <a:gd name="T18" fmla="*/ 48 w 52"/>
                  <a:gd name="T19" fmla="*/ 8 h 20"/>
                  <a:gd name="T20" fmla="*/ 40 w 52"/>
                  <a:gd name="T21" fmla="*/ 8 h 20"/>
                  <a:gd name="T22" fmla="*/ 40 w 52"/>
                  <a:gd name="T23" fmla="*/ 4 h 20"/>
                  <a:gd name="T24" fmla="*/ 12 w 52"/>
                  <a:gd name="T25" fmla="*/ 16 h 20"/>
                  <a:gd name="T26" fmla="*/ 10 w 52"/>
                  <a:gd name="T27" fmla="*/ 16 h 20"/>
                  <a:gd name="T28" fmla="*/ 4 w 52"/>
                  <a:gd name="T29" fmla="*/ 12 h 20"/>
                  <a:gd name="T30" fmla="*/ 12 w 52"/>
                  <a:gd name="T31" fmla="*/ 12 h 20"/>
                  <a:gd name="T32" fmla="*/ 12 w 52"/>
                  <a:gd name="T33" fmla="*/ 16 h 20"/>
                  <a:gd name="T34" fmla="*/ 12 w 52"/>
                  <a:gd name="T35" fmla="*/ 8 h 20"/>
                  <a:gd name="T36" fmla="*/ 4 w 52"/>
                  <a:gd name="T37" fmla="*/ 8 h 20"/>
                  <a:gd name="T38" fmla="*/ 10 w 52"/>
                  <a:gd name="T39" fmla="*/ 4 h 20"/>
                  <a:gd name="T40" fmla="*/ 12 w 52"/>
                  <a:gd name="T41" fmla="*/ 4 h 20"/>
                  <a:gd name="T42" fmla="*/ 12 w 52"/>
                  <a:gd name="T43" fmla="*/ 8 h 20"/>
                  <a:gd name="T44" fmla="*/ 24 w 52"/>
                  <a:gd name="T45" fmla="*/ 16 h 20"/>
                  <a:gd name="T46" fmla="*/ 16 w 52"/>
                  <a:gd name="T47" fmla="*/ 16 h 20"/>
                  <a:gd name="T48" fmla="*/ 16 w 52"/>
                  <a:gd name="T49" fmla="*/ 12 h 20"/>
                  <a:gd name="T50" fmla="*/ 24 w 52"/>
                  <a:gd name="T51" fmla="*/ 12 h 20"/>
                  <a:gd name="T52" fmla="*/ 24 w 52"/>
                  <a:gd name="T53" fmla="*/ 16 h 20"/>
                  <a:gd name="T54" fmla="*/ 24 w 52"/>
                  <a:gd name="T55" fmla="*/ 8 h 20"/>
                  <a:gd name="T56" fmla="*/ 16 w 52"/>
                  <a:gd name="T57" fmla="*/ 8 h 20"/>
                  <a:gd name="T58" fmla="*/ 16 w 52"/>
                  <a:gd name="T59" fmla="*/ 4 h 20"/>
                  <a:gd name="T60" fmla="*/ 24 w 52"/>
                  <a:gd name="T61" fmla="*/ 4 h 20"/>
                  <a:gd name="T62" fmla="*/ 24 w 52"/>
                  <a:gd name="T63" fmla="*/ 8 h 20"/>
                  <a:gd name="T64" fmla="*/ 36 w 52"/>
                  <a:gd name="T65" fmla="*/ 16 h 20"/>
                  <a:gd name="T66" fmla="*/ 28 w 52"/>
                  <a:gd name="T67" fmla="*/ 16 h 20"/>
                  <a:gd name="T68" fmla="*/ 28 w 52"/>
                  <a:gd name="T69" fmla="*/ 12 h 20"/>
                  <a:gd name="T70" fmla="*/ 36 w 52"/>
                  <a:gd name="T71" fmla="*/ 12 h 20"/>
                  <a:gd name="T72" fmla="*/ 36 w 52"/>
                  <a:gd name="T73" fmla="*/ 16 h 20"/>
                  <a:gd name="T74" fmla="*/ 36 w 52"/>
                  <a:gd name="T75" fmla="*/ 8 h 20"/>
                  <a:gd name="T76" fmla="*/ 28 w 52"/>
                  <a:gd name="T77" fmla="*/ 8 h 20"/>
                  <a:gd name="T78" fmla="*/ 28 w 52"/>
                  <a:gd name="T79" fmla="*/ 4 h 20"/>
                  <a:gd name="T80" fmla="*/ 36 w 52"/>
                  <a:gd name="T81" fmla="*/ 4 h 20"/>
                  <a:gd name="T82" fmla="*/ 36 w 52"/>
                  <a:gd name="T83" fmla="*/ 8 h 20"/>
                  <a:gd name="T84" fmla="*/ 42 w 52"/>
                  <a:gd name="T85" fmla="*/ 16 h 20"/>
                  <a:gd name="T86" fmla="*/ 40 w 52"/>
                  <a:gd name="T87" fmla="*/ 16 h 20"/>
                  <a:gd name="T88" fmla="*/ 40 w 52"/>
                  <a:gd name="T89" fmla="*/ 12 h 20"/>
                  <a:gd name="T90" fmla="*/ 48 w 52"/>
                  <a:gd name="T91" fmla="*/ 12 h 20"/>
                  <a:gd name="T92" fmla="*/ 42 w 52"/>
                  <a:gd name="T93"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 h="20">
                    <a:moveTo>
                      <a:pt x="42" y="0"/>
                    </a:moveTo>
                    <a:cubicBezTo>
                      <a:pt x="10" y="0"/>
                      <a:pt x="10" y="0"/>
                      <a:pt x="10" y="0"/>
                    </a:cubicBezTo>
                    <a:cubicBezTo>
                      <a:pt x="4" y="0"/>
                      <a:pt x="0" y="4"/>
                      <a:pt x="0" y="10"/>
                    </a:cubicBezTo>
                    <a:cubicBezTo>
                      <a:pt x="0" y="16"/>
                      <a:pt x="4" y="20"/>
                      <a:pt x="10" y="20"/>
                    </a:cubicBezTo>
                    <a:cubicBezTo>
                      <a:pt x="42" y="20"/>
                      <a:pt x="42" y="20"/>
                      <a:pt x="42" y="20"/>
                    </a:cubicBezTo>
                    <a:cubicBezTo>
                      <a:pt x="48" y="20"/>
                      <a:pt x="52" y="16"/>
                      <a:pt x="52" y="10"/>
                    </a:cubicBezTo>
                    <a:cubicBezTo>
                      <a:pt x="52" y="4"/>
                      <a:pt x="48" y="0"/>
                      <a:pt x="42" y="0"/>
                    </a:cubicBezTo>
                    <a:close/>
                    <a:moveTo>
                      <a:pt x="40" y="4"/>
                    </a:moveTo>
                    <a:cubicBezTo>
                      <a:pt x="42" y="4"/>
                      <a:pt x="42" y="4"/>
                      <a:pt x="42" y="4"/>
                    </a:cubicBezTo>
                    <a:cubicBezTo>
                      <a:pt x="45" y="4"/>
                      <a:pt x="47" y="6"/>
                      <a:pt x="48" y="8"/>
                    </a:cubicBezTo>
                    <a:cubicBezTo>
                      <a:pt x="40" y="8"/>
                      <a:pt x="40" y="8"/>
                      <a:pt x="40" y="8"/>
                    </a:cubicBezTo>
                    <a:lnTo>
                      <a:pt x="40" y="4"/>
                    </a:lnTo>
                    <a:close/>
                    <a:moveTo>
                      <a:pt x="12" y="16"/>
                    </a:moveTo>
                    <a:cubicBezTo>
                      <a:pt x="10" y="16"/>
                      <a:pt x="10" y="16"/>
                      <a:pt x="10" y="16"/>
                    </a:cubicBezTo>
                    <a:cubicBezTo>
                      <a:pt x="7" y="16"/>
                      <a:pt x="5" y="14"/>
                      <a:pt x="4" y="12"/>
                    </a:cubicBezTo>
                    <a:cubicBezTo>
                      <a:pt x="12" y="12"/>
                      <a:pt x="12" y="12"/>
                      <a:pt x="12" y="12"/>
                    </a:cubicBezTo>
                    <a:lnTo>
                      <a:pt x="12" y="16"/>
                    </a:lnTo>
                    <a:close/>
                    <a:moveTo>
                      <a:pt x="12" y="8"/>
                    </a:moveTo>
                    <a:cubicBezTo>
                      <a:pt x="4" y="8"/>
                      <a:pt x="4" y="8"/>
                      <a:pt x="4" y="8"/>
                    </a:cubicBezTo>
                    <a:cubicBezTo>
                      <a:pt x="5" y="6"/>
                      <a:pt x="7" y="4"/>
                      <a:pt x="10" y="4"/>
                    </a:cubicBezTo>
                    <a:cubicBezTo>
                      <a:pt x="12" y="4"/>
                      <a:pt x="12" y="4"/>
                      <a:pt x="12" y="4"/>
                    </a:cubicBezTo>
                    <a:lnTo>
                      <a:pt x="12" y="8"/>
                    </a:lnTo>
                    <a:close/>
                    <a:moveTo>
                      <a:pt x="24" y="16"/>
                    </a:moveTo>
                    <a:cubicBezTo>
                      <a:pt x="16" y="16"/>
                      <a:pt x="16" y="16"/>
                      <a:pt x="16" y="16"/>
                    </a:cubicBezTo>
                    <a:cubicBezTo>
                      <a:pt x="16" y="12"/>
                      <a:pt x="16" y="12"/>
                      <a:pt x="16" y="12"/>
                    </a:cubicBezTo>
                    <a:cubicBezTo>
                      <a:pt x="24" y="12"/>
                      <a:pt x="24" y="12"/>
                      <a:pt x="24" y="12"/>
                    </a:cubicBezTo>
                    <a:lnTo>
                      <a:pt x="24" y="16"/>
                    </a:lnTo>
                    <a:close/>
                    <a:moveTo>
                      <a:pt x="24" y="8"/>
                    </a:moveTo>
                    <a:cubicBezTo>
                      <a:pt x="16" y="8"/>
                      <a:pt x="16" y="8"/>
                      <a:pt x="16" y="8"/>
                    </a:cubicBezTo>
                    <a:cubicBezTo>
                      <a:pt x="16" y="4"/>
                      <a:pt x="16" y="4"/>
                      <a:pt x="16" y="4"/>
                    </a:cubicBezTo>
                    <a:cubicBezTo>
                      <a:pt x="24" y="4"/>
                      <a:pt x="24" y="4"/>
                      <a:pt x="24" y="4"/>
                    </a:cubicBezTo>
                    <a:lnTo>
                      <a:pt x="24" y="8"/>
                    </a:lnTo>
                    <a:close/>
                    <a:moveTo>
                      <a:pt x="36" y="16"/>
                    </a:moveTo>
                    <a:cubicBezTo>
                      <a:pt x="28" y="16"/>
                      <a:pt x="28" y="16"/>
                      <a:pt x="28" y="16"/>
                    </a:cubicBezTo>
                    <a:cubicBezTo>
                      <a:pt x="28" y="12"/>
                      <a:pt x="28" y="12"/>
                      <a:pt x="28" y="12"/>
                    </a:cubicBezTo>
                    <a:cubicBezTo>
                      <a:pt x="36" y="12"/>
                      <a:pt x="36" y="12"/>
                      <a:pt x="36" y="12"/>
                    </a:cubicBezTo>
                    <a:lnTo>
                      <a:pt x="36" y="16"/>
                    </a:lnTo>
                    <a:close/>
                    <a:moveTo>
                      <a:pt x="36" y="8"/>
                    </a:moveTo>
                    <a:cubicBezTo>
                      <a:pt x="28" y="8"/>
                      <a:pt x="28" y="8"/>
                      <a:pt x="28" y="8"/>
                    </a:cubicBezTo>
                    <a:cubicBezTo>
                      <a:pt x="28" y="4"/>
                      <a:pt x="28" y="4"/>
                      <a:pt x="28" y="4"/>
                    </a:cubicBezTo>
                    <a:cubicBezTo>
                      <a:pt x="36" y="4"/>
                      <a:pt x="36" y="4"/>
                      <a:pt x="36" y="4"/>
                    </a:cubicBezTo>
                    <a:lnTo>
                      <a:pt x="36" y="8"/>
                    </a:lnTo>
                    <a:close/>
                    <a:moveTo>
                      <a:pt x="42" y="16"/>
                    </a:moveTo>
                    <a:cubicBezTo>
                      <a:pt x="40" y="16"/>
                      <a:pt x="40" y="16"/>
                      <a:pt x="40" y="16"/>
                    </a:cubicBezTo>
                    <a:cubicBezTo>
                      <a:pt x="40" y="12"/>
                      <a:pt x="40" y="12"/>
                      <a:pt x="40" y="12"/>
                    </a:cubicBezTo>
                    <a:cubicBezTo>
                      <a:pt x="48" y="12"/>
                      <a:pt x="48" y="12"/>
                      <a:pt x="48" y="12"/>
                    </a:cubicBezTo>
                    <a:cubicBezTo>
                      <a:pt x="47" y="14"/>
                      <a:pt x="45" y="16"/>
                      <a:pt x="4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7" name="Group 36"/>
            <p:cNvGrpSpPr/>
            <p:nvPr/>
          </p:nvGrpSpPr>
          <p:grpSpPr>
            <a:xfrm>
              <a:off x="7532778" y="6479095"/>
              <a:ext cx="218527" cy="219859"/>
              <a:chOff x="5528723" y="2650828"/>
              <a:chExt cx="218527" cy="219859"/>
            </a:xfrm>
            <a:grpFill/>
          </p:grpSpPr>
          <p:sp>
            <p:nvSpPr>
              <p:cNvPr id="305" name="Freeform 164"/>
              <p:cNvSpPr>
                <a:spLocks/>
              </p:cNvSpPr>
              <p:nvPr/>
            </p:nvSpPr>
            <p:spPr bwMode="auto">
              <a:xfrm>
                <a:off x="5590017" y="2704127"/>
                <a:ext cx="34645" cy="25317"/>
              </a:xfrm>
              <a:custGeom>
                <a:avLst/>
                <a:gdLst>
                  <a:gd name="T0" fmla="*/ 26 w 26"/>
                  <a:gd name="T1" fmla="*/ 14 h 19"/>
                  <a:gd name="T2" fmla="*/ 3 w 26"/>
                  <a:gd name="T3" fmla="*/ 0 h 19"/>
                  <a:gd name="T4" fmla="*/ 0 w 26"/>
                  <a:gd name="T5" fmla="*/ 5 h 19"/>
                  <a:gd name="T6" fmla="*/ 23 w 26"/>
                  <a:gd name="T7" fmla="*/ 19 h 19"/>
                  <a:gd name="T8" fmla="*/ 26 w 26"/>
                  <a:gd name="T9" fmla="*/ 14 h 19"/>
                </a:gdLst>
                <a:ahLst/>
                <a:cxnLst>
                  <a:cxn ang="0">
                    <a:pos x="T0" y="T1"/>
                  </a:cxn>
                  <a:cxn ang="0">
                    <a:pos x="T2" y="T3"/>
                  </a:cxn>
                  <a:cxn ang="0">
                    <a:pos x="T4" y="T5"/>
                  </a:cxn>
                  <a:cxn ang="0">
                    <a:pos x="T6" y="T7"/>
                  </a:cxn>
                  <a:cxn ang="0">
                    <a:pos x="T8" y="T9"/>
                  </a:cxn>
                </a:cxnLst>
                <a:rect l="0" t="0" r="r" b="b"/>
                <a:pathLst>
                  <a:path w="26" h="19">
                    <a:moveTo>
                      <a:pt x="26" y="14"/>
                    </a:moveTo>
                    <a:lnTo>
                      <a:pt x="3" y="0"/>
                    </a:lnTo>
                    <a:lnTo>
                      <a:pt x="0" y="5"/>
                    </a:lnTo>
                    <a:lnTo>
                      <a:pt x="23" y="19"/>
                    </a:lnTo>
                    <a:lnTo>
                      <a:pt x="26"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6" name="Oval 165"/>
              <p:cNvSpPr>
                <a:spLocks noChangeArrowheads="1"/>
              </p:cNvSpPr>
              <p:nvPr/>
            </p:nvSpPr>
            <p:spPr bwMode="auto">
              <a:xfrm>
                <a:off x="5590017"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7" name="Freeform 166"/>
              <p:cNvSpPr>
                <a:spLocks/>
              </p:cNvSpPr>
              <p:nvPr/>
            </p:nvSpPr>
            <p:spPr bwMode="auto">
              <a:xfrm>
                <a:off x="5651311" y="2704127"/>
                <a:ext cx="34645" cy="25317"/>
              </a:xfrm>
              <a:custGeom>
                <a:avLst/>
                <a:gdLst>
                  <a:gd name="T0" fmla="*/ 26 w 26"/>
                  <a:gd name="T1" fmla="*/ 5 h 19"/>
                  <a:gd name="T2" fmla="*/ 23 w 26"/>
                  <a:gd name="T3" fmla="*/ 0 h 19"/>
                  <a:gd name="T4" fmla="*/ 0 w 26"/>
                  <a:gd name="T5" fmla="*/ 14 h 19"/>
                  <a:gd name="T6" fmla="*/ 3 w 26"/>
                  <a:gd name="T7" fmla="*/ 19 h 19"/>
                  <a:gd name="T8" fmla="*/ 26 w 26"/>
                  <a:gd name="T9" fmla="*/ 5 h 19"/>
                </a:gdLst>
                <a:ahLst/>
                <a:cxnLst>
                  <a:cxn ang="0">
                    <a:pos x="T0" y="T1"/>
                  </a:cxn>
                  <a:cxn ang="0">
                    <a:pos x="T2" y="T3"/>
                  </a:cxn>
                  <a:cxn ang="0">
                    <a:pos x="T4" y="T5"/>
                  </a:cxn>
                  <a:cxn ang="0">
                    <a:pos x="T6" y="T7"/>
                  </a:cxn>
                  <a:cxn ang="0">
                    <a:pos x="T8" y="T9"/>
                  </a:cxn>
                </a:cxnLst>
                <a:rect l="0" t="0" r="r" b="b"/>
                <a:pathLst>
                  <a:path w="26" h="19">
                    <a:moveTo>
                      <a:pt x="26" y="5"/>
                    </a:moveTo>
                    <a:lnTo>
                      <a:pt x="23" y="0"/>
                    </a:lnTo>
                    <a:lnTo>
                      <a:pt x="0" y="14"/>
                    </a:lnTo>
                    <a:lnTo>
                      <a:pt x="3" y="19"/>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8" name="Oval 167"/>
              <p:cNvSpPr>
                <a:spLocks noChangeArrowheads="1"/>
              </p:cNvSpPr>
              <p:nvPr/>
            </p:nvSpPr>
            <p:spPr bwMode="auto">
              <a:xfrm>
                <a:off x="5668634"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9" name="Freeform 168"/>
              <p:cNvSpPr>
                <a:spLocks noEditPoints="1"/>
              </p:cNvSpPr>
              <p:nvPr/>
            </p:nvSpPr>
            <p:spPr bwMode="auto">
              <a:xfrm>
                <a:off x="5580690" y="2782744"/>
                <a:ext cx="114594" cy="43972"/>
              </a:xfrm>
              <a:custGeom>
                <a:avLst/>
                <a:gdLst>
                  <a:gd name="T0" fmla="*/ 42 w 52"/>
                  <a:gd name="T1" fmla="*/ 0 h 20"/>
                  <a:gd name="T2" fmla="*/ 10 w 52"/>
                  <a:gd name="T3" fmla="*/ 0 h 20"/>
                  <a:gd name="T4" fmla="*/ 0 w 52"/>
                  <a:gd name="T5" fmla="*/ 10 h 20"/>
                  <a:gd name="T6" fmla="*/ 10 w 52"/>
                  <a:gd name="T7" fmla="*/ 20 h 20"/>
                  <a:gd name="T8" fmla="*/ 42 w 52"/>
                  <a:gd name="T9" fmla="*/ 20 h 20"/>
                  <a:gd name="T10" fmla="*/ 52 w 52"/>
                  <a:gd name="T11" fmla="*/ 10 h 20"/>
                  <a:gd name="T12" fmla="*/ 42 w 52"/>
                  <a:gd name="T13" fmla="*/ 0 h 20"/>
                  <a:gd name="T14" fmla="*/ 40 w 52"/>
                  <a:gd name="T15" fmla="*/ 4 h 20"/>
                  <a:gd name="T16" fmla="*/ 42 w 52"/>
                  <a:gd name="T17" fmla="*/ 4 h 20"/>
                  <a:gd name="T18" fmla="*/ 48 w 52"/>
                  <a:gd name="T19" fmla="*/ 8 h 20"/>
                  <a:gd name="T20" fmla="*/ 40 w 52"/>
                  <a:gd name="T21" fmla="*/ 8 h 20"/>
                  <a:gd name="T22" fmla="*/ 40 w 52"/>
                  <a:gd name="T23" fmla="*/ 4 h 20"/>
                  <a:gd name="T24" fmla="*/ 12 w 52"/>
                  <a:gd name="T25" fmla="*/ 16 h 20"/>
                  <a:gd name="T26" fmla="*/ 10 w 52"/>
                  <a:gd name="T27" fmla="*/ 16 h 20"/>
                  <a:gd name="T28" fmla="*/ 4 w 52"/>
                  <a:gd name="T29" fmla="*/ 12 h 20"/>
                  <a:gd name="T30" fmla="*/ 12 w 52"/>
                  <a:gd name="T31" fmla="*/ 12 h 20"/>
                  <a:gd name="T32" fmla="*/ 12 w 52"/>
                  <a:gd name="T33" fmla="*/ 16 h 20"/>
                  <a:gd name="T34" fmla="*/ 12 w 52"/>
                  <a:gd name="T35" fmla="*/ 8 h 20"/>
                  <a:gd name="T36" fmla="*/ 4 w 52"/>
                  <a:gd name="T37" fmla="*/ 8 h 20"/>
                  <a:gd name="T38" fmla="*/ 10 w 52"/>
                  <a:gd name="T39" fmla="*/ 4 h 20"/>
                  <a:gd name="T40" fmla="*/ 12 w 52"/>
                  <a:gd name="T41" fmla="*/ 4 h 20"/>
                  <a:gd name="T42" fmla="*/ 12 w 52"/>
                  <a:gd name="T43" fmla="*/ 8 h 20"/>
                  <a:gd name="T44" fmla="*/ 24 w 52"/>
                  <a:gd name="T45" fmla="*/ 16 h 20"/>
                  <a:gd name="T46" fmla="*/ 16 w 52"/>
                  <a:gd name="T47" fmla="*/ 16 h 20"/>
                  <a:gd name="T48" fmla="*/ 16 w 52"/>
                  <a:gd name="T49" fmla="*/ 12 h 20"/>
                  <a:gd name="T50" fmla="*/ 24 w 52"/>
                  <a:gd name="T51" fmla="*/ 12 h 20"/>
                  <a:gd name="T52" fmla="*/ 24 w 52"/>
                  <a:gd name="T53" fmla="*/ 16 h 20"/>
                  <a:gd name="T54" fmla="*/ 24 w 52"/>
                  <a:gd name="T55" fmla="*/ 8 h 20"/>
                  <a:gd name="T56" fmla="*/ 16 w 52"/>
                  <a:gd name="T57" fmla="*/ 8 h 20"/>
                  <a:gd name="T58" fmla="*/ 16 w 52"/>
                  <a:gd name="T59" fmla="*/ 4 h 20"/>
                  <a:gd name="T60" fmla="*/ 24 w 52"/>
                  <a:gd name="T61" fmla="*/ 4 h 20"/>
                  <a:gd name="T62" fmla="*/ 24 w 52"/>
                  <a:gd name="T63" fmla="*/ 8 h 20"/>
                  <a:gd name="T64" fmla="*/ 36 w 52"/>
                  <a:gd name="T65" fmla="*/ 16 h 20"/>
                  <a:gd name="T66" fmla="*/ 28 w 52"/>
                  <a:gd name="T67" fmla="*/ 16 h 20"/>
                  <a:gd name="T68" fmla="*/ 28 w 52"/>
                  <a:gd name="T69" fmla="*/ 12 h 20"/>
                  <a:gd name="T70" fmla="*/ 36 w 52"/>
                  <a:gd name="T71" fmla="*/ 12 h 20"/>
                  <a:gd name="T72" fmla="*/ 36 w 52"/>
                  <a:gd name="T73" fmla="*/ 16 h 20"/>
                  <a:gd name="T74" fmla="*/ 36 w 52"/>
                  <a:gd name="T75" fmla="*/ 8 h 20"/>
                  <a:gd name="T76" fmla="*/ 28 w 52"/>
                  <a:gd name="T77" fmla="*/ 8 h 20"/>
                  <a:gd name="T78" fmla="*/ 28 w 52"/>
                  <a:gd name="T79" fmla="*/ 4 h 20"/>
                  <a:gd name="T80" fmla="*/ 36 w 52"/>
                  <a:gd name="T81" fmla="*/ 4 h 20"/>
                  <a:gd name="T82" fmla="*/ 36 w 52"/>
                  <a:gd name="T83" fmla="*/ 8 h 20"/>
                  <a:gd name="T84" fmla="*/ 42 w 52"/>
                  <a:gd name="T85" fmla="*/ 16 h 20"/>
                  <a:gd name="T86" fmla="*/ 40 w 52"/>
                  <a:gd name="T87" fmla="*/ 16 h 20"/>
                  <a:gd name="T88" fmla="*/ 40 w 52"/>
                  <a:gd name="T89" fmla="*/ 12 h 20"/>
                  <a:gd name="T90" fmla="*/ 48 w 52"/>
                  <a:gd name="T91" fmla="*/ 12 h 20"/>
                  <a:gd name="T92" fmla="*/ 42 w 52"/>
                  <a:gd name="T93"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 h="20">
                    <a:moveTo>
                      <a:pt x="42" y="0"/>
                    </a:moveTo>
                    <a:cubicBezTo>
                      <a:pt x="10" y="0"/>
                      <a:pt x="10" y="0"/>
                      <a:pt x="10" y="0"/>
                    </a:cubicBezTo>
                    <a:cubicBezTo>
                      <a:pt x="4" y="0"/>
                      <a:pt x="0" y="4"/>
                      <a:pt x="0" y="10"/>
                    </a:cubicBezTo>
                    <a:cubicBezTo>
                      <a:pt x="0" y="16"/>
                      <a:pt x="4" y="20"/>
                      <a:pt x="10" y="20"/>
                    </a:cubicBezTo>
                    <a:cubicBezTo>
                      <a:pt x="42" y="20"/>
                      <a:pt x="42" y="20"/>
                      <a:pt x="42" y="20"/>
                    </a:cubicBezTo>
                    <a:cubicBezTo>
                      <a:pt x="48" y="20"/>
                      <a:pt x="52" y="16"/>
                      <a:pt x="52" y="10"/>
                    </a:cubicBezTo>
                    <a:cubicBezTo>
                      <a:pt x="52" y="4"/>
                      <a:pt x="48" y="0"/>
                      <a:pt x="42" y="0"/>
                    </a:cubicBezTo>
                    <a:close/>
                    <a:moveTo>
                      <a:pt x="40" y="4"/>
                    </a:moveTo>
                    <a:cubicBezTo>
                      <a:pt x="42" y="4"/>
                      <a:pt x="42" y="4"/>
                      <a:pt x="42" y="4"/>
                    </a:cubicBezTo>
                    <a:cubicBezTo>
                      <a:pt x="45" y="4"/>
                      <a:pt x="47" y="6"/>
                      <a:pt x="48" y="8"/>
                    </a:cubicBezTo>
                    <a:cubicBezTo>
                      <a:pt x="40" y="8"/>
                      <a:pt x="40" y="8"/>
                      <a:pt x="40" y="8"/>
                    </a:cubicBezTo>
                    <a:lnTo>
                      <a:pt x="40" y="4"/>
                    </a:lnTo>
                    <a:close/>
                    <a:moveTo>
                      <a:pt x="12" y="16"/>
                    </a:moveTo>
                    <a:cubicBezTo>
                      <a:pt x="10" y="16"/>
                      <a:pt x="10" y="16"/>
                      <a:pt x="10" y="16"/>
                    </a:cubicBezTo>
                    <a:cubicBezTo>
                      <a:pt x="7" y="16"/>
                      <a:pt x="5" y="14"/>
                      <a:pt x="4" y="12"/>
                    </a:cubicBezTo>
                    <a:cubicBezTo>
                      <a:pt x="12" y="12"/>
                      <a:pt x="12" y="12"/>
                      <a:pt x="12" y="12"/>
                    </a:cubicBezTo>
                    <a:lnTo>
                      <a:pt x="12" y="16"/>
                    </a:lnTo>
                    <a:close/>
                    <a:moveTo>
                      <a:pt x="12" y="8"/>
                    </a:moveTo>
                    <a:cubicBezTo>
                      <a:pt x="4" y="8"/>
                      <a:pt x="4" y="8"/>
                      <a:pt x="4" y="8"/>
                    </a:cubicBezTo>
                    <a:cubicBezTo>
                      <a:pt x="5" y="6"/>
                      <a:pt x="7" y="4"/>
                      <a:pt x="10" y="4"/>
                    </a:cubicBezTo>
                    <a:cubicBezTo>
                      <a:pt x="12" y="4"/>
                      <a:pt x="12" y="4"/>
                      <a:pt x="12" y="4"/>
                    </a:cubicBezTo>
                    <a:lnTo>
                      <a:pt x="12" y="8"/>
                    </a:lnTo>
                    <a:close/>
                    <a:moveTo>
                      <a:pt x="24" y="16"/>
                    </a:moveTo>
                    <a:cubicBezTo>
                      <a:pt x="16" y="16"/>
                      <a:pt x="16" y="16"/>
                      <a:pt x="16" y="16"/>
                    </a:cubicBezTo>
                    <a:cubicBezTo>
                      <a:pt x="16" y="12"/>
                      <a:pt x="16" y="12"/>
                      <a:pt x="16" y="12"/>
                    </a:cubicBezTo>
                    <a:cubicBezTo>
                      <a:pt x="24" y="12"/>
                      <a:pt x="24" y="12"/>
                      <a:pt x="24" y="12"/>
                    </a:cubicBezTo>
                    <a:lnTo>
                      <a:pt x="24" y="16"/>
                    </a:lnTo>
                    <a:close/>
                    <a:moveTo>
                      <a:pt x="24" y="8"/>
                    </a:moveTo>
                    <a:cubicBezTo>
                      <a:pt x="16" y="8"/>
                      <a:pt x="16" y="8"/>
                      <a:pt x="16" y="8"/>
                    </a:cubicBezTo>
                    <a:cubicBezTo>
                      <a:pt x="16" y="4"/>
                      <a:pt x="16" y="4"/>
                      <a:pt x="16" y="4"/>
                    </a:cubicBezTo>
                    <a:cubicBezTo>
                      <a:pt x="24" y="4"/>
                      <a:pt x="24" y="4"/>
                      <a:pt x="24" y="4"/>
                    </a:cubicBezTo>
                    <a:lnTo>
                      <a:pt x="24" y="8"/>
                    </a:lnTo>
                    <a:close/>
                    <a:moveTo>
                      <a:pt x="36" y="16"/>
                    </a:moveTo>
                    <a:cubicBezTo>
                      <a:pt x="28" y="16"/>
                      <a:pt x="28" y="16"/>
                      <a:pt x="28" y="16"/>
                    </a:cubicBezTo>
                    <a:cubicBezTo>
                      <a:pt x="28" y="12"/>
                      <a:pt x="28" y="12"/>
                      <a:pt x="28" y="12"/>
                    </a:cubicBezTo>
                    <a:cubicBezTo>
                      <a:pt x="36" y="12"/>
                      <a:pt x="36" y="12"/>
                      <a:pt x="36" y="12"/>
                    </a:cubicBezTo>
                    <a:lnTo>
                      <a:pt x="36" y="16"/>
                    </a:lnTo>
                    <a:close/>
                    <a:moveTo>
                      <a:pt x="36" y="8"/>
                    </a:moveTo>
                    <a:cubicBezTo>
                      <a:pt x="28" y="8"/>
                      <a:pt x="28" y="8"/>
                      <a:pt x="28" y="8"/>
                    </a:cubicBezTo>
                    <a:cubicBezTo>
                      <a:pt x="28" y="4"/>
                      <a:pt x="28" y="4"/>
                      <a:pt x="28" y="4"/>
                    </a:cubicBezTo>
                    <a:cubicBezTo>
                      <a:pt x="36" y="4"/>
                      <a:pt x="36" y="4"/>
                      <a:pt x="36" y="4"/>
                    </a:cubicBezTo>
                    <a:lnTo>
                      <a:pt x="36" y="8"/>
                    </a:lnTo>
                    <a:close/>
                    <a:moveTo>
                      <a:pt x="42" y="16"/>
                    </a:moveTo>
                    <a:cubicBezTo>
                      <a:pt x="40" y="16"/>
                      <a:pt x="40" y="16"/>
                      <a:pt x="40" y="16"/>
                    </a:cubicBezTo>
                    <a:cubicBezTo>
                      <a:pt x="40" y="12"/>
                      <a:pt x="40" y="12"/>
                      <a:pt x="40" y="12"/>
                    </a:cubicBezTo>
                    <a:cubicBezTo>
                      <a:pt x="48" y="12"/>
                      <a:pt x="48" y="12"/>
                      <a:pt x="48" y="12"/>
                    </a:cubicBezTo>
                    <a:cubicBezTo>
                      <a:pt x="47" y="14"/>
                      <a:pt x="45" y="16"/>
                      <a:pt x="4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0" name="Freeform 169"/>
              <p:cNvSpPr>
                <a:spLocks noEditPoints="1"/>
              </p:cNvSpPr>
              <p:nvPr/>
            </p:nvSpPr>
            <p:spPr bwMode="auto">
              <a:xfrm>
                <a:off x="5528723"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8" name="Group 37"/>
            <p:cNvGrpSpPr/>
            <p:nvPr/>
          </p:nvGrpSpPr>
          <p:grpSpPr>
            <a:xfrm>
              <a:off x="10266595" y="2929031"/>
              <a:ext cx="218527" cy="219859"/>
              <a:chOff x="6061716" y="2650828"/>
              <a:chExt cx="218527" cy="219859"/>
            </a:xfrm>
            <a:grpFill/>
          </p:grpSpPr>
          <p:sp>
            <p:nvSpPr>
              <p:cNvPr id="299" name="Oval 170"/>
              <p:cNvSpPr>
                <a:spLocks noChangeArrowheads="1"/>
              </p:cNvSpPr>
              <p:nvPr/>
            </p:nvSpPr>
            <p:spPr bwMode="auto">
              <a:xfrm>
                <a:off x="6123010"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0" name="Rectangle 171"/>
              <p:cNvSpPr>
                <a:spLocks noChangeArrowheads="1"/>
              </p:cNvSpPr>
              <p:nvPr/>
            </p:nvSpPr>
            <p:spPr bwMode="auto">
              <a:xfrm>
                <a:off x="6115015"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1" name="Freeform 172"/>
              <p:cNvSpPr>
                <a:spLocks noEditPoints="1"/>
              </p:cNvSpPr>
              <p:nvPr/>
            </p:nvSpPr>
            <p:spPr bwMode="auto">
              <a:xfrm>
                <a:off x="6149659" y="2782744"/>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2" name="Freeform 173"/>
              <p:cNvSpPr>
                <a:spLocks noEditPoints="1"/>
              </p:cNvSpPr>
              <p:nvPr/>
            </p:nvSpPr>
            <p:spPr bwMode="auto">
              <a:xfrm>
                <a:off x="6061716"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3" name="Oval 174"/>
              <p:cNvSpPr>
                <a:spLocks noChangeArrowheads="1"/>
              </p:cNvSpPr>
              <p:nvPr/>
            </p:nvSpPr>
            <p:spPr bwMode="auto">
              <a:xfrm>
                <a:off x="6201627"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4" name="Rectangle 175"/>
              <p:cNvSpPr>
                <a:spLocks noChangeArrowheads="1"/>
              </p:cNvSpPr>
              <p:nvPr/>
            </p:nvSpPr>
            <p:spPr bwMode="auto">
              <a:xfrm>
                <a:off x="6193632"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9" name="Group 38"/>
            <p:cNvGrpSpPr/>
            <p:nvPr/>
          </p:nvGrpSpPr>
          <p:grpSpPr>
            <a:xfrm>
              <a:off x="11319916" y="5170755"/>
              <a:ext cx="218527" cy="219859"/>
              <a:chOff x="6594709" y="2650828"/>
              <a:chExt cx="218527" cy="219859"/>
            </a:xfrm>
            <a:grpFill/>
          </p:grpSpPr>
          <p:sp>
            <p:nvSpPr>
              <p:cNvPr id="293" name="Oval 176"/>
              <p:cNvSpPr>
                <a:spLocks noChangeArrowheads="1"/>
              </p:cNvSpPr>
              <p:nvPr/>
            </p:nvSpPr>
            <p:spPr bwMode="auto">
              <a:xfrm>
                <a:off x="6656003"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4" name="Freeform 177"/>
              <p:cNvSpPr>
                <a:spLocks/>
              </p:cNvSpPr>
              <p:nvPr/>
            </p:nvSpPr>
            <p:spPr bwMode="auto">
              <a:xfrm>
                <a:off x="6638681" y="2704127"/>
                <a:ext cx="34645" cy="25317"/>
              </a:xfrm>
              <a:custGeom>
                <a:avLst/>
                <a:gdLst>
                  <a:gd name="T0" fmla="*/ 23 w 26"/>
                  <a:gd name="T1" fmla="*/ 0 h 19"/>
                  <a:gd name="T2" fmla="*/ 0 w 26"/>
                  <a:gd name="T3" fmla="*/ 14 h 19"/>
                  <a:gd name="T4" fmla="*/ 3 w 26"/>
                  <a:gd name="T5" fmla="*/ 19 h 19"/>
                  <a:gd name="T6" fmla="*/ 26 w 26"/>
                  <a:gd name="T7" fmla="*/ 5 h 19"/>
                  <a:gd name="T8" fmla="*/ 23 w 26"/>
                  <a:gd name="T9" fmla="*/ 0 h 19"/>
                </a:gdLst>
                <a:ahLst/>
                <a:cxnLst>
                  <a:cxn ang="0">
                    <a:pos x="T0" y="T1"/>
                  </a:cxn>
                  <a:cxn ang="0">
                    <a:pos x="T2" y="T3"/>
                  </a:cxn>
                  <a:cxn ang="0">
                    <a:pos x="T4" y="T5"/>
                  </a:cxn>
                  <a:cxn ang="0">
                    <a:pos x="T6" y="T7"/>
                  </a:cxn>
                  <a:cxn ang="0">
                    <a:pos x="T8" y="T9"/>
                  </a:cxn>
                </a:cxnLst>
                <a:rect l="0" t="0" r="r" b="b"/>
                <a:pathLst>
                  <a:path w="26" h="19">
                    <a:moveTo>
                      <a:pt x="23" y="0"/>
                    </a:moveTo>
                    <a:lnTo>
                      <a:pt x="0" y="14"/>
                    </a:lnTo>
                    <a:lnTo>
                      <a:pt x="3" y="19"/>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5" name="Freeform 178"/>
              <p:cNvSpPr>
                <a:spLocks noEditPoints="1"/>
              </p:cNvSpPr>
              <p:nvPr/>
            </p:nvSpPr>
            <p:spPr bwMode="auto">
              <a:xfrm>
                <a:off x="6682653" y="2782744"/>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6" name="Freeform 179"/>
              <p:cNvSpPr>
                <a:spLocks noEditPoints="1"/>
              </p:cNvSpPr>
              <p:nvPr/>
            </p:nvSpPr>
            <p:spPr bwMode="auto">
              <a:xfrm>
                <a:off x="6594709"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7" name="Freeform 180"/>
              <p:cNvSpPr>
                <a:spLocks/>
              </p:cNvSpPr>
              <p:nvPr/>
            </p:nvSpPr>
            <p:spPr bwMode="auto">
              <a:xfrm>
                <a:off x="6734620" y="2704127"/>
                <a:ext cx="34645" cy="25317"/>
              </a:xfrm>
              <a:custGeom>
                <a:avLst/>
                <a:gdLst>
                  <a:gd name="T0" fmla="*/ 0 w 26"/>
                  <a:gd name="T1" fmla="*/ 5 h 19"/>
                  <a:gd name="T2" fmla="*/ 23 w 26"/>
                  <a:gd name="T3" fmla="*/ 19 h 19"/>
                  <a:gd name="T4" fmla="*/ 26 w 26"/>
                  <a:gd name="T5" fmla="*/ 14 h 19"/>
                  <a:gd name="T6" fmla="*/ 3 w 26"/>
                  <a:gd name="T7" fmla="*/ 0 h 19"/>
                  <a:gd name="T8" fmla="*/ 0 w 26"/>
                  <a:gd name="T9" fmla="*/ 5 h 19"/>
                </a:gdLst>
                <a:ahLst/>
                <a:cxnLst>
                  <a:cxn ang="0">
                    <a:pos x="T0" y="T1"/>
                  </a:cxn>
                  <a:cxn ang="0">
                    <a:pos x="T2" y="T3"/>
                  </a:cxn>
                  <a:cxn ang="0">
                    <a:pos x="T4" y="T5"/>
                  </a:cxn>
                  <a:cxn ang="0">
                    <a:pos x="T6" y="T7"/>
                  </a:cxn>
                  <a:cxn ang="0">
                    <a:pos x="T8" y="T9"/>
                  </a:cxn>
                </a:cxnLst>
                <a:rect l="0" t="0" r="r" b="b"/>
                <a:pathLst>
                  <a:path w="26" h="19">
                    <a:moveTo>
                      <a:pt x="0" y="5"/>
                    </a:moveTo>
                    <a:lnTo>
                      <a:pt x="23" y="19"/>
                    </a:lnTo>
                    <a:lnTo>
                      <a:pt x="26" y="14"/>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8" name="Oval 181"/>
              <p:cNvSpPr>
                <a:spLocks noChangeArrowheads="1"/>
              </p:cNvSpPr>
              <p:nvPr/>
            </p:nvSpPr>
            <p:spPr bwMode="auto">
              <a:xfrm>
                <a:off x="6734620"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0" name="Group 39"/>
            <p:cNvGrpSpPr/>
            <p:nvPr/>
          </p:nvGrpSpPr>
          <p:grpSpPr>
            <a:xfrm>
              <a:off x="6732975" y="5851174"/>
              <a:ext cx="218527" cy="219859"/>
              <a:chOff x="7127702" y="2650828"/>
              <a:chExt cx="218527" cy="219859"/>
            </a:xfrm>
            <a:grpFill/>
          </p:grpSpPr>
          <p:sp>
            <p:nvSpPr>
              <p:cNvPr id="287" name="Oval 182"/>
              <p:cNvSpPr>
                <a:spLocks noChangeArrowheads="1"/>
              </p:cNvSpPr>
              <p:nvPr/>
            </p:nvSpPr>
            <p:spPr bwMode="auto">
              <a:xfrm>
                <a:off x="7188996"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8" name="Freeform 183"/>
              <p:cNvSpPr>
                <a:spLocks/>
              </p:cNvSpPr>
              <p:nvPr/>
            </p:nvSpPr>
            <p:spPr bwMode="auto">
              <a:xfrm>
                <a:off x="7250290" y="2704127"/>
                <a:ext cx="34645" cy="25317"/>
              </a:xfrm>
              <a:custGeom>
                <a:avLst/>
                <a:gdLst>
                  <a:gd name="T0" fmla="*/ 26 w 26"/>
                  <a:gd name="T1" fmla="*/ 5 h 19"/>
                  <a:gd name="T2" fmla="*/ 23 w 26"/>
                  <a:gd name="T3" fmla="*/ 0 h 19"/>
                  <a:gd name="T4" fmla="*/ 0 w 26"/>
                  <a:gd name="T5" fmla="*/ 14 h 19"/>
                  <a:gd name="T6" fmla="*/ 3 w 26"/>
                  <a:gd name="T7" fmla="*/ 19 h 19"/>
                  <a:gd name="T8" fmla="*/ 26 w 26"/>
                  <a:gd name="T9" fmla="*/ 5 h 19"/>
                </a:gdLst>
                <a:ahLst/>
                <a:cxnLst>
                  <a:cxn ang="0">
                    <a:pos x="T0" y="T1"/>
                  </a:cxn>
                  <a:cxn ang="0">
                    <a:pos x="T2" y="T3"/>
                  </a:cxn>
                  <a:cxn ang="0">
                    <a:pos x="T4" y="T5"/>
                  </a:cxn>
                  <a:cxn ang="0">
                    <a:pos x="T6" y="T7"/>
                  </a:cxn>
                  <a:cxn ang="0">
                    <a:pos x="T8" y="T9"/>
                  </a:cxn>
                </a:cxnLst>
                <a:rect l="0" t="0" r="r" b="b"/>
                <a:pathLst>
                  <a:path w="26" h="19">
                    <a:moveTo>
                      <a:pt x="26" y="5"/>
                    </a:moveTo>
                    <a:lnTo>
                      <a:pt x="23" y="0"/>
                    </a:lnTo>
                    <a:lnTo>
                      <a:pt x="0" y="14"/>
                    </a:lnTo>
                    <a:lnTo>
                      <a:pt x="3" y="19"/>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9" name="Freeform 184"/>
              <p:cNvSpPr>
                <a:spLocks/>
              </p:cNvSpPr>
              <p:nvPr/>
            </p:nvSpPr>
            <p:spPr bwMode="auto">
              <a:xfrm>
                <a:off x="7188996" y="2704127"/>
                <a:ext cx="34645" cy="25317"/>
              </a:xfrm>
              <a:custGeom>
                <a:avLst/>
                <a:gdLst>
                  <a:gd name="T0" fmla="*/ 26 w 26"/>
                  <a:gd name="T1" fmla="*/ 14 h 19"/>
                  <a:gd name="T2" fmla="*/ 3 w 26"/>
                  <a:gd name="T3" fmla="*/ 0 h 19"/>
                  <a:gd name="T4" fmla="*/ 0 w 26"/>
                  <a:gd name="T5" fmla="*/ 5 h 19"/>
                  <a:gd name="T6" fmla="*/ 23 w 26"/>
                  <a:gd name="T7" fmla="*/ 19 h 19"/>
                  <a:gd name="T8" fmla="*/ 26 w 26"/>
                  <a:gd name="T9" fmla="*/ 14 h 19"/>
                </a:gdLst>
                <a:ahLst/>
                <a:cxnLst>
                  <a:cxn ang="0">
                    <a:pos x="T0" y="T1"/>
                  </a:cxn>
                  <a:cxn ang="0">
                    <a:pos x="T2" y="T3"/>
                  </a:cxn>
                  <a:cxn ang="0">
                    <a:pos x="T4" y="T5"/>
                  </a:cxn>
                  <a:cxn ang="0">
                    <a:pos x="T6" y="T7"/>
                  </a:cxn>
                  <a:cxn ang="0">
                    <a:pos x="T8" y="T9"/>
                  </a:cxn>
                </a:cxnLst>
                <a:rect l="0" t="0" r="r" b="b"/>
                <a:pathLst>
                  <a:path w="26" h="19">
                    <a:moveTo>
                      <a:pt x="26" y="14"/>
                    </a:moveTo>
                    <a:lnTo>
                      <a:pt x="3" y="0"/>
                    </a:lnTo>
                    <a:lnTo>
                      <a:pt x="0" y="5"/>
                    </a:lnTo>
                    <a:lnTo>
                      <a:pt x="23" y="19"/>
                    </a:lnTo>
                    <a:lnTo>
                      <a:pt x="26"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0" name="Oval 185"/>
              <p:cNvSpPr>
                <a:spLocks noChangeArrowheads="1"/>
              </p:cNvSpPr>
              <p:nvPr/>
            </p:nvSpPr>
            <p:spPr bwMode="auto">
              <a:xfrm>
                <a:off x="7267613"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1" name="Freeform 186"/>
              <p:cNvSpPr>
                <a:spLocks noEditPoints="1"/>
              </p:cNvSpPr>
              <p:nvPr/>
            </p:nvSpPr>
            <p:spPr bwMode="auto">
              <a:xfrm>
                <a:off x="7127702"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2" name="Freeform 187"/>
              <p:cNvSpPr>
                <a:spLocks noEditPoints="1"/>
              </p:cNvSpPr>
              <p:nvPr/>
            </p:nvSpPr>
            <p:spPr bwMode="auto">
              <a:xfrm>
                <a:off x="7215646" y="2782744"/>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1" name="Group 40"/>
            <p:cNvGrpSpPr/>
            <p:nvPr/>
          </p:nvGrpSpPr>
          <p:grpSpPr>
            <a:xfrm>
              <a:off x="7660695" y="2650828"/>
              <a:ext cx="218527" cy="219859"/>
              <a:chOff x="7660695" y="2650828"/>
              <a:chExt cx="218527" cy="219859"/>
            </a:xfrm>
            <a:grpFill/>
          </p:grpSpPr>
          <p:sp>
            <p:nvSpPr>
              <p:cNvPr id="283" name="Freeform 188"/>
              <p:cNvSpPr>
                <a:spLocks/>
              </p:cNvSpPr>
              <p:nvPr/>
            </p:nvSpPr>
            <p:spPr bwMode="auto">
              <a:xfrm>
                <a:off x="7731317" y="2790739"/>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4" name="Freeform 189"/>
              <p:cNvSpPr>
                <a:spLocks/>
              </p:cNvSpPr>
              <p:nvPr/>
            </p:nvSpPr>
            <p:spPr bwMode="auto">
              <a:xfrm>
                <a:off x="7720657" y="2712122"/>
                <a:ext cx="30648" cy="47969"/>
              </a:xfrm>
              <a:custGeom>
                <a:avLst/>
                <a:gdLst>
                  <a:gd name="T0" fmla="*/ 5 w 23"/>
                  <a:gd name="T1" fmla="*/ 0 h 36"/>
                  <a:gd name="T2" fmla="*/ 0 w 23"/>
                  <a:gd name="T3" fmla="*/ 3 h 36"/>
                  <a:gd name="T4" fmla="*/ 13 w 23"/>
                  <a:gd name="T5" fmla="*/ 18 h 36"/>
                  <a:gd name="T6" fmla="*/ 0 w 23"/>
                  <a:gd name="T7" fmla="*/ 31 h 36"/>
                  <a:gd name="T8" fmla="*/ 5 w 23"/>
                  <a:gd name="T9" fmla="*/ 36 h 36"/>
                  <a:gd name="T10" fmla="*/ 23 w 23"/>
                  <a:gd name="T11" fmla="*/ 18 h 36"/>
                  <a:gd name="T12" fmla="*/ 5 w 23"/>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23" h="36">
                    <a:moveTo>
                      <a:pt x="5" y="0"/>
                    </a:moveTo>
                    <a:lnTo>
                      <a:pt x="0" y="3"/>
                    </a:lnTo>
                    <a:lnTo>
                      <a:pt x="13" y="18"/>
                    </a:lnTo>
                    <a:lnTo>
                      <a:pt x="0" y="31"/>
                    </a:lnTo>
                    <a:lnTo>
                      <a:pt x="5" y="36"/>
                    </a:lnTo>
                    <a:lnTo>
                      <a:pt x="23" y="18"/>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5" name="Freeform 190"/>
              <p:cNvSpPr>
                <a:spLocks noEditPoints="1"/>
              </p:cNvSpPr>
              <p:nvPr/>
            </p:nvSpPr>
            <p:spPr bwMode="auto">
              <a:xfrm>
                <a:off x="7660695"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6" name="Freeform 191"/>
              <p:cNvSpPr>
                <a:spLocks/>
              </p:cNvSpPr>
              <p:nvPr/>
            </p:nvSpPr>
            <p:spPr bwMode="auto">
              <a:xfrm>
                <a:off x="7789946" y="2712122"/>
                <a:ext cx="30648" cy="47969"/>
              </a:xfrm>
              <a:custGeom>
                <a:avLst/>
                <a:gdLst>
                  <a:gd name="T0" fmla="*/ 18 w 23"/>
                  <a:gd name="T1" fmla="*/ 0 h 36"/>
                  <a:gd name="T2" fmla="*/ 0 w 23"/>
                  <a:gd name="T3" fmla="*/ 18 h 36"/>
                  <a:gd name="T4" fmla="*/ 18 w 23"/>
                  <a:gd name="T5" fmla="*/ 36 h 36"/>
                  <a:gd name="T6" fmla="*/ 23 w 23"/>
                  <a:gd name="T7" fmla="*/ 31 h 36"/>
                  <a:gd name="T8" fmla="*/ 10 w 23"/>
                  <a:gd name="T9" fmla="*/ 18 h 36"/>
                  <a:gd name="T10" fmla="*/ 23 w 23"/>
                  <a:gd name="T11" fmla="*/ 3 h 36"/>
                  <a:gd name="T12" fmla="*/ 18 w 23"/>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23" h="36">
                    <a:moveTo>
                      <a:pt x="18" y="0"/>
                    </a:moveTo>
                    <a:lnTo>
                      <a:pt x="0" y="18"/>
                    </a:lnTo>
                    <a:lnTo>
                      <a:pt x="18" y="36"/>
                    </a:lnTo>
                    <a:lnTo>
                      <a:pt x="23" y="31"/>
                    </a:lnTo>
                    <a:lnTo>
                      <a:pt x="10" y="18"/>
                    </a:lnTo>
                    <a:lnTo>
                      <a:pt x="23" y="3"/>
                    </a:ln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2" name="Group 41"/>
            <p:cNvGrpSpPr/>
            <p:nvPr/>
          </p:nvGrpSpPr>
          <p:grpSpPr>
            <a:xfrm>
              <a:off x="1358163" y="3536727"/>
              <a:ext cx="218527" cy="219859"/>
              <a:chOff x="1264778" y="3185154"/>
              <a:chExt cx="218527" cy="219859"/>
            </a:xfrm>
            <a:grpFill/>
          </p:grpSpPr>
          <p:sp>
            <p:nvSpPr>
              <p:cNvPr id="279" name="Freeform 192"/>
              <p:cNvSpPr>
                <a:spLocks/>
              </p:cNvSpPr>
              <p:nvPr/>
            </p:nvSpPr>
            <p:spPr bwMode="auto">
              <a:xfrm>
                <a:off x="1326072" y="3326397"/>
                <a:ext cx="95939" cy="25317"/>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0" name="Freeform 193"/>
              <p:cNvSpPr>
                <a:spLocks/>
              </p:cNvSpPr>
              <p:nvPr/>
            </p:nvSpPr>
            <p:spPr bwMode="auto">
              <a:xfrm>
                <a:off x="1323407" y="3246448"/>
                <a:ext cx="30648" cy="49301"/>
              </a:xfrm>
              <a:custGeom>
                <a:avLst/>
                <a:gdLst>
                  <a:gd name="T0" fmla="*/ 5 w 23"/>
                  <a:gd name="T1" fmla="*/ 37 h 37"/>
                  <a:gd name="T2" fmla="*/ 23 w 23"/>
                  <a:gd name="T3" fmla="*/ 18 h 37"/>
                  <a:gd name="T4" fmla="*/ 5 w 23"/>
                  <a:gd name="T5" fmla="*/ 0 h 37"/>
                  <a:gd name="T6" fmla="*/ 0 w 23"/>
                  <a:gd name="T7" fmla="*/ 4 h 37"/>
                  <a:gd name="T8" fmla="*/ 13 w 23"/>
                  <a:gd name="T9" fmla="*/ 18 h 37"/>
                  <a:gd name="T10" fmla="*/ 0 w 23"/>
                  <a:gd name="T11" fmla="*/ 32 h 37"/>
                  <a:gd name="T12" fmla="*/ 5 w 2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23" h="37">
                    <a:moveTo>
                      <a:pt x="5" y="37"/>
                    </a:moveTo>
                    <a:lnTo>
                      <a:pt x="23" y="18"/>
                    </a:lnTo>
                    <a:lnTo>
                      <a:pt x="5" y="0"/>
                    </a:lnTo>
                    <a:lnTo>
                      <a:pt x="0" y="4"/>
                    </a:lnTo>
                    <a:lnTo>
                      <a:pt x="13" y="18"/>
                    </a:lnTo>
                    <a:lnTo>
                      <a:pt x="0" y="32"/>
                    </a:lnTo>
                    <a:lnTo>
                      <a:pt x="5"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1" name="Freeform 194"/>
              <p:cNvSpPr>
                <a:spLocks/>
              </p:cNvSpPr>
              <p:nvPr/>
            </p:nvSpPr>
            <p:spPr bwMode="auto">
              <a:xfrm>
                <a:off x="1392696" y="3246448"/>
                <a:ext cx="30648" cy="49301"/>
              </a:xfrm>
              <a:custGeom>
                <a:avLst/>
                <a:gdLst>
                  <a:gd name="T0" fmla="*/ 18 w 23"/>
                  <a:gd name="T1" fmla="*/ 0 h 37"/>
                  <a:gd name="T2" fmla="*/ 0 w 23"/>
                  <a:gd name="T3" fmla="*/ 18 h 37"/>
                  <a:gd name="T4" fmla="*/ 18 w 23"/>
                  <a:gd name="T5" fmla="*/ 37 h 37"/>
                  <a:gd name="T6" fmla="*/ 23 w 23"/>
                  <a:gd name="T7" fmla="*/ 32 h 37"/>
                  <a:gd name="T8" fmla="*/ 10 w 23"/>
                  <a:gd name="T9" fmla="*/ 18 h 37"/>
                  <a:gd name="T10" fmla="*/ 23 w 23"/>
                  <a:gd name="T11" fmla="*/ 4 h 37"/>
                  <a:gd name="T12" fmla="*/ 18 w 2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23" h="37">
                    <a:moveTo>
                      <a:pt x="18" y="0"/>
                    </a:moveTo>
                    <a:lnTo>
                      <a:pt x="0" y="18"/>
                    </a:lnTo>
                    <a:lnTo>
                      <a:pt x="18" y="37"/>
                    </a:lnTo>
                    <a:lnTo>
                      <a:pt x="23" y="32"/>
                    </a:lnTo>
                    <a:lnTo>
                      <a:pt x="10" y="18"/>
                    </a:lnTo>
                    <a:lnTo>
                      <a:pt x="23" y="4"/>
                    </a:ln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2" name="Freeform 195"/>
              <p:cNvSpPr>
                <a:spLocks noEditPoints="1"/>
              </p:cNvSpPr>
              <p:nvPr/>
            </p:nvSpPr>
            <p:spPr bwMode="auto">
              <a:xfrm>
                <a:off x="1264778"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3" name="Group 42"/>
            <p:cNvGrpSpPr/>
            <p:nvPr/>
          </p:nvGrpSpPr>
          <p:grpSpPr>
            <a:xfrm>
              <a:off x="5069162" y="5726412"/>
              <a:ext cx="511528" cy="514646"/>
              <a:chOff x="1797771" y="3185154"/>
              <a:chExt cx="218527" cy="219859"/>
            </a:xfrm>
            <a:grpFill/>
          </p:grpSpPr>
          <p:sp>
            <p:nvSpPr>
              <p:cNvPr id="273" name="Freeform 196"/>
              <p:cNvSpPr>
                <a:spLocks/>
              </p:cNvSpPr>
              <p:nvPr/>
            </p:nvSpPr>
            <p:spPr bwMode="auto">
              <a:xfrm>
                <a:off x="1859065" y="3321067"/>
                <a:ext cx="95939" cy="39974"/>
              </a:xfrm>
              <a:custGeom>
                <a:avLst/>
                <a:gdLst>
                  <a:gd name="T0" fmla="*/ 22 w 44"/>
                  <a:gd name="T1" fmla="*/ 4 h 18"/>
                  <a:gd name="T2" fmla="*/ 14 w 44"/>
                  <a:gd name="T3" fmla="*/ 0 h 18"/>
                  <a:gd name="T4" fmla="*/ 0 w 44"/>
                  <a:gd name="T5" fmla="*/ 6 h 18"/>
                  <a:gd name="T6" fmla="*/ 22 w 44"/>
                  <a:gd name="T7" fmla="*/ 18 h 18"/>
                  <a:gd name="T8" fmla="*/ 44 w 44"/>
                  <a:gd name="T9" fmla="*/ 6 h 18"/>
                  <a:gd name="T10" fmla="*/ 30 w 44"/>
                  <a:gd name="T11" fmla="*/ 0 h 18"/>
                  <a:gd name="T12" fmla="*/ 22 w 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44" h="18">
                    <a:moveTo>
                      <a:pt x="22" y="4"/>
                    </a:moveTo>
                    <a:cubicBezTo>
                      <a:pt x="18" y="2"/>
                      <a:pt x="18" y="0"/>
                      <a:pt x="14" y="0"/>
                    </a:cubicBezTo>
                    <a:cubicBezTo>
                      <a:pt x="10" y="0"/>
                      <a:pt x="6" y="6"/>
                      <a:pt x="0" y="6"/>
                    </a:cubicBezTo>
                    <a:cubicBezTo>
                      <a:pt x="4" y="6"/>
                      <a:pt x="10" y="18"/>
                      <a:pt x="22" y="18"/>
                    </a:cubicBezTo>
                    <a:cubicBezTo>
                      <a:pt x="34" y="18"/>
                      <a:pt x="40" y="6"/>
                      <a:pt x="44" y="6"/>
                    </a:cubicBezTo>
                    <a:cubicBezTo>
                      <a:pt x="38" y="6"/>
                      <a:pt x="34" y="0"/>
                      <a:pt x="30" y="0"/>
                    </a:cubicBezTo>
                    <a:cubicBezTo>
                      <a:pt x="26" y="0"/>
                      <a:pt x="26" y="2"/>
                      <a:pt x="2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4" name="Oval 197"/>
              <p:cNvSpPr>
                <a:spLocks noChangeArrowheads="1"/>
              </p:cNvSpPr>
              <p:nvPr/>
            </p:nvSpPr>
            <p:spPr bwMode="auto">
              <a:xfrm>
                <a:off x="1859065" y="3263770"/>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5" name="Rectangle 198"/>
              <p:cNvSpPr>
                <a:spLocks noChangeArrowheads="1"/>
              </p:cNvSpPr>
              <p:nvPr/>
            </p:nvSpPr>
            <p:spPr bwMode="auto">
              <a:xfrm>
                <a:off x="1849738" y="323845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6" name="Oval 199"/>
              <p:cNvSpPr>
                <a:spLocks noChangeArrowheads="1"/>
              </p:cNvSpPr>
              <p:nvPr/>
            </p:nvSpPr>
            <p:spPr bwMode="auto">
              <a:xfrm>
                <a:off x="1937682" y="3263770"/>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7" name="Freeform 200"/>
              <p:cNvSpPr>
                <a:spLocks noEditPoints="1"/>
              </p:cNvSpPr>
              <p:nvPr/>
            </p:nvSpPr>
            <p:spPr bwMode="auto">
              <a:xfrm>
                <a:off x="1797771"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8" name="Rectangle 201"/>
              <p:cNvSpPr>
                <a:spLocks noChangeArrowheads="1"/>
              </p:cNvSpPr>
              <p:nvPr/>
            </p:nvSpPr>
            <p:spPr bwMode="auto">
              <a:xfrm>
                <a:off x="1928354" y="323845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4" name="Group 43"/>
            <p:cNvGrpSpPr/>
            <p:nvPr/>
          </p:nvGrpSpPr>
          <p:grpSpPr>
            <a:xfrm>
              <a:off x="261117" y="5120236"/>
              <a:ext cx="218527" cy="219859"/>
              <a:chOff x="2330764" y="3185154"/>
              <a:chExt cx="218527" cy="219859"/>
            </a:xfrm>
            <a:grpFill/>
          </p:grpSpPr>
          <p:sp>
            <p:nvSpPr>
              <p:cNvPr id="269" name="Freeform 202"/>
              <p:cNvSpPr>
                <a:spLocks/>
              </p:cNvSpPr>
              <p:nvPr/>
            </p:nvSpPr>
            <p:spPr bwMode="auto">
              <a:xfrm>
                <a:off x="2400053"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0" name="Rectangle 203"/>
              <p:cNvSpPr>
                <a:spLocks noChangeArrowheads="1"/>
              </p:cNvSpPr>
              <p:nvPr/>
            </p:nvSpPr>
            <p:spPr bwMode="auto">
              <a:xfrm>
                <a:off x="2382731" y="3263770"/>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1" name="Freeform 204"/>
              <p:cNvSpPr>
                <a:spLocks noEditPoints="1"/>
              </p:cNvSpPr>
              <p:nvPr/>
            </p:nvSpPr>
            <p:spPr bwMode="auto">
              <a:xfrm>
                <a:off x="2330764"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2" name="Rectangle 206"/>
              <p:cNvSpPr>
                <a:spLocks noChangeArrowheads="1"/>
              </p:cNvSpPr>
              <p:nvPr/>
            </p:nvSpPr>
            <p:spPr bwMode="auto">
              <a:xfrm>
                <a:off x="2461347" y="3263770"/>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5" name="Group 44"/>
            <p:cNvGrpSpPr/>
            <p:nvPr/>
          </p:nvGrpSpPr>
          <p:grpSpPr>
            <a:xfrm>
              <a:off x="1167507" y="4474516"/>
              <a:ext cx="218527" cy="219859"/>
              <a:chOff x="2863757" y="3185154"/>
              <a:chExt cx="218527" cy="219859"/>
            </a:xfrm>
            <a:grpFill/>
          </p:grpSpPr>
          <p:sp>
            <p:nvSpPr>
              <p:cNvPr id="265" name="Freeform 207"/>
              <p:cNvSpPr>
                <a:spLocks/>
              </p:cNvSpPr>
              <p:nvPr/>
            </p:nvSpPr>
            <p:spPr bwMode="auto">
              <a:xfrm>
                <a:off x="2905065" y="3246448"/>
                <a:ext cx="47969" cy="30647"/>
              </a:xfrm>
              <a:custGeom>
                <a:avLst/>
                <a:gdLst>
                  <a:gd name="T0" fmla="*/ 18 w 36"/>
                  <a:gd name="T1" fmla="*/ 10 h 23"/>
                  <a:gd name="T2" fmla="*/ 31 w 36"/>
                  <a:gd name="T3" fmla="*/ 23 h 23"/>
                  <a:gd name="T4" fmla="*/ 36 w 36"/>
                  <a:gd name="T5" fmla="*/ 18 h 23"/>
                  <a:gd name="T6" fmla="*/ 18 w 36"/>
                  <a:gd name="T7" fmla="*/ 0 h 23"/>
                  <a:gd name="T8" fmla="*/ 0 w 36"/>
                  <a:gd name="T9" fmla="*/ 18 h 23"/>
                  <a:gd name="T10" fmla="*/ 5 w 36"/>
                  <a:gd name="T11" fmla="*/ 23 h 23"/>
                  <a:gd name="T12" fmla="*/ 18 w 36"/>
                  <a:gd name="T13" fmla="*/ 10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18" y="10"/>
                    </a:moveTo>
                    <a:lnTo>
                      <a:pt x="31" y="23"/>
                    </a:lnTo>
                    <a:lnTo>
                      <a:pt x="36" y="18"/>
                    </a:lnTo>
                    <a:lnTo>
                      <a:pt x="18" y="0"/>
                    </a:lnTo>
                    <a:lnTo>
                      <a:pt x="0" y="18"/>
                    </a:lnTo>
                    <a:lnTo>
                      <a:pt x="5" y="23"/>
                    </a:lnTo>
                    <a:lnTo>
                      <a:pt x="18"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6" name="Freeform 208"/>
              <p:cNvSpPr>
                <a:spLocks noEditPoints="1"/>
              </p:cNvSpPr>
              <p:nvPr/>
            </p:nvSpPr>
            <p:spPr bwMode="auto">
              <a:xfrm>
                <a:off x="2907730" y="3317069"/>
                <a:ext cx="130583" cy="51966"/>
              </a:xfrm>
              <a:custGeom>
                <a:avLst/>
                <a:gdLst>
                  <a:gd name="T0" fmla="*/ 30 w 60"/>
                  <a:gd name="T1" fmla="*/ 24 h 24"/>
                  <a:gd name="T2" fmla="*/ 60 w 60"/>
                  <a:gd name="T3" fmla="*/ 0 h 24"/>
                  <a:gd name="T4" fmla="*/ 0 w 60"/>
                  <a:gd name="T5" fmla="*/ 0 h 24"/>
                  <a:gd name="T6" fmla="*/ 30 w 60"/>
                  <a:gd name="T7" fmla="*/ 24 h 24"/>
                  <a:gd name="T8" fmla="*/ 30 w 60"/>
                  <a:gd name="T9" fmla="*/ 20 h 24"/>
                  <a:gd name="T10" fmla="*/ 5 w 60"/>
                  <a:gd name="T11" fmla="*/ 4 h 24"/>
                  <a:gd name="T12" fmla="*/ 55 w 60"/>
                  <a:gd name="T13" fmla="*/ 4 h 24"/>
                  <a:gd name="T14" fmla="*/ 30 w 60"/>
                  <a:gd name="T15" fmla="*/ 2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24">
                    <a:moveTo>
                      <a:pt x="30" y="24"/>
                    </a:moveTo>
                    <a:cubicBezTo>
                      <a:pt x="56" y="24"/>
                      <a:pt x="60" y="0"/>
                      <a:pt x="60" y="0"/>
                    </a:cubicBezTo>
                    <a:cubicBezTo>
                      <a:pt x="0" y="0"/>
                      <a:pt x="0" y="0"/>
                      <a:pt x="0" y="0"/>
                    </a:cubicBezTo>
                    <a:cubicBezTo>
                      <a:pt x="0" y="0"/>
                      <a:pt x="4" y="24"/>
                      <a:pt x="30" y="24"/>
                    </a:cubicBezTo>
                    <a:close/>
                    <a:moveTo>
                      <a:pt x="30" y="20"/>
                    </a:moveTo>
                    <a:cubicBezTo>
                      <a:pt x="11" y="20"/>
                      <a:pt x="5" y="4"/>
                      <a:pt x="5" y="4"/>
                    </a:cubicBezTo>
                    <a:cubicBezTo>
                      <a:pt x="55" y="4"/>
                      <a:pt x="55" y="4"/>
                      <a:pt x="55" y="4"/>
                    </a:cubicBezTo>
                    <a:cubicBezTo>
                      <a:pt x="55" y="4"/>
                      <a:pt x="50" y="20"/>
                      <a:pt x="3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7" name="Freeform 209"/>
              <p:cNvSpPr>
                <a:spLocks/>
              </p:cNvSpPr>
              <p:nvPr/>
            </p:nvSpPr>
            <p:spPr bwMode="auto">
              <a:xfrm>
                <a:off x="2993008"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8" name="Freeform 210"/>
              <p:cNvSpPr>
                <a:spLocks noEditPoints="1"/>
              </p:cNvSpPr>
              <p:nvPr/>
            </p:nvSpPr>
            <p:spPr bwMode="auto">
              <a:xfrm>
                <a:off x="2863757"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6" name="Group 45"/>
            <p:cNvGrpSpPr/>
            <p:nvPr/>
          </p:nvGrpSpPr>
          <p:grpSpPr>
            <a:xfrm>
              <a:off x="3396750" y="3185154"/>
              <a:ext cx="218527" cy="219859"/>
              <a:chOff x="3396750" y="3185154"/>
              <a:chExt cx="218527" cy="219859"/>
            </a:xfrm>
            <a:grpFill/>
          </p:grpSpPr>
          <p:sp>
            <p:nvSpPr>
              <p:cNvPr id="261"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2"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3"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4"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7" name="Group 46"/>
            <p:cNvGrpSpPr/>
            <p:nvPr/>
          </p:nvGrpSpPr>
          <p:grpSpPr>
            <a:xfrm>
              <a:off x="3730738" y="4288200"/>
              <a:ext cx="218527" cy="219859"/>
              <a:chOff x="3929743" y="3185154"/>
              <a:chExt cx="218527" cy="219859"/>
            </a:xfrm>
            <a:grpFill/>
          </p:grpSpPr>
          <p:sp>
            <p:nvSpPr>
              <p:cNvPr id="257" name="Freeform 215"/>
              <p:cNvSpPr>
                <a:spLocks/>
              </p:cNvSpPr>
              <p:nvPr/>
            </p:nvSpPr>
            <p:spPr bwMode="auto">
              <a:xfrm>
                <a:off x="3981711" y="3246448"/>
                <a:ext cx="35977" cy="26650"/>
              </a:xfrm>
              <a:custGeom>
                <a:avLst/>
                <a:gdLst>
                  <a:gd name="T0" fmla="*/ 23 w 27"/>
                  <a:gd name="T1" fmla="*/ 0 h 20"/>
                  <a:gd name="T2" fmla="*/ 13 w 27"/>
                  <a:gd name="T3" fmla="*/ 7 h 20"/>
                  <a:gd name="T4" fmla="*/ 4 w 27"/>
                  <a:gd name="T5" fmla="*/ 0 h 20"/>
                  <a:gd name="T6" fmla="*/ 0 w 27"/>
                  <a:gd name="T7" fmla="*/ 5 h 20"/>
                  <a:gd name="T8" fmla="*/ 7 w 27"/>
                  <a:gd name="T9" fmla="*/ 10 h 20"/>
                  <a:gd name="T10" fmla="*/ 0 w 27"/>
                  <a:gd name="T11" fmla="*/ 15 h 20"/>
                  <a:gd name="T12" fmla="*/ 4 w 27"/>
                  <a:gd name="T13" fmla="*/ 20 h 20"/>
                  <a:gd name="T14" fmla="*/ 13 w 27"/>
                  <a:gd name="T15" fmla="*/ 13 h 20"/>
                  <a:gd name="T16" fmla="*/ 23 w 27"/>
                  <a:gd name="T17" fmla="*/ 20 h 20"/>
                  <a:gd name="T18" fmla="*/ 27 w 27"/>
                  <a:gd name="T19" fmla="*/ 15 h 20"/>
                  <a:gd name="T20" fmla="*/ 20 w 27"/>
                  <a:gd name="T21" fmla="*/ 10 h 20"/>
                  <a:gd name="T22" fmla="*/ 27 w 27"/>
                  <a:gd name="T23" fmla="*/ 5 h 20"/>
                  <a:gd name="T24" fmla="*/ 23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0"/>
                    </a:moveTo>
                    <a:lnTo>
                      <a:pt x="13" y="7"/>
                    </a:lnTo>
                    <a:lnTo>
                      <a:pt x="4" y="0"/>
                    </a:lnTo>
                    <a:lnTo>
                      <a:pt x="0" y="5"/>
                    </a:lnTo>
                    <a:lnTo>
                      <a:pt x="7" y="10"/>
                    </a:lnTo>
                    <a:lnTo>
                      <a:pt x="0" y="15"/>
                    </a:lnTo>
                    <a:lnTo>
                      <a:pt x="4" y="20"/>
                    </a:lnTo>
                    <a:lnTo>
                      <a:pt x="13" y="13"/>
                    </a:lnTo>
                    <a:lnTo>
                      <a:pt x="23" y="20"/>
                    </a:lnTo>
                    <a:lnTo>
                      <a:pt x="27" y="15"/>
                    </a:lnTo>
                    <a:lnTo>
                      <a:pt x="20" y="10"/>
                    </a:lnTo>
                    <a:lnTo>
                      <a:pt x="27"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8" name="Freeform 216"/>
              <p:cNvSpPr>
                <a:spLocks noEditPoints="1"/>
              </p:cNvSpPr>
              <p:nvPr/>
            </p:nvSpPr>
            <p:spPr bwMode="auto">
              <a:xfrm>
                <a:off x="4017687" y="3317069"/>
                <a:ext cx="42639"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9" name="Freeform 217"/>
              <p:cNvSpPr>
                <a:spLocks noEditPoints="1"/>
              </p:cNvSpPr>
              <p:nvPr/>
            </p:nvSpPr>
            <p:spPr bwMode="auto">
              <a:xfrm>
                <a:off x="3929743"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0" name="Freeform 218"/>
              <p:cNvSpPr>
                <a:spLocks/>
              </p:cNvSpPr>
              <p:nvPr/>
            </p:nvSpPr>
            <p:spPr bwMode="auto">
              <a:xfrm>
                <a:off x="4060327" y="3246448"/>
                <a:ext cx="35977" cy="26650"/>
              </a:xfrm>
              <a:custGeom>
                <a:avLst/>
                <a:gdLst>
                  <a:gd name="T0" fmla="*/ 23 w 27"/>
                  <a:gd name="T1" fmla="*/ 0 h 20"/>
                  <a:gd name="T2" fmla="*/ 13 w 27"/>
                  <a:gd name="T3" fmla="*/ 7 h 20"/>
                  <a:gd name="T4" fmla="*/ 4 w 27"/>
                  <a:gd name="T5" fmla="*/ 0 h 20"/>
                  <a:gd name="T6" fmla="*/ 0 w 27"/>
                  <a:gd name="T7" fmla="*/ 5 h 20"/>
                  <a:gd name="T8" fmla="*/ 7 w 27"/>
                  <a:gd name="T9" fmla="*/ 10 h 20"/>
                  <a:gd name="T10" fmla="*/ 0 w 27"/>
                  <a:gd name="T11" fmla="*/ 15 h 20"/>
                  <a:gd name="T12" fmla="*/ 4 w 27"/>
                  <a:gd name="T13" fmla="*/ 20 h 20"/>
                  <a:gd name="T14" fmla="*/ 13 w 27"/>
                  <a:gd name="T15" fmla="*/ 13 h 20"/>
                  <a:gd name="T16" fmla="*/ 23 w 27"/>
                  <a:gd name="T17" fmla="*/ 20 h 20"/>
                  <a:gd name="T18" fmla="*/ 27 w 27"/>
                  <a:gd name="T19" fmla="*/ 15 h 20"/>
                  <a:gd name="T20" fmla="*/ 20 w 27"/>
                  <a:gd name="T21" fmla="*/ 10 h 20"/>
                  <a:gd name="T22" fmla="*/ 27 w 27"/>
                  <a:gd name="T23" fmla="*/ 5 h 20"/>
                  <a:gd name="T24" fmla="*/ 23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0"/>
                    </a:moveTo>
                    <a:lnTo>
                      <a:pt x="13" y="7"/>
                    </a:lnTo>
                    <a:lnTo>
                      <a:pt x="4" y="0"/>
                    </a:lnTo>
                    <a:lnTo>
                      <a:pt x="0" y="5"/>
                    </a:lnTo>
                    <a:lnTo>
                      <a:pt x="7" y="10"/>
                    </a:lnTo>
                    <a:lnTo>
                      <a:pt x="0" y="15"/>
                    </a:lnTo>
                    <a:lnTo>
                      <a:pt x="4" y="20"/>
                    </a:lnTo>
                    <a:lnTo>
                      <a:pt x="13" y="13"/>
                    </a:lnTo>
                    <a:lnTo>
                      <a:pt x="23" y="20"/>
                    </a:lnTo>
                    <a:lnTo>
                      <a:pt x="27" y="15"/>
                    </a:lnTo>
                    <a:lnTo>
                      <a:pt x="20" y="10"/>
                    </a:lnTo>
                    <a:lnTo>
                      <a:pt x="27"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8" name="Group 47"/>
            <p:cNvGrpSpPr/>
            <p:nvPr/>
          </p:nvGrpSpPr>
          <p:grpSpPr>
            <a:xfrm>
              <a:off x="4462736" y="3185154"/>
              <a:ext cx="218527" cy="219859"/>
              <a:chOff x="4462736" y="3185154"/>
              <a:chExt cx="218527" cy="219859"/>
            </a:xfrm>
            <a:grpFill/>
          </p:grpSpPr>
          <p:sp>
            <p:nvSpPr>
              <p:cNvPr id="253" name="Freeform 219"/>
              <p:cNvSpPr>
                <a:spLocks noEditPoints="1"/>
              </p:cNvSpPr>
              <p:nvPr/>
            </p:nvSpPr>
            <p:spPr bwMode="auto">
              <a:xfrm>
                <a:off x="4532026" y="3317069"/>
                <a:ext cx="79949" cy="43972"/>
              </a:xfrm>
              <a:custGeom>
                <a:avLst/>
                <a:gdLst>
                  <a:gd name="T0" fmla="*/ 18 w 36"/>
                  <a:gd name="T1" fmla="*/ 0 h 20"/>
                  <a:gd name="T2" fmla="*/ 0 w 36"/>
                  <a:gd name="T3" fmla="*/ 10 h 20"/>
                  <a:gd name="T4" fmla="*/ 18 w 36"/>
                  <a:gd name="T5" fmla="*/ 20 h 20"/>
                  <a:gd name="T6" fmla="*/ 36 w 36"/>
                  <a:gd name="T7" fmla="*/ 10 h 20"/>
                  <a:gd name="T8" fmla="*/ 18 w 36"/>
                  <a:gd name="T9" fmla="*/ 0 h 20"/>
                  <a:gd name="T10" fmla="*/ 18 w 36"/>
                  <a:gd name="T11" fmla="*/ 16 h 20"/>
                  <a:gd name="T12" fmla="*/ 4 w 36"/>
                  <a:gd name="T13" fmla="*/ 10 h 20"/>
                  <a:gd name="T14" fmla="*/ 18 w 36"/>
                  <a:gd name="T15" fmla="*/ 4 h 20"/>
                  <a:gd name="T16" fmla="*/ 32 w 36"/>
                  <a:gd name="T17" fmla="*/ 10 h 20"/>
                  <a:gd name="T18" fmla="*/ 18 w 36"/>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0">
                    <a:moveTo>
                      <a:pt x="18" y="0"/>
                    </a:moveTo>
                    <a:cubicBezTo>
                      <a:pt x="8" y="0"/>
                      <a:pt x="0" y="4"/>
                      <a:pt x="0" y="10"/>
                    </a:cubicBezTo>
                    <a:cubicBezTo>
                      <a:pt x="0" y="16"/>
                      <a:pt x="8" y="20"/>
                      <a:pt x="18" y="20"/>
                    </a:cubicBezTo>
                    <a:cubicBezTo>
                      <a:pt x="28" y="20"/>
                      <a:pt x="36" y="16"/>
                      <a:pt x="36" y="10"/>
                    </a:cubicBezTo>
                    <a:cubicBezTo>
                      <a:pt x="36" y="4"/>
                      <a:pt x="28" y="0"/>
                      <a:pt x="18" y="0"/>
                    </a:cubicBezTo>
                    <a:close/>
                    <a:moveTo>
                      <a:pt x="18" y="16"/>
                    </a:moveTo>
                    <a:cubicBezTo>
                      <a:pt x="10" y="16"/>
                      <a:pt x="4" y="13"/>
                      <a:pt x="4" y="10"/>
                    </a:cubicBezTo>
                    <a:cubicBezTo>
                      <a:pt x="4" y="7"/>
                      <a:pt x="10" y="4"/>
                      <a:pt x="18" y="4"/>
                    </a:cubicBezTo>
                    <a:cubicBezTo>
                      <a:pt x="26" y="4"/>
                      <a:pt x="32" y="7"/>
                      <a:pt x="32" y="10"/>
                    </a:cubicBezTo>
                    <a:cubicBezTo>
                      <a:pt x="32" y="13"/>
                      <a:pt x="26" y="16"/>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4" name="Freeform 220"/>
              <p:cNvSpPr>
                <a:spLocks/>
              </p:cNvSpPr>
              <p:nvPr/>
            </p:nvSpPr>
            <p:spPr bwMode="auto">
              <a:xfrm>
                <a:off x="4514704" y="3246448"/>
                <a:ext cx="35977" cy="26650"/>
              </a:xfrm>
              <a:custGeom>
                <a:avLst/>
                <a:gdLst>
                  <a:gd name="T0" fmla="*/ 23 w 27"/>
                  <a:gd name="T1" fmla="*/ 20 h 20"/>
                  <a:gd name="T2" fmla="*/ 27 w 27"/>
                  <a:gd name="T3" fmla="*/ 15 h 20"/>
                  <a:gd name="T4" fmla="*/ 20 w 27"/>
                  <a:gd name="T5" fmla="*/ 10 h 20"/>
                  <a:gd name="T6" fmla="*/ 27 w 27"/>
                  <a:gd name="T7" fmla="*/ 5 h 20"/>
                  <a:gd name="T8" fmla="*/ 23 w 27"/>
                  <a:gd name="T9" fmla="*/ 0 h 20"/>
                  <a:gd name="T10" fmla="*/ 13 w 27"/>
                  <a:gd name="T11" fmla="*/ 7 h 20"/>
                  <a:gd name="T12" fmla="*/ 4 w 27"/>
                  <a:gd name="T13" fmla="*/ 0 h 20"/>
                  <a:gd name="T14" fmla="*/ 0 w 27"/>
                  <a:gd name="T15" fmla="*/ 5 h 20"/>
                  <a:gd name="T16" fmla="*/ 7 w 27"/>
                  <a:gd name="T17" fmla="*/ 10 h 20"/>
                  <a:gd name="T18" fmla="*/ 0 w 27"/>
                  <a:gd name="T19" fmla="*/ 15 h 20"/>
                  <a:gd name="T20" fmla="*/ 4 w 27"/>
                  <a:gd name="T21" fmla="*/ 20 h 20"/>
                  <a:gd name="T22" fmla="*/ 13 w 27"/>
                  <a:gd name="T23" fmla="*/ 13 h 20"/>
                  <a:gd name="T24" fmla="*/ 23 w 27"/>
                  <a:gd name="T25"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20"/>
                    </a:moveTo>
                    <a:lnTo>
                      <a:pt x="27" y="15"/>
                    </a:lnTo>
                    <a:lnTo>
                      <a:pt x="20" y="10"/>
                    </a:lnTo>
                    <a:lnTo>
                      <a:pt x="27" y="5"/>
                    </a:lnTo>
                    <a:lnTo>
                      <a:pt x="23" y="0"/>
                    </a:lnTo>
                    <a:lnTo>
                      <a:pt x="13" y="7"/>
                    </a:lnTo>
                    <a:lnTo>
                      <a:pt x="4" y="0"/>
                    </a:lnTo>
                    <a:lnTo>
                      <a:pt x="0" y="5"/>
                    </a:lnTo>
                    <a:lnTo>
                      <a:pt x="7" y="10"/>
                    </a:lnTo>
                    <a:lnTo>
                      <a:pt x="0" y="15"/>
                    </a:lnTo>
                    <a:lnTo>
                      <a:pt x="4" y="20"/>
                    </a:lnTo>
                    <a:lnTo>
                      <a:pt x="13" y="13"/>
                    </a:lnTo>
                    <a:lnTo>
                      <a:pt x="23"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5" name="Freeform 221"/>
              <p:cNvSpPr>
                <a:spLocks noEditPoints="1"/>
              </p:cNvSpPr>
              <p:nvPr/>
            </p:nvSpPr>
            <p:spPr bwMode="auto">
              <a:xfrm>
                <a:off x="4462736"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6" name="Freeform 222"/>
              <p:cNvSpPr>
                <a:spLocks/>
              </p:cNvSpPr>
              <p:nvPr/>
            </p:nvSpPr>
            <p:spPr bwMode="auto">
              <a:xfrm>
                <a:off x="4593320" y="3246448"/>
                <a:ext cx="35977" cy="26650"/>
              </a:xfrm>
              <a:custGeom>
                <a:avLst/>
                <a:gdLst>
                  <a:gd name="T0" fmla="*/ 23 w 27"/>
                  <a:gd name="T1" fmla="*/ 0 h 20"/>
                  <a:gd name="T2" fmla="*/ 14 w 27"/>
                  <a:gd name="T3" fmla="*/ 7 h 20"/>
                  <a:gd name="T4" fmla="*/ 4 w 27"/>
                  <a:gd name="T5" fmla="*/ 0 h 20"/>
                  <a:gd name="T6" fmla="*/ 0 w 27"/>
                  <a:gd name="T7" fmla="*/ 5 h 20"/>
                  <a:gd name="T8" fmla="*/ 7 w 27"/>
                  <a:gd name="T9" fmla="*/ 10 h 20"/>
                  <a:gd name="T10" fmla="*/ 0 w 27"/>
                  <a:gd name="T11" fmla="*/ 15 h 20"/>
                  <a:gd name="T12" fmla="*/ 4 w 27"/>
                  <a:gd name="T13" fmla="*/ 20 h 20"/>
                  <a:gd name="T14" fmla="*/ 14 w 27"/>
                  <a:gd name="T15" fmla="*/ 13 h 20"/>
                  <a:gd name="T16" fmla="*/ 23 w 27"/>
                  <a:gd name="T17" fmla="*/ 20 h 20"/>
                  <a:gd name="T18" fmla="*/ 27 w 27"/>
                  <a:gd name="T19" fmla="*/ 15 h 20"/>
                  <a:gd name="T20" fmla="*/ 20 w 27"/>
                  <a:gd name="T21" fmla="*/ 10 h 20"/>
                  <a:gd name="T22" fmla="*/ 27 w 27"/>
                  <a:gd name="T23" fmla="*/ 5 h 20"/>
                  <a:gd name="T24" fmla="*/ 23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0"/>
                    </a:moveTo>
                    <a:lnTo>
                      <a:pt x="14" y="7"/>
                    </a:lnTo>
                    <a:lnTo>
                      <a:pt x="4" y="0"/>
                    </a:lnTo>
                    <a:lnTo>
                      <a:pt x="0" y="5"/>
                    </a:lnTo>
                    <a:lnTo>
                      <a:pt x="7" y="10"/>
                    </a:lnTo>
                    <a:lnTo>
                      <a:pt x="0" y="15"/>
                    </a:lnTo>
                    <a:lnTo>
                      <a:pt x="4" y="20"/>
                    </a:lnTo>
                    <a:lnTo>
                      <a:pt x="14" y="13"/>
                    </a:lnTo>
                    <a:lnTo>
                      <a:pt x="23" y="20"/>
                    </a:lnTo>
                    <a:lnTo>
                      <a:pt x="27" y="15"/>
                    </a:lnTo>
                    <a:lnTo>
                      <a:pt x="20" y="10"/>
                    </a:lnTo>
                    <a:lnTo>
                      <a:pt x="27"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9" name="Group 48"/>
            <p:cNvGrpSpPr/>
            <p:nvPr/>
          </p:nvGrpSpPr>
          <p:grpSpPr>
            <a:xfrm>
              <a:off x="5630291" y="4318848"/>
              <a:ext cx="218527" cy="219859"/>
              <a:chOff x="4995729" y="3185154"/>
              <a:chExt cx="218527" cy="219859"/>
            </a:xfrm>
            <a:grpFill/>
          </p:grpSpPr>
          <p:sp>
            <p:nvSpPr>
              <p:cNvPr id="248" name="Oval 223"/>
              <p:cNvSpPr>
                <a:spLocks noChangeArrowheads="1"/>
              </p:cNvSpPr>
              <p:nvPr/>
            </p:nvSpPr>
            <p:spPr bwMode="auto">
              <a:xfrm>
                <a:off x="505702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9" name="Oval 224"/>
              <p:cNvSpPr>
                <a:spLocks noChangeArrowheads="1"/>
              </p:cNvSpPr>
              <p:nvPr/>
            </p:nvSpPr>
            <p:spPr bwMode="auto">
              <a:xfrm>
                <a:off x="5135641"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0" name="Freeform 225"/>
              <p:cNvSpPr>
                <a:spLocks noEditPoints="1"/>
              </p:cNvSpPr>
              <p:nvPr/>
            </p:nvSpPr>
            <p:spPr bwMode="auto">
              <a:xfrm>
                <a:off x="499572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1" name="Freeform 226"/>
              <p:cNvSpPr>
                <a:spLocks noEditPoints="1"/>
              </p:cNvSpPr>
              <p:nvPr/>
            </p:nvSpPr>
            <p:spPr bwMode="auto">
              <a:xfrm>
                <a:off x="5039702" y="3238453"/>
                <a:ext cx="51967" cy="51966"/>
              </a:xfrm>
              <a:custGeom>
                <a:avLst/>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5" y="0"/>
                      <a:pt x="0" y="5"/>
                      <a:pt x="0" y="12"/>
                    </a:cubicBezTo>
                    <a:cubicBezTo>
                      <a:pt x="0" y="19"/>
                      <a:pt x="5" y="24"/>
                      <a:pt x="12" y="24"/>
                    </a:cubicBezTo>
                    <a:close/>
                    <a:moveTo>
                      <a:pt x="12" y="4"/>
                    </a:moveTo>
                    <a:cubicBezTo>
                      <a:pt x="16" y="4"/>
                      <a:pt x="20" y="8"/>
                      <a:pt x="20" y="12"/>
                    </a:cubicBezTo>
                    <a:cubicBezTo>
                      <a:pt x="20" y="16"/>
                      <a:pt x="16" y="20"/>
                      <a:pt x="12" y="20"/>
                    </a:cubicBezTo>
                    <a:cubicBezTo>
                      <a:pt x="8" y="20"/>
                      <a:pt x="4" y="16"/>
                      <a:pt x="4" y="12"/>
                    </a:cubicBezTo>
                    <a:cubicBezTo>
                      <a:pt x="4" y="8"/>
                      <a:pt x="8"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2" name="Freeform 227"/>
              <p:cNvSpPr>
                <a:spLocks/>
              </p:cNvSpPr>
              <p:nvPr/>
            </p:nvSpPr>
            <p:spPr bwMode="auto">
              <a:xfrm>
                <a:off x="5030374"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0" name="Group 49"/>
            <p:cNvGrpSpPr/>
            <p:nvPr/>
          </p:nvGrpSpPr>
          <p:grpSpPr>
            <a:xfrm>
              <a:off x="4302389" y="1067927"/>
              <a:ext cx="604982" cy="608670"/>
              <a:chOff x="5528723" y="3185154"/>
              <a:chExt cx="218527" cy="219859"/>
            </a:xfrm>
            <a:grpFill/>
          </p:grpSpPr>
          <p:sp>
            <p:nvSpPr>
              <p:cNvPr id="244" name="Oval 228"/>
              <p:cNvSpPr>
                <a:spLocks noChangeArrowheads="1"/>
              </p:cNvSpPr>
              <p:nvPr/>
            </p:nvSpPr>
            <p:spPr bwMode="auto">
              <a:xfrm>
                <a:off x="5590017"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5" name="Oval 229"/>
              <p:cNvSpPr>
                <a:spLocks noChangeArrowheads="1"/>
              </p:cNvSpPr>
              <p:nvPr/>
            </p:nvSpPr>
            <p:spPr bwMode="auto">
              <a:xfrm>
                <a:off x="566863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6" name="Freeform 230"/>
              <p:cNvSpPr>
                <a:spLocks/>
              </p:cNvSpPr>
              <p:nvPr/>
            </p:nvSpPr>
            <p:spPr bwMode="auto">
              <a:xfrm>
                <a:off x="5563367"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7" name="Freeform 231"/>
              <p:cNvSpPr>
                <a:spLocks noEditPoints="1"/>
              </p:cNvSpPr>
              <p:nvPr/>
            </p:nvSpPr>
            <p:spPr bwMode="auto">
              <a:xfrm>
                <a:off x="5528723"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1" name="Group 50"/>
            <p:cNvGrpSpPr/>
            <p:nvPr/>
          </p:nvGrpSpPr>
          <p:grpSpPr>
            <a:xfrm>
              <a:off x="2618548" y="785679"/>
              <a:ext cx="218527" cy="219859"/>
              <a:chOff x="6061716" y="3185154"/>
              <a:chExt cx="218527" cy="219859"/>
            </a:xfrm>
            <a:grpFill/>
          </p:grpSpPr>
          <p:sp>
            <p:nvSpPr>
              <p:cNvPr id="240" name="Freeform 232"/>
              <p:cNvSpPr>
                <a:spLocks/>
              </p:cNvSpPr>
              <p:nvPr/>
            </p:nvSpPr>
            <p:spPr bwMode="auto">
              <a:xfrm>
                <a:off x="6123010" y="3326397"/>
                <a:ext cx="95939" cy="25317"/>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1" name="Oval 233"/>
              <p:cNvSpPr>
                <a:spLocks noChangeArrowheads="1"/>
              </p:cNvSpPr>
              <p:nvPr/>
            </p:nvSpPr>
            <p:spPr bwMode="auto">
              <a:xfrm>
                <a:off x="6201627"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2" name="Freeform 234"/>
              <p:cNvSpPr>
                <a:spLocks noEditPoints="1"/>
              </p:cNvSpPr>
              <p:nvPr/>
            </p:nvSpPr>
            <p:spPr bwMode="auto">
              <a:xfrm>
                <a:off x="6061716"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84 w 100"/>
                  <a:gd name="T25" fmla="*/ 36 h 100"/>
                  <a:gd name="T26" fmla="*/ 83 w 100"/>
                  <a:gd name="T27" fmla="*/ 40 h 100"/>
                  <a:gd name="T28" fmla="*/ 78 w 100"/>
                  <a:gd name="T29" fmla="*/ 43 h 100"/>
                  <a:gd name="T30" fmla="*/ 71 w 100"/>
                  <a:gd name="T31" fmla="*/ 44 h 100"/>
                  <a:gd name="T32" fmla="*/ 61 w 100"/>
                  <a:gd name="T33" fmla="*/ 42 h 100"/>
                  <a:gd name="T34" fmla="*/ 57 w 100"/>
                  <a:gd name="T35" fmla="*/ 37 h 100"/>
                  <a:gd name="T36" fmla="*/ 59 w 100"/>
                  <a:gd name="T37" fmla="*/ 30 h 100"/>
                  <a:gd name="T38" fmla="*/ 70 w 100"/>
                  <a:gd name="T39" fmla="*/ 28 h 100"/>
                  <a:gd name="T40" fmla="*/ 82 w 100"/>
                  <a:gd name="T41" fmla="*/ 29 h 100"/>
                  <a:gd name="T42" fmla="*/ 84 w 100"/>
                  <a:gd name="T43" fmla="*/ 36 h 100"/>
                  <a:gd name="T44" fmla="*/ 43 w 100"/>
                  <a:gd name="T45" fmla="*/ 37 h 100"/>
                  <a:gd name="T46" fmla="*/ 39 w 100"/>
                  <a:gd name="T47" fmla="*/ 42 h 100"/>
                  <a:gd name="T48" fmla="*/ 29 w 100"/>
                  <a:gd name="T49" fmla="*/ 44 h 100"/>
                  <a:gd name="T50" fmla="*/ 22 w 100"/>
                  <a:gd name="T51" fmla="*/ 43 h 100"/>
                  <a:gd name="T52" fmla="*/ 17 w 100"/>
                  <a:gd name="T53" fmla="*/ 40 h 100"/>
                  <a:gd name="T54" fmla="*/ 16 w 100"/>
                  <a:gd name="T55" fmla="*/ 36 h 100"/>
                  <a:gd name="T56" fmla="*/ 18 w 100"/>
                  <a:gd name="T57" fmla="*/ 29 h 100"/>
                  <a:gd name="T58" fmla="*/ 30 w 100"/>
                  <a:gd name="T59" fmla="*/ 28 h 100"/>
                  <a:gd name="T60" fmla="*/ 41 w 100"/>
                  <a:gd name="T61" fmla="*/ 30 h 100"/>
                  <a:gd name="T62" fmla="*/ 43 w 100"/>
                  <a:gd name="T63" fmla="*/ 37 h 100"/>
                  <a:gd name="T64" fmla="*/ 50 w 100"/>
                  <a:gd name="T65" fmla="*/ 96 h 100"/>
                  <a:gd name="T66" fmla="*/ 4 w 100"/>
                  <a:gd name="T67" fmla="*/ 50 h 100"/>
                  <a:gd name="T68" fmla="*/ 9 w 100"/>
                  <a:gd name="T69" fmla="*/ 30 h 100"/>
                  <a:gd name="T70" fmla="*/ 9 w 100"/>
                  <a:gd name="T71" fmla="*/ 30 h 100"/>
                  <a:gd name="T72" fmla="*/ 11 w 100"/>
                  <a:gd name="T73" fmla="*/ 32 h 100"/>
                  <a:gd name="T74" fmla="*/ 14 w 100"/>
                  <a:gd name="T75" fmla="*/ 40 h 100"/>
                  <a:gd name="T76" fmla="*/ 19 w 100"/>
                  <a:gd name="T77" fmla="*/ 47 h 100"/>
                  <a:gd name="T78" fmla="*/ 29 w 100"/>
                  <a:gd name="T79" fmla="*/ 48 h 100"/>
                  <a:gd name="T80" fmla="*/ 41 w 100"/>
                  <a:gd name="T81" fmla="*/ 46 h 100"/>
                  <a:gd name="T82" fmla="*/ 46 w 100"/>
                  <a:gd name="T83" fmla="*/ 40 h 100"/>
                  <a:gd name="T84" fmla="*/ 49 w 100"/>
                  <a:gd name="T85" fmla="*/ 33 h 100"/>
                  <a:gd name="T86" fmla="*/ 50 w 100"/>
                  <a:gd name="T87" fmla="*/ 32 h 100"/>
                  <a:gd name="T88" fmla="*/ 51 w 100"/>
                  <a:gd name="T89" fmla="*/ 33 h 100"/>
                  <a:gd name="T90" fmla="*/ 54 w 100"/>
                  <a:gd name="T91" fmla="*/ 40 h 100"/>
                  <a:gd name="T92" fmla="*/ 59 w 100"/>
                  <a:gd name="T93" fmla="*/ 46 h 100"/>
                  <a:gd name="T94" fmla="*/ 71 w 100"/>
                  <a:gd name="T95" fmla="*/ 48 h 100"/>
                  <a:gd name="T96" fmla="*/ 81 w 100"/>
                  <a:gd name="T97" fmla="*/ 47 h 100"/>
                  <a:gd name="T98" fmla="*/ 86 w 100"/>
                  <a:gd name="T99" fmla="*/ 40 h 100"/>
                  <a:gd name="T100" fmla="*/ 89 w 100"/>
                  <a:gd name="T101" fmla="*/ 32 h 100"/>
                  <a:gd name="T102" fmla="*/ 91 w 100"/>
                  <a:gd name="T103" fmla="*/ 30 h 100"/>
                  <a:gd name="T104" fmla="*/ 91 w 100"/>
                  <a:gd name="T105" fmla="*/ 30 h 100"/>
                  <a:gd name="T106" fmla="*/ 96 w 100"/>
                  <a:gd name="T107" fmla="*/ 50 h 100"/>
                  <a:gd name="T108" fmla="*/ 50 w 100"/>
                  <a:gd name="T10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84" y="36"/>
                    </a:moveTo>
                    <a:cubicBezTo>
                      <a:pt x="84" y="37"/>
                      <a:pt x="83" y="39"/>
                      <a:pt x="83" y="40"/>
                    </a:cubicBezTo>
                    <a:cubicBezTo>
                      <a:pt x="81" y="43"/>
                      <a:pt x="80" y="43"/>
                      <a:pt x="78" y="43"/>
                    </a:cubicBezTo>
                    <a:cubicBezTo>
                      <a:pt x="76" y="44"/>
                      <a:pt x="74" y="44"/>
                      <a:pt x="71" y="44"/>
                    </a:cubicBezTo>
                    <a:cubicBezTo>
                      <a:pt x="66" y="44"/>
                      <a:pt x="63" y="43"/>
                      <a:pt x="61" y="42"/>
                    </a:cubicBezTo>
                    <a:cubicBezTo>
                      <a:pt x="59" y="41"/>
                      <a:pt x="58" y="38"/>
                      <a:pt x="57" y="37"/>
                    </a:cubicBezTo>
                    <a:cubicBezTo>
                      <a:pt x="57" y="36"/>
                      <a:pt x="54" y="31"/>
                      <a:pt x="59" y="30"/>
                    </a:cubicBezTo>
                    <a:cubicBezTo>
                      <a:pt x="63" y="28"/>
                      <a:pt x="68" y="28"/>
                      <a:pt x="70" y="28"/>
                    </a:cubicBezTo>
                    <a:cubicBezTo>
                      <a:pt x="73" y="28"/>
                      <a:pt x="80" y="28"/>
                      <a:pt x="82" y="29"/>
                    </a:cubicBezTo>
                    <a:cubicBezTo>
                      <a:pt x="85" y="31"/>
                      <a:pt x="84" y="35"/>
                      <a:pt x="84" y="36"/>
                    </a:cubicBezTo>
                    <a:close/>
                    <a:moveTo>
                      <a:pt x="43" y="37"/>
                    </a:moveTo>
                    <a:cubicBezTo>
                      <a:pt x="42" y="38"/>
                      <a:pt x="41" y="41"/>
                      <a:pt x="39" y="42"/>
                    </a:cubicBezTo>
                    <a:cubicBezTo>
                      <a:pt x="37" y="43"/>
                      <a:pt x="34" y="44"/>
                      <a:pt x="29" y="44"/>
                    </a:cubicBezTo>
                    <a:cubicBezTo>
                      <a:pt x="26" y="44"/>
                      <a:pt x="24" y="44"/>
                      <a:pt x="22" y="43"/>
                    </a:cubicBezTo>
                    <a:cubicBezTo>
                      <a:pt x="20" y="43"/>
                      <a:pt x="19" y="43"/>
                      <a:pt x="17" y="40"/>
                    </a:cubicBezTo>
                    <a:cubicBezTo>
                      <a:pt x="17" y="39"/>
                      <a:pt x="16" y="37"/>
                      <a:pt x="16" y="36"/>
                    </a:cubicBezTo>
                    <a:cubicBezTo>
                      <a:pt x="16" y="35"/>
                      <a:pt x="15" y="31"/>
                      <a:pt x="18" y="29"/>
                    </a:cubicBezTo>
                    <a:cubicBezTo>
                      <a:pt x="20" y="28"/>
                      <a:pt x="27" y="28"/>
                      <a:pt x="30" y="28"/>
                    </a:cubicBezTo>
                    <a:cubicBezTo>
                      <a:pt x="32" y="28"/>
                      <a:pt x="37" y="28"/>
                      <a:pt x="41" y="30"/>
                    </a:cubicBezTo>
                    <a:cubicBezTo>
                      <a:pt x="46" y="31"/>
                      <a:pt x="43" y="36"/>
                      <a:pt x="43" y="37"/>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7"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3" name="Oval 235"/>
              <p:cNvSpPr>
                <a:spLocks noChangeArrowheads="1"/>
              </p:cNvSpPr>
              <p:nvPr/>
            </p:nvSpPr>
            <p:spPr bwMode="auto">
              <a:xfrm>
                <a:off x="6123010"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2" name="Group 51"/>
            <p:cNvGrpSpPr/>
            <p:nvPr/>
          </p:nvGrpSpPr>
          <p:grpSpPr>
            <a:xfrm>
              <a:off x="6201627" y="2789676"/>
              <a:ext cx="611609" cy="615337"/>
              <a:chOff x="6594709" y="3185154"/>
              <a:chExt cx="218527" cy="219859"/>
            </a:xfrm>
            <a:grpFill/>
          </p:grpSpPr>
          <p:sp>
            <p:nvSpPr>
              <p:cNvPr id="238" name="Freeform 236"/>
              <p:cNvSpPr>
                <a:spLocks/>
              </p:cNvSpPr>
              <p:nvPr/>
            </p:nvSpPr>
            <p:spPr bwMode="auto">
              <a:xfrm>
                <a:off x="6656003" y="3326397"/>
                <a:ext cx="95939" cy="25317"/>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9" name="Freeform 237"/>
              <p:cNvSpPr>
                <a:spLocks noEditPoints="1"/>
              </p:cNvSpPr>
              <p:nvPr/>
            </p:nvSpPr>
            <p:spPr bwMode="auto">
              <a:xfrm>
                <a:off x="659470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50 w 100"/>
                  <a:gd name="T25" fmla="*/ 96 h 100"/>
                  <a:gd name="T26" fmla="*/ 4 w 100"/>
                  <a:gd name="T27" fmla="*/ 50 h 100"/>
                  <a:gd name="T28" fmla="*/ 9 w 100"/>
                  <a:gd name="T29" fmla="*/ 30 h 100"/>
                  <a:gd name="T30" fmla="*/ 9 w 100"/>
                  <a:gd name="T31" fmla="*/ 30 h 100"/>
                  <a:gd name="T32" fmla="*/ 11 w 100"/>
                  <a:gd name="T33" fmla="*/ 32 h 100"/>
                  <a:gd name="T34" fmla="*/ 14 w 100"/>
                  <a:gd name="T35" fmla="*/ 40 h 100"/>
                  <a:gd name="T36" fmla="*/ 19 w 100"/>
                  <a:gd name="T37" fmla="*/ 47 h 100"/>
                  <a:gd name="T38" fmla="*/ 29 w 100"/>
                  <a:gd name="T39" fmla="*/ 48 h 100"/>
                  <a:gd name="T40" fmla="*/ 41 w 100"/>
                  <a:gd name="T41" fmla="*/ 46 h 100"/>
                  <a:gd name="T42" fmla="*/ 46 w 100"/>
                  <a:gd name="T43" fmla="*/ 40 h 100"/>
                  <a:gd name="T44" fmla="*/ 49 w 100"/>
                  <a:gd name="T45" fmla="*/ 33 h 100"/>
                  <a:gd name="T46" fmla="*/ 50 w 100"/>
                  <a:gd name="T47" fmla="*/ 32 h 100"/>
                  <a:gd name="T48" fmla="*/ 51 w 100"/>
                  <a:gd name="T49" fmla="*/ 33 h 100"/>
                  <a:gd name="T50" fmla="*/ 54 w 100"/>
                  <a:gd name="T51" fmla="*/ 40 h 100"/>
                  <a:gd name="T52" fmla="*/ 59 w 100"/>
                  <a:gd name="T53" fmla="*/ 46 h 100"/>
                  <a:gd name="T54" fmla="*/ 71 w 100"/>
                  <a:gd name="T55" fmla="*/ 48 h 100"/>
                  <a:gd name="T56" fmla="*/ 81 w 100"/>
                  <a:gd name="T57" fmla="*/ 47 h 100"/>
                  <a:gd name="T58" fmla="*/ 86 w 100"/>
                  <a:gd name="T59" fmla="*/ 40 h 100"/>
                  <a:gd name="T60" fmla="*/ 89 w 100"/>
                  <a:gd name="T61" fmla="*/ 32 h 100"/>
                  <a:gd name="T62" fmla="*/ 91 w 100"/>
                  <a:gd name="T63" fmla="*/ 30 h 100"/>
                  <a:gd name="T64" fmla="*/ 91 w 100"/>
                  <a:gd name="T65" fmla="*/ 30 h 100"/>
                  <a:gd name="T66" fmla="*/ 96 w 100"/>
                  <a:gd name="T67" fmla="*/ 50 h 100"/>
                  <a:gd name="T68" fmla="*/ 50 w 100"/>
                  <a:gd name="T6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8"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3" name="Group 52"/>
            <p:cNvGrpSpPr/>
            <p:nvPr/>
          </p:nvGrpSpPr>
          <p:grpSpPr>
            <a:xfrm>
              <a:off x="9835733" y="5037400"/>
              <a:ext cx="218527" cy="219859"/>
              <a:chOff x="7127702" y="3185154"/>
              <a:chExt cx="218527" cy="219859"/>
            </a:xfrm>
            <a:grpFill/>
          </p:grpSpPr>
          <p:sp>
            <p:nvSpPr>
              <p:cNvPr id="236" name="Freeform 238"/>
              <p:cNvSpPr>
                <a:spLocks/>
              </p:cNvSpPr>
              <p:nvPr/>
            </p:nvSpPr>
            <p:spPr bwMode="auto">
              <a:xfrm>
                <a:off x="7198324" y="3326397"/>
                <a:ext cx="78617" cy="25317"/>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7" name="Freeform 239"/>
              <p:cNvSpPr>
                <a:spLocks noEditPoints="1"/>
              </p:cNvSpPr>
              <p:nvPr/>
            </p:nvSpPr>
            <p:spPr bwMode="auto">
              <a:xfrm>
                <a:off x="7127702"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50 w 100"/>
                  <a:gd name="T25" fmla="*/ 96 h 100"/>
                  <a:gd name="T26" fmla="*/ 4 w 100"/>
                  <a:gd name="T27" fmla="*/ 50 h 100"/>
                  <a:gd name="T28" fmla="*/ 9 w 100"/>
                  <a:gd name="T29" fmla="*/ 30 h 100"/>
                  <a:gd name="T30" fmla="*/ 9 w 100"/>
                  <a:gd name="T31" fmla="*/ 30 h 100"/>
                  <a:gd name="T32" fmla="*/ 11 w 100"/>
                  <a:gd name="T33" fmla="*/ 32 h 100"/>
                  <a:gd name="T34" fmla="*/ 14 w 100"/>
                  <a:gd name="T35" fmla="*/ 40 h 100"/>
                  <a:gd name="T36" fmla="*/ 19 w 100"/>
                  <a:gd name="T37" fmla="*/ 47 h 100"/>
                  <a:gd name="T38" fmla="*/ 29 w 100"/>
                  <a:gd name="T39" fmla="*/ 48 h 100"/>
                  <a:gd name="T40" fmla="*/ 41 w 100"/>
                  <a:gd name="T41" fmla="*/ 46 h 100"/>
                  <a:gd name="T42" fmla="*/ 46 w 100"/>
                  <a:gd name="T43" fmla="*/ 40 h 100"/>
                  <a:gd name="T44" fmla="*/ 49 w 100"/>
                  <a:gd name="T45" fmla="*/ 33 h 100"/>
                  <a:gd name="T46" fmla="*/ 50 w 100"/>
                  <a:gd name="T47" fmla="*/ 32 h 100"/>
                  <a:gd name="T48" fmla="*/ 51 w 100"/>
                  <a:gd name="T49" fmla="*/ 33 h 100"/>
                  <a:gd name="T50" fmla="*/ 54 w 100"/>
                  <a:gd name="T51" fmla="*/ 40 h 100"/>
                  <a:gd name="T52" fmla="*/ 59 w 100"/>
                  <a:gd name="T53" fmla="*/ 46 h 100"/>
                  <a:gd name="T54" fmla="*/ 71 w 100"/>
                  <a:gd name="T55" fmla="*/ 48 h 100"/>
                  <a:gd name="T56" fmla="*/ 81 w 100"/>
                  <a:gd name="T57" fmla="*/ 47 h 100"/>
                  <a:gd name="T58" fmla="*/ 86 w 100"/>
                  <a:gd name="T59" fmla="*/ 40 h 100"/>
                  <a:gd name="T60" fmla="*/ 89 w 100"/>
                  <a:gd name="T61" fmla="*/ 32 h 100"/>
                  <a:gd name="T62" fmla="*/ 91 w 100"/>
                  <a:gd name="T63" fmla="*/ 30 h 100"/>
                  <a:gd name="T64" fmla="*/ 91 w 100"/>
                  <a:gd name="T65" fmla="*/ 30 h 100"/>
                  <a:gd name="T66" fmla="*/ 96 w 100"/>
                  <a:gd name="T67" fmla="*/ 50 h 100"/>
                  <a:gd name="T68" fmla="*/ 50 w 100"/>
                  <a:gd name="T6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8"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54" name="Freeform 6"/>
            <p:cNvSpPr>
              <a:spLocks noEditPoints="1"/>
            </p:cNvSpPr>
            <p:nvPr/>
          </p:nvSpPr>
          <p:spPr bwMode="auto">
            <a:xfrm>
              <a:off x="4977992" y="773677"/>
              <a:ext cx="254000" cy="271463"/>
            </a:xfrm>
            <a:custGeom>
              <a:avLst/>
              <a:gdLst>
                <a:gd name="T0" fmla="*/ 88 w 98"/>
                <a:gd name="T1" fmla="*/ 12 h 104"/>
                <a:gd name="T2" fmla="*/ 78 w 98"/>
                <a:gd name="T3" fmla="*/ 22 h 104"/>
                <a:gd name="T4" fmla="*/ 78 w 98"/>
                <a:gd name="T5" fmla="*/ 34 h 104"/>
                <a:gd name="T6" fmla="*/ 72 w 98"/>
                <a:gd name="T7" fmla="*/ 32 h 104"/>
                <a:gd name="T8" fmla="*/ 65 w 98"/>
                <a:gd name="T9" fmla="*/ 35 h 104"/>
                <a:gd name="T10" fmla="*/ 56 w 98"/>
                <a:gd name="T11" fmla="*/ 28 h 104"/>
                <a:gd name="T12" fmla="*/ 50 w 98"/>
                <a:gd name="T13" fmla="*/ 30 h 104"/>
                <a:gd name="T14" fmla="*/ 50 w 98"/>
                <a:gd name="T15" fmla="*/ 10 h 104"/>
                <a:gd name="T16" fmla="*/ 40 w 98"/>
                <a:gd name="T17" fmla="*/ 0 h 104"/>
                <a:gd name="T18" fmla="*/ 30 w 98"/>
                <a:gd name="T19" fmla="*/ 10 h 104"/>
                <a:gd name="T20" fmla="*/ 30 w 98"/>
                <a:gd name="T21" fmla="*/ 41 h 104"/>
                <a:gd name="T22" fmla="*/ 8 w 98"/>
                <a:gd name="T23" fmla="*/ 34 h 104"/>
                <a:gd name="T24" fmla="*/ 29 w 98"/>
                <a:gd name="T25" fmla="*/ 82 h 104"/>
                <a:gd name="T26" fmla="*/ 64 w 98"/>
                <a:gd name="T27" fmla="*/ 104 h 104"/>
                <a:gd name="T28" fmla="*/ 98 w 98"/>
                <a:gd name="T29" fmla="*/ 70 h 104"/>
                <a:gd name="T30" fmla="*/ 98 w 98"/>
                <a:gd name="T31" fmla="*/ 22 h 104"/>
                <a:gd name="T32" fmla="*/ 88 w 98"/>
                <a:gd name="T33" fmla="*/ 12 h 104"/>
                <a:gd name="T34" fmla="*/ 94 w 98"/>
                <a:gd name="T35" fmla="*/ 55 h 104"/>
                <a:gd name="T36" fmla="*/ 94 w 98"/>
                <a:gd name="T37" fmla="*/ 70 h 104"/>
                <a:gd name="T38" fmla="*/ 64 w 98"/>
                <a:gd name="T39" fmla="*/ 100 h 104"/>
                <a:gd name="T40" fmla="*/ 33 w 98"/>
                <a:gd name="T41" fmla="*/ 80 h 104"/>
                <a:gd name="T42" fmla="*/ 10 w 98"/>
                <a:gd name="T43" fmla="*/ 37 h 104"/>
                <a:gd name="T44" fmla="*/ 34 w 98"/>
                <a:gd name="T45" fmla="*/ 51 h 104"/>
                <a:gd name="T46" fmla="*/ 34 w 98"/>
                <a:gd name="T47" fmla="*/ 10 h 104"/>
                <a:gd name="T48" fmla="*/ 40 w 98"/>
                <a:gd name="T49" fmla="*/ 4 h 104"/>
                <a:gd name="T50" fmla="*/ 46 w 98"/>
                <a:gd name="T51" fmla="*/ 10 h 104"/>
                <a:gd name="T52" fmla="*/ 46 w 98"/>
                <a:gd name="T53" fmla="*/ 46 h 104"/>
                <a:gd name="T54" fmla="*/ 50 w 98"/>
                <a:gd name="T55" fmla="*/ 46 h 104"/>
                <a:gd name="T56" fmla="*/ 50 w 98"/>
                <a:gd name="T57" fmla="*/ 38 h 104"/>
                <a:gd name="T58" fmla="*/ 56 w 98"/>
                <a:gd name="T59" fmla="*/ 32 h 104"/>
                <a:gd name="T60" fmla="*/ 62 w 98"/>
                <a:gd name="T61" fmla="*/ 38 h 104"/>
                <a:gd name="T62" fmla="*/ 62 w 98"/>
                <a:gd name="T63" fmla="*/ 42 h 104"/>
                <a:gd name="T64" fmla="*/ 66 w 98"/>
                <a:gd name="T65" fmla="*/ 42 h 104"/>
                <a:gd name="T66" fmla="*/ 66 w 98"/>
                <a:gd name="T67" fmla="*/ 42 h 104"/>
                <a:gd name="T68" fmla="*/ 72 w 98"/>
                <a:gd name="T69" fmla="*/ 36 h 104"/>
                <a:gd name="T70" fmla="*/ 78 w 98"/>
                <a:gd name="T71" fmla="*/ 42 h 104"/>
                <a:gd name="T72" fmla="*/ 78 w 98"/>
                <a:gd name="T73" fmla="*/ 46 h 104"/>
                <a:gd name="T74" fmla="*/ 82 w 98"/>
                <a:gd name="T75" fmla="*/ 46 h 104"/>
                <a:gd name="T76" fmla="*/ 82 w 98"/>
                <a:gd name="T77" fmla="*/ 22 h 104"/>
                <a:gd name="T78" fmla="*/ 88 w 98"/>
                <a:gd name="T79" fmla="*/ 16 h 104"/>
                <a:gd name="T80" fmla="*/ 94 w 98"/>
                <a:gd name="T81" fmla="*/ 22 h 104"/>
                <a:gd name="T82" fmla="*/ 94 w 98"/>
                <a:gd name="T83" fmla="*/ 55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04">
                  <a:moveTo>
                    <a:pt x="88" y="12"/>
                  </a:moveTo>
                  <a:cubicBezTo>
                    <a:pt x="82" y="12"/>
                    <a:pt x="78" y="16"/>
                    <a:pt x="78" y="22"/>
                  </a:cubicBezTo>
                  <a:cubicBezTo>
                    <a:pt x="78" y="34"/>
                    <a:pt x="78" y="34"/>
                    <a:pt x="78" y="34"/>
                  </a:cubicBezTo>
                  <a:cubicBezTo>
                    <a:pt x="74" y="33"/>
                    <a:pt x="74" y="32"/>
                    <a:pt x="72" y="32"/>
                  </a:cubicBezTo>
                  <a:cubicBezTo>
                    <a:pt x="69" y="32"/>
                    <a:pt x="67" y="33"/>
                    <a:pt x="65" y="35"/>
                  </a:cubicBezTo>
                  <a:cubicBezTo>
                    <a:pt x="64" y="31"/>
                    <a:pt x="60" y="28"/>
                    <a:pt x="56" y="28"/>
                  </a:cubicBezTo>
                  <a:cubicBezTo>
                    <a:pt x="54" y="28"/>
                    <a:pt x="50" y="29"/>
                    <a:pt x="50" y="30"/>
                  </a:cubicBezTo>
                  <a:cubicBezTo>
                    <a:pt x="50" y="10"/>
                    <a:pt x="50" y="10"/>
                    <a:pt x="50" y="10"/>
                  </a:cubicBezTo>
                  <a:cubicBezTo>
                    <a:pt x="50" y="4"/>
                    <a:pt x="46" y="0"/>
                    <a:pt x="40" y="0"/>
                  </a:cubicBezTo>
                  <a:cubicBezTo>
                    <a:pt x="34" y="0"/>
                    <a:pt x="30" y="4"/>
                    <a:pt x="30" y="10"/>
                  </a:cubicBezTo>
                  <a:cubicBezTo>
                    <a:pt x="30" y="41"/>
                    <a:pt x="30" y="41"/>
                    <a:pt x="30" y="41"/>
                  </a:cubicBezTo>
                  <a:cubicBezTo>
                    <a:pt x="22" y="34"/>
                    <a:pt x="13" y="29"/>
                    <a:pt x="8" y="34"/>
                  </a:cubicBezTo>
                  <a:cubicBezTo>
                    <a:pt x="0" y="42"/>
                    <a:pt x="16" y="58"/>
                    <a:pt x="29" y="82"/>
                  </a:cubicBezTo>
                  <a:cubicBezTo>
                    <a:pt x="38" y="98"/>
                    <a:pt x="52" y="104"/>
                    <a:pt x="64" y="104"/>
                  </a:cubicBezTo>
                  <a:cubicBezTo>
                    <a:pt x="83" y="104"/>
                    <a:pt x="98" y="89"/>
                    <a:pt x="98" y="70"/>
                  </a:cubicBezTo>
                  <a:cubicBezTo>
                    <a:pt x="98" y="22"/>
                    <a:pt x="98" y="22"/>
                    <a:pt x="98" y="22"/>
                  </a:cubicBezTo>
                  <a:cubicBezTo>
                    <a:pt x="98" y="16"/>
                    <a:pt x="94" y="12"/>
                    <a:pt x="88" y="12"/>
                  </a:cubicBezTo>
                  <a:close/>
                  <a:moveTo>
                    <a:pt x="94" y="55"/>
                  </a:moveTo>
                  <a:cubicBezTo>
                    <a:pt x="94" y="70"/>
                    <a:pt x="94" y="70"/>
                    <a:pt x="94" y="70"/>
                  </a:cubicBezTo>
                  <a:cubicBezTo>
                    <a:pt x="94" y="87"/>
                    <a:pt x="81" y="100"/>
                    <a:pt x="64" y="100"/>
                  </a:cubicBezTo>
                  <a:cubicBezTo>
                    <a:pt x="49" y="100"/>
                    <a:pt x="40" y="92"/>
                    <a:pt x="33" y="80"/>
                  </a:cubicBezTo>
                  <a:cubicBezTo>
                    <a:pt x="17" y="54"/>
                    <a:pt x="6" y="42"/>
                    <a:pt x="10" y="37"/>
                  </a:cubicBezTo>
                  <a:cubicBezTo>
                    <a:pt x="15" y="33"/>
                    <a:pt x="26" y="42"/>
                    <a:pt x="34" y="51"/>
                  </a:cubicBezTo>
                  <a:cubicBezTo>
                    <a:pt x="34" y="10"/>
                    <a:pt x="34" y="10"/>
                    <a:pt x="34" y="10"/>
                  </a:cubicBezTo>
                  <a:cubicBezTo>
                    <a:pt x="34" y="7"/>
                    <a:pt x="37" y="4"/>
                    <a:pt x="40" y="4"/>
                  </a:cubicBezTo>
                  <a:cubicBezTo>
                    <a:pt x="43" y="4"/>
                    <a:pt x="46" y="7"/>
                    <a:pt x="46" y="10"/>
                  </a:cubicBezTo>
                  <a:cubicBezTo>
                    <a:pt x="46" y="46"/>
                    <a:pt x="46" y="46"/>
                    <a:pt x="46" y="46"/>
                  </a:cubicBezTo>
                  <a:cubicBezTo>
                    <a:pt x="50" y="46"/>
                    <a:pt x="50" y="46"/>
                    <a:pt x="50" y="46"/>
                  </a:cubicBezTo>
                  <a:cubicBezTo>
                    <a:pt x="50" y="38"/>
                    <a:pt x="50" y="38"/>
                    <a:pt x="50" y="38"/>
                  </a:cubicBezTo>
                  <a:cubicBezTo>
                    <a:pt x="50" y="35"/>
                    <a:pt x="53" y="32"/>
                    <a:pt x="56" y="32"/>
                  </a:cubicBezTo>
                  <a:cubicBezTo>
                    <a:pt x="59" y="32"/>
                    <a:pt x="62" y="35"/>
                    <a:pt x="62" y="38"/>
                  </a:cubicBezTo>
                  <a:cubicBezTo>
                    <a:pt x="62" y="42"/>
                    <a:pt x="62" y="42"/>
                    <a:pt x="62" y="42"/>
                  </a:cubicBezTo>
                  <a:cubicBezTo>
                    <a:pt x="66" y="42"/>
                    <a:pt x="66" y="42"/>
                    <a:pt x="66" y="42"/>
                  </a:cubicBezTo>
                  <a:cubicBezTo>
                    <a:pt x="66" y="42"/>
                    <a:pt x="66" y="42"/>
                    <a:pt x="66" y="42"/>
                  </a:cubicBezTo>
                  <a:cubicBezTo>
                    <a:pt x="66" y="39"/>
                    <a:pt x="69" y="36"/>
                    <a:pt x="72" y="36"/>
                  </a:cubicBezTo>
                  <a:cubicBezTo>
                    <a:pt x="75" y="36"/>
                    <a:pt x="78" y="39"/>
                    <a:pt x="78" y="42"/>
                  </a:cubicBezTo>
                  <a:cubicBezTo>
                    <a:pt x="78" y="46"/>
                    <a:pt x="78" y="46"/>
                    <a:pt x="78" y="46"/>
                  </a:cubicBezTo>
                  <a:cubicBezTo>
                    <a:pt x="82" y="46"/>
                    <a:pt x="82" y="46"/>
                    <a:pt x="82" y="46"/>
                  </a:cubicBezTo>
                  <a:cubicBezTo>
                    <a:pt x="82" y="22"/>
                    <a:pt x="82" y="22"/>
                    <a:pt x="82" y="22"/>
                  </a:cubicBezTo>
                  <a:cubicBezTo>
                    <a:pt x="82" y="19"/>
                    <a:pt x="85" y="16"/>
                    <a:pt x="88" y="16"/>
                  </a:cubicBezTo>
                  <a:cubicBezTo>
                    <a:pt x="91" y="16"/>
                    <a:pt x="94" y="19"/>
                    <a:pt x="94" y="22"/>
                  </a:cubicBezTo>
                  <a:lnTo>
                    <a:pt x="94" y="55"/>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5" name="Freeform 7"/>
            <p:cNvSpPr>
              <a:spLocks noEditPoints="1"/>
            </p:cNvSpPr>
            <p:nvPr/>
          </p:nvSpPr>
          <p:spPr bwMode="auto">
            <a:xfrm>
              <a:off x="4881564" y="3550345"/>
              <a:ext cx="255588" cy="292100"/>
            </a:xfrm>
            <a:custGeom>
              <a:avLst/>
              <a:gdLst>
                <a:gd name="T0" fmla="*/ 88 w 98"/>
                <a:gd name="T1" fmla="*/ 20 h 112"/>
                <a:gd name="T2" fmla="*/ 82 w 98"/>
                <a:gd name="T3" fmla="*/ 22 h 112"/>
                <a:gd name="T4" fmla="*/ 82 w 98"/>
                <a:gd name="T5" fmla="*/ 18 h 112"/>
                <a:gd name="T6" fmla="*/ 72 w 98"/>
                <a:gd name="T7" fmla="*/ 8 h 112"/>
                <a:gd name="T8" fmla="*/ 67 w 98"/>
                <a:gd name="T9" fmla="*/ 10 h 112"/>
                <a:gd name="T10" fmla="*/ 57 w 98"/>
                <a:gd name="T11" fmla="*/ 0 h 112"/>
                <a:gd name="T12" fmla="*/ 47 w 98"/>
                <a:gd name="T13" fmla="*/ 10 h 112"/>
                <a:gd name="T14" fmla="*/ 40 w 98"/>
                <a:gd name="T15" fmla="*/ 8 h 112"/>
                <a:gd name="T16" fmla="*/ 30 w 98"/>
                <a:gd name="T17" fmla="*/ 18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30 h 112"/>
                <a:gd name="T30" fmla="*/ 88 w 98"/>
                <a:gd name="T31" fmla="*/ 20 h 112"/>
                <a:gd name="T32" fmla="*/ 94 w 98"/>
                <a:gd name="T33" fmla="*/ 63 h 112"/>
                <a:gd name="T34" fmla="*/ 94 w 98"/>
                <a:gd name="T35" fmla="*/ 78 h 112"/>
                <a:gd name="T36" fmla="*/ 64 w 98"/>
                <a:gd name="T37" fmla="*/ 108 h 112"/>
                <a:gd name="T38" fmla="*/ 34 w 98"/>
                <a:gd name="T39" fmla="*/ 88 h 112"/>
                <a:gd name="T40" fmla="*/ 11 w 98"/>
                <a:gd name="T41" fmla="*/ 45 h 112"/>
                <a:gd name="T42" fmla="*/ 34 w 98"/>
                <a:gd name="T43" fmla="*/ 59 h 112"/>
                <a:gd name="T44" fmla="*/ 34 w 98"/>
                <a:gd name="T45" fmla="*/ 18 h 112"/>
                <a:gd name="T46" fmla="*/ 40 w 98"/>
                <a:gd name="T47" fmla="*/ 12 h 112"/>
                <a:gd name="T48" fmla="*/ 46 w 98"/>
                <a:gd name="T49" fmla="*/ 18 h 112"/>
                <a:gd name="T50" fmla="*/ 46 w 98"/>
                <a:gd name="T51" fmla="*/ 54 h 112"/>
                <a:gd name="T52" fmla="*/ 50 w 98"/>
                <a:gd name="T53" fmla="*/ 54 h 112"/>
                <a:gd name="T54" fmla="*/ 50 w 98"/>
                <a:gd name="T55" fmla="*/ 10 h 112"/>
                <a:gd name="T56" fmla="*/ 56 w 98"/>
                <a:gd name="T57" fmla="*/ 4 h 112"/>
                <a:gd name="T58" fmla="*/ 62 w 98"/>
                <a:gd name="T59" fmla="*/ 10 h 112"/>
                <a:gd name="T60" fmla="*/ 62 w 98"/>
                <a:gd name="T61" fmla="*/ 50 h 112"/>
                <a:gd name="T62" fmla="*/ 66 w 98"/>
                <a:gd name="T63" fmla="*/ 50 h 112"/>
                <a:gd name="T64" fmla="*/ 66 w 98"/>
                <a:gd name="T65" fmla="*/ 18 h 112"/>
                <a:gd name="T66" fmla="*/ 72 w 98"/>
                <a:gd name="T67" fmla="*/ 12 h 112"/>
                <a:gd name="T68" fmla="*/ 78 w 98"/>
                <a:gd name="T69" fmla="*/ 18 h 112"/>
                <a:gd name="T70" fmla="*/ 78 w 98"/>
                <a:gd name="T71" fmla="*/ 54 h 112"/>
                <a:gd name="T72" fmla="*/ 82 w 98"/>
                <a:gd name="T73" fmla="*/ 54 h 112"/>
                <a:gd name="T74" fmla="*/ 82 w 98"/>
                <a:gd name="T75" fmla="*/ 30 h 112"/>
                <a:gd name="T76" fmla="*/ 88 w 98"/>
                <a:gd name="T77" fmla="*/ 24 h 112"/>
                <a:gd name="T78" fmla="*/ 94 w 98"/>
                <a:gd name="T79" fmla="*/ 30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20"/>
                  </a:moveTo>
                  <a:cubicBezTo>
                    <a:pt x="86" y="20"/>
                    <a:pt x="86" y="21"/>
                    <a:pt x="82" y="22"/>
                  </a:cubicBezTo>
                  <a:cubicBezTo>
                    <a:pt x="82" y="18"/>
                    <a:pt x="82" y="18"/>
                    <a:pt x="82" y="18"/>
                  </a:cubicBezTo>
                  <a:cubicBezTo>
                    <a:pt x="82" y="12"/>
                    <a:pt x="78" y="8"/>
                    <a:pt x="72" y="8"/>
                  </a:cubicBezTo>
                  <a:cubicBezTo>
                    <a:pt x="70" y="8"/>
                    <a:pt x="68" y="9"/>
                    <a:pt x="67" y="10"/>
                  </a:cubicBezTo>
                  <a:cubicBezTo>
                    <a:pt x="67" y="4"/>
                    <a:pt x="62" y="0"/>
                    <a:pt x="57" y="0"/>
                  </a:cubicBezTo>
                  <a:cubicBezTo>
                    <a:pt x="51" y="0"/>
                    <a:pt x="47" y="4"/>
                    <a:pt x="47" y="10"/>
                  </a:cubicBezTo>
                  <a:cubicBezTo>
                    <a:pt x="45" y="9"/>
                    <a:pt x="43" y="8"/>
                    <a:pt x="40" y="8"/>
                  </a:cubicBezTo>
                  <a:cubicBezTo>
                    <a:pt x="35" y="8"/>
                    <a:pt x="30" y="12"/>
                    <a:pt x="30" y="18"/>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30"/>
                    <a:pt x="98" y="30"/>
                    <a:pt x="98" y="30"/>
                  </a:cubicBezTo>
                  <a:cubicBezTo>
                    <a:pt x="98" y="24"/>
                    <a:pt x="94" y="20"/>
                    <a:pt x="88" y="20"/>
                  </a:cubicBezTo>
                  <a:close/>
                  <a:moveTo>
                    <a:pt x="94" y="63"/>
                  </a:moveTo>
                  <a:cubicBezTo>
                    <a:pt x="94" y="78"/>
                    <a:pt x="94" y="78"/>
                    <a:pt x="94" y="78"/>
                  </a:cubicBezTo>
                  <a:cubicBezTo>
                    <a:pt x="94" y="95"/>
                    <a:pt x="81" y="108"/>
                    <a:pt x="64" y="108"/>
                  </a:cubicBezTo>
                  <a:cubicBezTo>
                    <a:pt x="49" y="108"/>
                    <a:pt x="41" y="100"/>
                    <a:pt x="34" y="88"/>
                  </a:cubicBezTo>
                  <a:cubicBezTo>
                    <a:pt x="18" y="62"/>
                    <a:pt x="6" y="50"/>
                    <a:pt x="11" y="45"/>
                  </a:cubicBezTo>
                  <a:cubicBezTo>
                    <a:pt x="15" y="41"/>
                    <a:pt x="26" y="50"/>
                    <a:pt x="34" y="59"/>
                  </a:cubicBezTo>
                  <a:cubicBezTo>
                    <a:pt x="34" y="18"/>
                    <a:pt x="34" y="18"/>
                    <a:pt x="34" y="18"/>
                  </a:cubicBezTo>
                  <a:cubicBezTo>
                    <a:pt x="34" y="15"/>
                    <a:pt x="37" y="12"/>
                    <a:pt x="40" y="12"/>
                  </a:cubicBezTo>
                  <a:cubicBezTo>
                    <a:pt x="43" y="12"/>
                    <a:pt x="46" y="15"/>
                    <a:pt x="46" y="18"/>
                  </a:cubicBezTo>
                  <a:cubicBezTo>
                    <a:pt x="46" y="54"/>
                    <a:pt x="46" y="54"/>
                    <a:pt x="46" y="54"/>
                  </a:cubicBezTo>
                  <a:cubicBezTo>
                    <a:pt x="50" y="54"/>
                    <a:pt x="50" y="54"/>
                    <a:pt x="50" y="54"/>
                  </a:cubicBezTo>
                  <a:cubicBezTo>
                    <a:pt x="50" y="10"/>
                    <a:pt x="50" y="10"/>
                    <a:pt x="50" y="10"/>
                  </a:cubicBezTo>
                  <a:cubicBezTo>
                    <a:pt x="50" y="7"/>
                    <a:pt x="53" y="4"/>
                    <a:pt x="56" y="4"/>
                  </a:cubicBezTo>
                  <a:cubicBezTo>
                    <a:pt x="59" y="4"/>
                    <a:pt x="62" y="7"/>
                    <a:pt x="62" y="10"/>
                  </a:cubicBezTo>
                  <a:cubicBezTo>
                    <a:pt x="62" y="50"/>
                    <a:pt x="62" y="50"/>
                    <a:pt x="62" y="50"/>
                  </a:cubicBezTo>
                  <a:cubicBezTo>
                    <a:pt x="66" y="50"/>
                    <a:pt x="66" y="50"/>
                    <a:pt x="66" y="50"/>
                  </a:cubicBezTo>
                  <a:cubicBezTo>
                    <a:pt x="66" y="18"/>
                    <a:pt x="66" y="18"/>
                    <a:pt x="66" y="18"/>
                  </a:cubicBezTo>
                  <a:cubicBezTo>
                    <a:pt x="66" y="15"/>
                    <a:pt x="69" y="12"/>
                    <a:pt x="72" y="12"/>
                  </a:cubicBezTo>
                  <a:cubicBezTo>
                    <a:pt x="75" y="12"/>
                    <a:pt x="78" y="15"/>
                    <a:pt x="78" y="18"/>
                  </a:cubicBezTo>
                  <a:cubicBezTo>
                    <a:pt x="78" y="54"/>
                    <a:pt x="78" y="54"/>
                    <a:pt x="78" y="54"/>
                  </a:cubicBezTo>
                  <a:cubicBezTo>
                    <a:pt x="82" y="54"/>
                    <a:pt x="82" y="54"/>
                    <a:pt x="82" y="54"/>
                  </a:cubicBezTo>
                  <a:cubicBezTo>
                    <a:pt x="82" y="30"/>
                    <a:pt x="82" y="30"/>
                    <a:pt x="82" y="30"/>
                  </a:cubicBezTo>
                  <a:cubicBezTo>
                    <a:pt x="82" y="27"/>
                    <a:pt x="85" y="24"/>
                    <a:pt x="88" y="24"/>
                  </a:cubicBezTo>
                  <a:cubicBezTo>
                    <a:pt x="91" y="24"/>
                    <a:pt x="94" y="27"/>
                    <a:pt x="94" y="30"/>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56" name="Group 55"/>
            <p:cNvGrpSpPr/>
            <p:nvPr/>
          </p:nvGrpSpPr>
          <p:grpSpPr>
            <a:xfrm>
              <a:off x="647179" y="1946533"/>
              <a:ext cx="290513" cy="295275"/>
              <a:chOff x="2514600" y="1908175"/>
              <a:chExt cx="290513" cy="295275"/>
            </a:xfrm>
            <a:grpFill/>
          </p:grpSpPr>
          <p:sp>
            <p:nvSpPr>
              <p:cNvPr id="234" name="Oval 8"/>
              <p:cNvSpPr>
                <a:spLocks noChangeArrowheads="1"/>
              </p:cNvSpPr>
              <p:nvPr/>
            </p:nvSpPr>
            <p:spPr bwMode="auto">
              <a:xfrm>
                <a:off x="2544763" y="2146300"/>
                <a:ext cx="20638" cy="206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5" name="Freeform 9"/>
              <p:cNvSpPr>
                <a:spLocks noEditPoints="1"/>
              </p:cNvSpPr>
              <p:nvPr/>
            </p:nvSpPr>
            <p:spPr bwMode="auto">
              <a:xfrm>
                <a:off x="2514600" y="1908175"/>
                <a:ext cx="290513" cy="295275"/>
              </a:xfrm>
              <a:custGeom>
                <a:avLst/>
                <a:gdLst>
                  <a:gd name="T0" fmla="*/ 112 w 112"/>
                  <a:gd name="T1" fmla="*/ 54 h 113"/>
                  <a:gd name="T2" fmla="*/ 102 w 112"/>
                  <a:gd name="T3" fmla="*/ 45 h 113"/>
                  <a:gd name="T4" fmla="*/ 78 w 112"/>
                  <a:gd name="T5" fmla="*/ 45 h 113"/>
                  <a:gd name="T6" fmla="*/ 64 w 112"/>
                  <a:gd name="T7" fmla="*/ 0 h 113"/>
                  <a:gd name="T8" fmla="*/ 50 w 112"/>
                  <a:gd name="T9" fmla="*/ 32 h 113"/>
                  <a:gd name="T10" fmla="*/ 32 w 112"/>
                  <a:gd name="T11" fmla="*/ 45 h 113"/>
                  <a:gd name="T12" fmla="*/ 30 w 112"/>
                  <a:gd name="T13" fmla="*/ 45 h 113"/>
                  <a:gd name="T14" fmla="*/ 8 w 112"/>
                  <a:gd name="T15" fmla="*/ 45 h 113"/>
                  <a:gd name="T16" fmla="*/ 0 w 112"/>
                  <a:gd name="T17" fmla="*/ 51 h 113"/>
                  <a:gd name="T18" fmla="*/ 0 w 112"/>
                  <a:gd name="T19" fmla="*/ 103 h 113"/>
                  <a:gd name="T20" fmla="*/ 8 w 112"/>
                  <a:gd name="T21" fmla="*/ 113 h 113"/>
                  <a:gd name="T22" fmla="*/ 30 w 112"/>
                  <a:gd name="T23" fmla="*/ 113 h 113"/>
                  <a:gd name="T24" fmla="*/ 53 w 112"/>
                  <a:gd name="T25" fmla="*/ 113 h 113"/>
                  <a:gd name="T26" fmla="*/ 86 w 112"/>
                  <a:gd name="T27" fmla="*/ 113 h 113"/>
                  <a:gd name="T28" fmla="*/ 96 w 112"/>
                  <a:gd name="T29" fmla="*/ 102 h 113"/>
                  <a:gd name="T30" fmla="*/ 94 w 112"/>
                  <a:gd name="T31" fmla="*/ 96 h 113"/>
                  <a:gd name="T32" fmla="*/ 104 w 112"/>
                  <a:gd name="T33" fmla="*/ 85 h 113"/>
                  <a:gd name="T34" fmla="*/ 101 w 112"/>
                  <a:gd name="T35" fmla="*/ 78 h 113"/>
                  <a:gd name="T36" fmla="*/ 108 w 112"/>
                  <a:gd name="T37" fmla="*/ 69 h 113"/>
                  <a:gd name="T38" fmla="*/ 105 w 112"/>
                  <a:gd name="T39" fmla="*/ 63 h 113"/>
                  <a:gd name="T40" fmla="*/ 112 w 112"/>
                  <a:gd name="T41" fmla="*/ 54 h 113"/>
                  <a:gd name="T42" fmla="*/ 28 w 112"/>
                  <a:gd name="T43" fmla="*/ 109 h 113"/>
                  <a:gd name="T44" fmla="*/ 8 w 112"/>
                  <a:gd name="T45" fmla="*/ 109 h 113"/>
                  <a:gd name="T46" fmla="*/ 4 w 112"/>
                  <a:gd name="T47" fmla="*/ 103 h 113"/>
                  <a:gd name="T48" fmla="*/ 4 w 112"/>
                  <a:gd name="T49" fmla="*/ 51 h 113"/>
                  <a:gd name="T50" fmla="*/ 8 w 112"/>
                  <a:gd name="T51" fmla="*/ 49 h 113"/>
                  <a:gd name="T52" fmla="*/ 28 w 112"/>
                  <a:gd name="T53" fmla="*/ 49 h 113"/>
                  <a:gd name="T54" fmla="*/ 28 w 112"/>
                  <a:gd name="T55" fmla="*/ 109 h 113"/>
                  <a:gd name="T56" fmla="*/ 102 w 112"/>
                  <a:gd name="T57" fmla="*/ 61 h 113"/>
                  <a:gd name="T58" fmla="*/ 88 w 112"/>
                  <a:gd name="T59" fmla="*/ 61 h 113"/>
                  <a:gd name="T60" fmla="*/ 88 w 112"/>
                  <a:gd name="T61" fmla="*/ 65 h 113"/>
                  <a:gd name="T62" fmla="*/ 98 w 112"/>
                  <a:gd name="T63" fmla="*/ 65 h 113"/>
                  <a:gd name="T64" fmla="*/ 104 w 112"/>
                  <a:gd name="T65" fmla="*/ 71 h 113"/>
                  <a:gd name="T66" fmla="*/ 98 w 112"/>
                  <a:gd name="T67" fmla="*/ 77 h 113"/>
                  <a:gd name="T68" fmla="*/ 84 w 112"/>
                  <a:gd name="T69" fmla="*/ 77 h 113"/>
                  <a:gd name="T70" fmla="*/ 84 w 112"/>
                  <a:gd name="T71" fmla="*/ 81 h 113"/>
                  <a:gd name="T72" fmla="*/ 94 w 112"/>
                  <a:gd name="T73" fmla="*/ 81 h 113"/>
                  <a:gd name="T74" fmla="*/ 100 w 112"/>
                  <a:gd name="T75" fmla="*/ 87 h 113"/>
                  <a:gd name="T76" fmla="*/ 94 w 112"/>
                  <a:gd name="T77" fmla="*/ 93 h 113"/>
                  <a:gd name="T78" fmla="*/ 80 w 112"/>
                  <a:gd name="T79" fmla="*/ 93 h 113"/>
                  <a:gd name="T80" fmla="*/ 80 w 112"/>
                  <a:gd name="T81" fmla="*/ 97 h 113"/>
                  <a:gd name="T82" fmla="*/ 86 w 112"/>
                  <a:gd name="T83" fmla="*/ 97 h 113"/>
                  <a:gd name="T84" fmla="*/ 92 w 112"/>
                  <a:gd name="T85" fmla="*/ 103 h 113"/>
                  <a:gd name="T86" fmla="*/ 86 w 112"/>
                  <a:gd name="T87" fmla="*/ 109 h 113"/>
                  <a:gd name="T88" fmla="*/ 71 w 112"/>
                  <a:gd name="T89" fmla="*/ 109 h 113"/>
                  <a:gd name="T90" fmla="*/ 32 w 112"/>
                  <a:gd name="T91" fmla="*/ 109 h 113"/>
                  <a:gd name="T92" fmla="*/ 32 w 112"/>
                  <a:gd name="T93" fmla="*/ 47 h 113"/>
                  <a:gd name="T94" fmla="*/ 43 w 112"/>
                  <a:gd name="T95" fmla="*/ 43 h 113"/>
                  <a:gd name="T96" fmla="*/ 53 w 112"/>
                  <a:gd name="T97" fmla="*/ 32 h 113"/>
                  <a:gd name="T98" fmla="*/ 64 w 112"/>
                  <a:gd name="T99" fmla="*/ 3 h 113"/>
                  <a:gd name="T100" fmla="*/ 74 w 112"/>
                  <a:gd name="T101" fmla="*/ 44 h 113"/>
                  <a:gd name="T102" fmla="*/ 73 w 112"/>
                  <a:gd name="T103" fmla="*/ 49 h 113"/>
                  <a:gd name="T104" fmla="*/ 102 w 112"/>
                  <a:gd name="T105" fmla="*/ 49 h 113"/>
                  <a:gd name="T106" fmla="*/ 108 w 112"/>
                  <a:gd name="T107" fmla="*/ 55 h 113"/>
                  <a:gd name="T108" fmla="*/ 102 w 112"/>
                  <a:gd name="T109" fmla="*/ 6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 h="113">
                    <a:moveTo>
                      <a:pt x="112" y="54"/>
                    </a:moveTo>
                    <a:cubicBezTo>
                      <a:pt x="112" y="48"/>
                      <a:pt x="108" y="45"/>
                      <a:pt x="102" y="45"/>
                    </a:cubicBezTo>
                    <a:cubicBezTo>
                      <a:pt x="78" y="45"/>
                      <a:pt x="78" y="45"/>
                      <a:pt x="78" y="45"/>
                    </a:cubicBezTo>
                    <a:cubicBezTo>
                      <a:pt x="82" y="21"/>
                      <a:pt x="80" y="0"/>
                      <a:pt x="64" y="0"/>
                    </a:cubicBezTo>
                    <a:cubicBezTo>
                      <a:pt x="48" y="0"/>
                      <a:pt x="56" y="20"/>
                      <a:pt x="50" y="32"/>
                    </a:cubicBezTo>
                    <a:cubicBezTo>
                      <a:pt x="44" y="43"/>
                      <a:pt x="32" y="45"/>
                      <a:pt x="32" y="45"/>
                    </a:cubicBezTo>
                    <a:cubicBezTo>
                      <a:pt x="30" y="45"/>
                      <a:pt x="30" y="45"/>
                      <a:pt x="30" y="45"/>
                    </a:cubicBezTo>
                    <a:cubicBezTo>
                      <a:pt x="8" y="45"/>
                      <a:pt x="8" y="45"/>
                      <a:pt x="8" y="45"/>
                    </a:cubicBezTo>
                    <a:cubicBezTo>
                      <a:pt x="4" y="45"/>
                      <a:pt x="0" y="47"/>
                      <a:pt x="0" y="51"/>
                    </a:cubicBezTo>
                    <a:cubicBezTo>
                      <a:pt x="0" y="103"/>
                      <a:pt x="0" y="103"/>
                      <a:pt x="0" y="103"/>
                    </a:cubicBezTo>
                    <a:cubicBezTo>
                      <a:pt x="0" y="107"/>
                      <a:pt x="4" y="113"/>
                      <a:pt x="8" y="113"/>
                    </a:cubicBezTo>
                    <a:cubicBezTo>
                      <a:pt x="30" y="113"/>
                      <a:pt x="30" y="113"/>
                      <a:pt x="30" y="113"/>
                    </a:cubicBezTo>
                    <a:cubicBezTo>
                      <a:pt x="53" y="113"/>
                      <a:pt x="53" y="113"/>
                      <a:pt x="53" y="113"/>
                    </a:cubicBezTo>
                    <a:cubicBezTo>
                      <a:pt x="86" y="113"/>
                      <a:pt x="86" y="113"/>
                      <a:pt x="86" y="113"/>
                    </a:cubicBezTo>
                    <a:cubicBezTo>
                      <a:pt x="92" y="113"/>
                      <a:pt x="96" y="108"/>
                      <a:pt x="96" y="102"/>
                    </a:cubicBezTo>
                    <a:cubicBezTo>
                      <a:pt x="96" y="100"/>
                      <a:pt x="95" y="97"/>
                      <a:pt x="94" y="96"/>
                    </a:cubicBezTo>
                    <a:cubicBezTo>
                      <a:pt x="100" y="95"/>
                      <a:pt x="104" y="91"/>
                      <a:pt x="104" y="85"/>
                    </a:cubicBezTo>
                    <a:cubicBezTo>
                      <a:pt x="104" y="83"/>
                      <a:pt x="103" y="80"/>
                      <a:pt x="101" y="78"/>
                    </a:cubicBezTo>
                    <a:cubicBezTo>
                      <a:pt x="105" y="77"/>
                      <a:pt x="108" y="73"/>
                      <a:pt x="108" y="69"/>
                    </a:cubicBezTo>
                    <a:cubicBezTo>
                      <a:pt x="108" y="67"/>
                      <a:pt x="107" y="65"/>
                      <a:pt x="105" y="63"/>
                    </a:cubicBezTo>
                    <a:cubicBezTo>
                      <a:pt x="109" y="61"/>
                      <a:pt x="112" y="58"/>
                      <a:pt x="112" y="54"/>
                    </a:cubicBezTo>
                    <a:close/>
                    <a:moveTo>
                      <a:pt x="28" y="109"/>
                    </a:moveTo>
                    <a:cubicBezTo>
                      <a:pt x="8" y="109"/>
                      <a:pt x="8" y="109"/>
                      <a:pt x="8" y="109"/>
                    </a:cubicBezTo>
                    <a:cubicBezTo>
                      <a:pt x="6" y="109"/>
                      <a:pt x="4" y="105"/>
                      <a:pt x="4" y="103"/>
                    </a:cubicBezTo>
                    <a:cubicBezTo>
                      <a:pt x="4" y="51"/>
                      <a:pt x="4" y="51"/>
                      <a:pt x="4" y="51"/>
                    </a:cubicBezTo>
                    <a:cubicBezTo>
                      <a:pt x="4" y="49"/>
                      <a:pt x="6" y="49"/>
                      <a:pt x="8" y="49"/>
                    </a:cubicBezTo>
                    <a:cubicBezTo>
                      <a:pt x="28" y="49"/>
                      <a:pt x="28" y="49"/>
                      <a:pt x="28" y="49"/>
                    </a:cubicBezTo>
                    <a:lnTo>
                      <a:pt x="28" y="109"/>
                    </a:lnTo>
                    <a:close/>
                    <a:moveTo>
                      <a:pt x="102" y="61"/>
                    </a:moveTo>
                    <a:cubicBezTo>
                      <a:pt x="88" y="61"/>
                      <a:pt x="88" y="61"/>
                      <a:pt x="88" y="61"/>
                    </a:cubicBezTo>
                    <a:cubicBezTo>
                      <a:pt x="88" y="65"/>
                      <a:pt x="88" y="65"/>
                      <a:pt x="88" y="65"/>
                    </a:cubicBezTo>
                    <a:cubicBezTo>
                      <a:pt x="98" y="65"/>
                      <a:pt x="98" y="65"/>
                      <a:pt x="98" y="65"/>
                    </a:cubicBezTo>
                    <a:cubicBezTo>
                      <a:pt x="101" y="65"/>
                      <a:pt x="104" y="68"/>
                      <a:pt x="104" y="71"/>
                    </a:cubicBezTo>
                    <a:cubicBezTo>
                      <a:pt x="104" y="74"/>
                      <a:pt x="101" y="77"/>
                      <a:pt x="98" y="77"/>
                    </a:cubicBezTo>
                    <a:cubicBezTo>
                      <a:pt x="84" y="77"/>
                      <a:pt x="84" y="77"/>
                      <a:pt x="84" y="77"/>
                    </a:cubicBezTo>
                    <a:cubicBezTo>
                      <a:pt x="84" y="81"/>
                      <a:pt x="84" y="81"/>
                      <a:pt x="84" y="81"/>
                    </a:cubicBezTo>
                    <a:cubicBezTo>
                      <a:pt x="94" y="81"/>
                      <a:pt x="94" y="81"/>
                      <a:pt x="94" y="81"/>
                    </a:cubicBezTo>
                    <a:cubicBezTo>
                      <a:pt x="97" y="81"/>
                      <a:pt x="100" y="84"/>
                      <a:pt x="100" y="87"/>
                    </a:cubicBezTo>
                    <a:cubicBezTo>
                      <a:pt x="100" y="90"/>
                      <a:pt x="97" y="93"/>
                      <a:pt x="94" y="93"/>
                    </a:cubicBezTo>
                    <a:cubicBezTo>
                      <a:pt x="80" y="93"/>
                      <a:pt x="80" y="93"/>
                      <a:pt x="80" y="93"/>
                    </a:cubicBezTo>
                    <a:cubicBezTo>
                      <a:pt x="80" y="97"/>
                      <a:pt x="80" y="97"/>
                      <a:pt x="80" y="97"/>
                    </a:cubicBezTo>
                    <a:cubicBezTo>
                      <a:pt x="86" y="97"/>
                      <a:pt x="86" y="97"/>
                      <a:pt x="86" y="97"/>
                    </a:cubicBezTo>
                    <a:cubicBezTo>
                      <a:pt x="89" y="97"/>
                      <a:pt x="92" y="100"/>
                      <a:pt x="92" y="103"/>
                    </a:cubicBezTo>
                    <a:cubicBezTo>
                      <a:pt x="92" y="106"/>
                      <a:pt x="89" y="109"/>
                      <a:pt x="86" y="109"/>
                    </a:cubicBezTo>
                    <a:cubicBezTo>
                      <a:pt x="71" y="109"/>
                      <a:pt x="71" y="109"/>
                      <a:pt x="71" y="109"/>
                    </a:cubicBezTo>
                    <a:cubicBezTo>
                      <a:pt x="32" y="109"/>
                      <a:pt x="32" y="109"/>
                      <a:pt x="32" y="109"/>
                    </a:cubicBezTo>
                    <a:cubicBezTo>
                      <a:pt x="32" y="109"/>
                      <a:pt x="32" y="55"/>
                      <a:pt x="32" y="47"/>
                    </a:cubicBezTo>
                    <a:cubicBezTo>
                      <a:pt x="38" y="47"/>
                      <a:pt x="43" y="43"/>
                      <a:pt x="43" y="43"/>
                    </a:cubicBezTo>
                    <a:cubicBezTo>
                      <a:pt x="47" y="41"/>
                      <a:pt x="51" y="37"/>
                      <a:pt x="53" y="32"/>
                    </a:cubicBezTo>
                    <a:cubicBezTo>
                      <a:pt x="60" y="20"/>
                      <a:pt x="53" y="3"/>
                      <a:pt x="64" y="3"/>
                    </a:cubicBezTo>
                    <a:cubicBezTo>
                      <a:pt x="76" y="3"/>
                      <a:pt x="78" y="23"/>
                      <a:pt x="74" y="44"/>
                    </a:cubicBezTo>
                    <a:cubicBezTo>
                      <a:pt x="73" y="49"/>
                      <a:pt x="73" y="49"/>
                      <a:pt x="73" y="49"/>
                    </a:cubicBezTo>
                    <a:cubicBezTo>
                      <a:pt x="102" y="49"/>
                      <a:pt x="102" y="49"/>
                      <a:pt x="102" y="49"/>
                    </a:cubicBezTo>
                    <a:cubicBezTo>
                      <a:pt x="105" y="49"/>
                      <a:pt x="108" y="52"/>
                      <a:pt x="108" y="55"/>
                    </a:cubicBezTo>
                    <a:cubicBezTo>
                      <a:pt x="108" y="58"/>
                      <a:pt x="105" y="61"/>
                      <a:pt x="10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7" name="Group 56"/>
            <p:cNvGrpSpPr/>
            <p:nvPr/>
          </p:nvGrpSpPr>
          <p:grpSpPr>
            <a:xfrm>
              <a:off x="10038206" y="6400642"/>
              <a:ext cx="295275" cy="292100"/>
              <a:chOff x="3138488" y="1911350"/>
              <a:chExt cx="295275" cy="292100"/>
            </a:xfrm>
            <a:grpFill/>
          </p:grpSpPr>
          <p:sp>
            <p:nvSpPr>
              <p:cNvPr id="232" name="Oval 10"/>
              <p:cNvSpPr>
                <a:spLocks noChangeArrowheads="1"/>
              </p:cNvSpPr>
              <p:nvPr/>
            </p:nvSpPr>
            <p:spPr bwMode="auto">
              <a:xfrm>
                <a:off x="3175000" y="1936750"/>
                <a:ext cx="20638" cy="222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3" name="Freeform 11"/>
              <p:cNvSpPr>
                <a:spLocks noEditPoints="1"/>
              </p:cNvSpPr>
              <p:nvPr/>
            </p:nvSpPr>
            <p:spPr bwMode="auto">
              <a:xfrm>
                <a:off x="3138488" y="1911350"/>
                <a:ext cx="295275" cy="292100"/>
              </a:xfrm>
              <a:custGeom>
                <a:avLst/>
                <a:gdLst>
                  <a:gd name="T0" fmla="*/ 107 w 114"/>
                  <a:gd name="T1" fmla="*/ 47 h 112"/>
                  <a:gd name="T2" fmla="*/ 110 w 114"/>
                  <a:gd name="T3" fmla="*/ 40 h 112"/>
                  <a:gd name="T4" fmla="*/ 103 w 114"/>
                  <a:gd name="T5" fmla="*/ 31 h 112"/>
                  <a:gd name="T6" fmla="*/ 106 w 114"/>
                  <a:gd name="T7" fmla="*/ 24 h 112"/>
                  <a:gd name="T8" fmla="*/ 96 w 114"/>
                  <a:gd name="T9" fmla="*/ 14 h 112"/>
                  <a:gd name="T10" fmla="*/ 98 w 114"/>
                  <a:gd name="T11" fmla="*/ 9 h 112"/>
                  <a:gd name="T12" fmla="*/ 88 w 114"/>
                  <a:gd name="T13" fmla="*/ 0 h 112"/>
                  <a:gd name="T14" fmla="*/ 55 w 114"/>
                  <a:gd name="T15" fmla="*/ 0 h 112"/>
                  <a:gd name="T16" fmla="*/ 32 w 114"/>
                  <a:gd name="T17" fmla="*/ 0 h 112"/>
                  <a:gd name="T18" fmla="*/ 10 w 114"/>
                  <a:gd name="T19" fmla="*/ 0 h 112"/>
                  <a:gd name="T20" fmla="*/ 0 w 114"/>
                  <a:gd name="T21" fmla="*/ 6 h 112"/>
                  <a:gd name="T22" fmla="*/ 0 w 114"/>
                  <a:gd name="T23" fmla="*/ 58 h 112"/>
                  <a:gd name="T24" fmla="*/ 10 w 114"/>
                  <a:gd name="T25" fmla="*/ 68 h 112"/>
                  <a:gd name="T26" fmla="*/ 32 w 114"/>
                  <a:gd name="T27" fmla="*/ 68 h 112"/>
                  <a:gd name="T28" fmla="*/ 34 w 114"/>
                  <a:gd name="T29" fmla="*/ 68 h 112"/>
                  <a:gd name="T30" fmla="*/ 52 w 114"/>
                  <a:gd name="T31" fmla="*/ 80 h 112"/>
                  <a:gd name="T32" fmla="*/ 66 w 114"/>
                  <a:gd name="T33" fmla="*/ 112 h 112"/>
                  <a:gd name="T34" fmla="*/ 80 w 114"/>
                  <a:gd name="T35" fmla="*/ 68 h 112"/>
                  <a:gd name="T36" fmla="*/ 104 w 114"/>
                  <a:gd name="T37" fmla="*/ 68 h 112"/>
                  <a:gd name="T38" fmla="*/ 114 w 114"/>
                  <a:gd name="T39" fmla="*/ 57 h 112"/>
                  <a:gd name="T40" fmla="*/ 107 w 114"/>
                  <a:gd name="T41" fmla="*/ 47 h 112"/>
                  <a:gd name="T42" fmla="*/ 28 w 114"/>
                  <a:gd name="T43" fmla="*/ 64 h 112"/>
                  <a:gd name="T44" fmla="*/ 10 w 114"/>
                  <a:gd name="T45" fmla="*/ 64 h 112"/>
                  <a:gd name="T46" fmla="*/ 4 w 114"/>
                  <a:gd name="T47" fmla="*/ 58 h 112"/>
                  <a:gd name="T48" fmla="*/ 4 w 114"/>
                  <a:gd name="T49" fmla="*/ 6 h 112"/>
                  <a:gd name="T50" fmla="*/ 10 w 114"/>
                  <a:gd name="T51" fmla="*/ 4 h 112"/>
                  <a:gd name="T52" fmla="*/ 28 w 114"/>
                  <a:gd name="T53" fmla="*/ 4 h 112"/>
                  <a:gd name="T54" fmla="*/ 28 w 114"/>
                  <a:gd name="T55" fmla="*/ 64 h 112"/>
                  <a:gd name="T56" fmla="*/ 104 w 114"/>
                  <a:gd name="T57" fmla="*/ 64 h 112"/>
                  <a:gd name="T58" fmla="*/ 75 w 114"/>
                  <a:gd name="T59" fmla="*/ 64 h 112"/>
                  <a:gd name="T60" fmla="*/ 76 w 114"/>
                  <a:gd name="T61" fmla="*/ 67 h 112"/>
                  <a:gd name="T62" fmla="*/ 66 w 114"/>
                  <a:gd name="T63" fmla="*/ 107 h 112"/>
                  <a:gd name="T64" fmla="*/ 55 w 114"/>
                  <a:gd name="T65" fmla="*/ 77 h 112"/>
                  <a:gd name="T66" fmla="*/ 44 w 114"/>
                  <a:gd name="T67" fmla="*/ 66 h 112"/>
                  <a:gd name="T68" fmla="*/ 32 w 114"/>
                  <a:gd name="T69" fmla="*/ 62 h 112"/>
                  <a:gd name="T70" fmla="*/ 32 w 114"/>
                  <a:gd name="T71" fmla="*/ 4 h 112"/>
                  <a:gd name="T72" fmla="*/ 73 w 114"/>
                  <a:gd name="T73" fmla="*/ 4 h 112"/>
                  <a:gd name="T74" fmla="*/ 88 w 114"/>
                  <a:gd name="T75" fmla="*/ 4 h 112"/>
                  <a:gd name="T76" fmla="*/ 94 w 114"/>
                  <a:gd name="T77" fmla="*/ 10 h 112"/>
                  <a:gd name="T78" fmla="*/ 88 w 114"/>
                  <a:gd name="T79" fmla="*/ 16 h 112"/>
                  <a:gd name="T80" fmla="*/ 80 w 114"/>
                  <a:gd name="T81" fmla="*/ 16 h 112"/>
                  <a:gd name="T82" fmla="*/ 80 w 114"/>
                  <a:gd name="T83" fmla="*/ 20 h 112"/>
                  <a:gd name="T84" fmla="*/ 96 w 114"/>
                  <a:gd name="T85" fmla="*/ 20 h 112"/>
                  <a:gd name="T86" fmla="*/ 102 w 114"/>
                  <a:gd name="T87" fmla="*/ 26 h 112"/>
                  <a:gd name="T88" fmla="*/ 96 w 114"/>
                  <a:gd name="T89" fmla="*/ 32 h 112"/>
                  <a:gd name="T90" fmla="*/ 84 w 114"/>
                  <a:gd name="T91" fmla="*/ 32 h 112"/>
                  <a:gd name="T92" fmla="*/ 84 w 114"/>
                  <a:gd name="T93" fmla="*/ 36 h 112"/>
                  <a:gd name="T94" fmla="*/ 100 w 114"/>
                  <a:gd name="T95" fmla="*/ 36 h 112"/>
                  <a:gd name="T96" fmla="*/ 106 w 114"/>
                  <a:gd name="T97" fmla="*/ 42 h 112"/>
                  <a:gd name="T98" fmla="*/ 100 w 114"/>
                  <a:gd name="T99" fmla="*/ 48 h 112"/>
                  <a:gd name="T100" fmla="*/ 88 w 114"/>
                  <a:gd name="T101" fmla="*/ 48 h 112"/>
                  <a:gd name="T102" fmla="*/ 88 w 114"/>
                  <a:gd name="T103" fmla="*/ 52 h 112"/>
                  <a:gd name="T104" fmla="*/ 104 w 114"/>
                  <a:gd name="T105" fmla="*/ 52 h 112"/>
                  <a:gd name="T106" fmla="*/ 110 w 114"/>
                  <a:gd name="T107" fmla="*/ 58 h 112"/>
                  <a:gd name="T108" fmla="*/ 104 w 114"/>
                  <a:gd name="T109" fmla="*/ 6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4" h="112">
                    <a:moveTo>
                      <a:pt x="107" y="47"/>
                    </a:moveTo>
                    <a:cubicBezTo>
                      <a:pt x="109" y="45"/>
                      <a:pt x="110" y="43"/>
                      <a:pt x="110" y="40"/>
                    </a:cubicBezTo>
                    <a:cubicBezTo>
                      <a:pt x="110" y="36"/>
                      <a:pt x="107" y="32"/>
                      <a:pt x="103" y="31"/>
                    </a:cubicBezTo>
                    <a:cubicBezTo>
                      <a:pt x="105" y="29"/>
                      <a:pt x="106" y="27"/>
                      <a:pt x="106" y="24"/>
                    </a:cubicBezTo>
                    <a:cubicBezTo>
                      <a:pt x="106" y="18"/>
                      <a:pt x="102" y="14"/>
                      <a:pt x="96" y="14"/>
                    </a:cubicBezTo>
                    <a:cubicBezTo>
                      <a:pt x="97" y="12"/>
                      <a:pt x="98" y="11"/>
                      <a:pt x="98" y="9"/>
                    </a:cubicBezTo>
                    <a:cubicBezTo>
                      <a:pt x="98" y="3"/>
                      <a:pt x="94" y="0"/>
                      <a:pt x="88" y="0"/>
                    </a:cubicBezTo>
                    <a:cubicBezTo>
                      <a:pt x="55" y="0"/>
                      <a:pt x="55" y="0"/>
                      <a:pt x="55" y="0"/>
                    </a:cubicBezTo>
                    <a:cubicBezTo>
                      <a:pt x="32" y="0"/>
                      <a:pt x="32" y="0"/>
                      <a:pt x="32" y="0"/>
                    </a:cubicBezTo>
                    <a:cubicBezTo>
                      <a:pt x="10" y="0"/>
                      <a:pt x="10" y="0"/>
                      <a:pt x="10" y="0"/>
                    </a:cubicBezTo>
                    <a:cubicBezTo>
                      <a:pt x="6" y="0"/>
                      <a:pt x="0" y="2"/>
                      <a:pt x="0" y="6"/>
                    </a:cubicBezTo>
                    <a:cubicBezTo>
                      <a:pt x="0" y="58"/>
                      <a:pt x="0" y="58"/>
                      <a:pt x="0" y="58"/>
                    </a:cubicBezTo>
                    <a:cubicBezTo>
                      <a:pt x="0" y="62"/>
                      <a:pt x="6" y="68"/>
                      <a:pt x="10" y="68"/>
                    </a:cubicBezTo>
                    <a:cubicBezTo>
                      <a:pt x="32" y="68"/>
                      <a:pt x="32" y="68"/>
                      <a:pt x="32" y="68"/>
                    </a:cubicBezTo>
                    <a:cubicBezTo>
                      <a:pt x="34" y="68"/>
                      <a:pt x="34" y="68"/>
                      <a:pt x="34" y="68"/>
                    </a:cubicBezTo>
                    <a:cubicBezTo>
                      <a:pt x="34" y="68"/>
                      <a:pt x="46" y="68"/>
                      <a:pt x="52" y="80"/>
                    </a:cubicBezTo>
                    <a:cubicBezTo>
                      <a:pt x="58" y="92"/>
                      <a:pt x="50" y="112"/>
                      <a:pt x="66" y="112"/>
                    </a:cubicBezTo>
                    <a:cubicBezTo>
                      <a:pt x="82" y="112"/>
                      <a:pt x="84" y="88"/>
                      <a:pt x="80" y="68"/>
                    </a:cubicBezTo>
                    <a:cubicBezTo>
                      <a:pt x="104" y="68"/>
                      <a:pt x="104" y="68"/>
                      <a:pt x="104" y="68"/>
                    </a:cubicBezTo>
                    <a:cubicBezTo>
                      <a:pt x="110" y="68"/>
                      <a:pt x="114" y="63"/>
                      <a:pt x="114" y="57"/>
                    </a:cubicBezTo>
                    <a:cubicBezTo>
                      <a:pt x="114" y="53"/>
                      <a:pt x="111" y="48"/>
                      <a:pt x="107" y="47"/>
                    </a:cubicBezTo>
                    <a:close/>
                    <a:moveTo>
                      <a:pt x="28" y="64"/>
                    </a:moveTo>
                    <a:cubicBezTo>
                      <a:pt x="10" y="64"/>
                      <a:pt x="10" y="64"/>
                      <a:pt x="10" y="64"/>
                    </a:cubicBezTo>
                    <a:cubicBezTo>
                      <a:pt x="8" y="64"/>
                      <a:pt x="4" y="60"/>
                      <a:pt x="4" y="58"/>
                    </a:cubicBezTo>
                    <a:cubicBezTo>
                      <a:pt x="4" y="6"/>
                      <a:pt x="4" y="6"/>
                      <a:pt x="4" y="6"/>
                    </a:cubicBezTo>
                    <a:cubicBezTo>
                      <a:pt x="4" y="4"/>
                      <a:pt x="8" y="4"/>
                      <a:pt x="10" y="4"/>
                    </a:cubicBezTo>
                    <a:cubicBezTo>
                      <a:pt x="28" y="4"/>
                      <a:pt x="28" y="4"/>
                      <a:pt x="28" y="4"/>
                    </a:cubicBezTo>
                    <a:lnTo>
                      <a:pt x="28" y="64"/>
                    </a:lnTo>
                    <a:close/>
                    <a:moveTo>
                      <a:pt x="104" y="64"/>
                    </a:moveTo>
                    <a:cubicBezTo>
                      <a:pt x="75" y="64"/>
                      <a:pt x="75" y="64"/>
                      <a:pt x="75" y="64"/>
                    </a:cubicBezTo>
                    <a:cubicBezTo>
                      <a:pt x="76" y="67"/>
                      <a:pt x="76" y="67"/>
                      <a:pt x="76" y="67"/>
                    </a:cubicBezTo>
                    <a:cubicBezTo>
                      <a:pt x="80" y="88"/>
                      <a:pt x="78" y="107"/>
                      <a:pt x="66" y="107"/>
                    </a:cubicBezTo>
                    <a:cubicBezTo>
                      <a:pt x="55" y="107"/>
                      <a:pt x="62" y="89"/>
                      <a:pt x="55" y="77"/>
                    </a:cubicBezTo>
                    <a:cubicBezTo>
                      <a:pt x="53" y="72"/>
                      <a:pt x="48" y="68"/>
                      <a:pt x="44" y="66"/>
                    </a:cubicBezTo>
                    <a:cubicBezTo>
                      <a:pt x="44" y="66"/>
                      <a:pt x="40" y="62"/>
                      <a:pt x="32" y="62"/>
                    </a:cubicBezTo>
                    <a:cubicBezTo>
                      <a:pt x="32" y="54"/>
                      <a:pt x="32" y="4"/>
                      <a:pt x="32" y="4"/>
                    </a:cubicBezTo>
                    <a:cubicBezTo>
                      <a:pt x="73" y="4"/>
                      <a:pt x="73" y="4"/>
                      <a:pt x="73" y="4"/>
                    </a:cubicBezTo>
                    <a:cubicBezTo>
                      <a:pt x="88" y="4"/>
                      <a:pt x="88" y="4"/>
                      <a:pt x="88" y="4"/>
                    </a:cubicBezTo>
                    <a:cubicBezTo>
                      <a:pt x="91" y="4"/>
                      <a:pt x="94" y="7"/>
                      <a:pt x="94" y="10"/>
                    </a:cubicBezTo>
                    <a:cubicBezTo>
                      <a:pt x="94" y="13"/>
                      <a:pt x="91" y="16"/>
                      <a:pt x="88" y="16"/>
                    </a:cubicBezTo>
                    <a:cubicBezTo>
                      <a:pt x="80" y="16"/>
                      <a:pt x="80" y="16"/>
                      <a:pt x="80" y="16"/>
                    </a:cubicBezTo>
                    <a:cubicBezTo>
                      <a:pt x="80" y="20"/>
                      <a:pt x="80" y="20"/>
                      <a:pt x="80" y="20"/>
                    </a:cubicBezTo>
                    <a:cubicBezTo>
                      <a:pt x="96" y="20"/>
                      <a:pt x="96" y="20"/>
                      <a:pt x="96" y="20"/>
                    </a:cubicBezTo>
                    <a:cubicBezTo>
                      <a:pt x="99" y="20"/>
                      <a:pt x="102" y="23"/>
                      <a:pt x="102" y="26"/>
                    </a:cubicBezTo>
                    <a:cubicBezTo>
                      <a:pt x="102" y="29"/>
                      <a:pt x="99" y="32"/>
                      <a:pt x="96" y="32"/>
                    </a:cubicBezTo>
                    <a:cubicBezTo>
                      <a:pt x="84" y="32"/>
                      <a:pt x="84" y="32"/>
                      <a:pt x="84" y="32"/>
                    </a:cubicBezTo>
                    <a:cubicBezTo>
                      <a:pt x="84" y="36"/>
                      <a:pt x="84" y="36"/>
                      <a:pt x="84" y="36"/>
                    </a:cubicBezTo>
                    <a:cubicBezTo>
                      <a:pt x="100" y="36"/>
                      <a:pt x="100" y="36"/>
                      <a:pt x="100" y="36"/>
                    </a:cubicBezTo>
                    <a:cubicBezTo>
                      <a:pt x="103" y="36"/>
                      <a:pt x="106" y="39"/>
                      <a:pt x="106" y="42"/>
                    </a:cubicBezTo>
                    <a:cubicBezTo>
                      <a:pt x="106" y="45"/>
                      <a:pt x="103" y="48"/>
                      <a:pt x="100" y="48"/>
                    </a:cubicBezTo>
                    <a:cubicBezTo>
                      <a:pt x="88" y="48"/>
                      <a:pt x="88" y="48"/>
                      <a:pt x="88" y="48"/>
                    </a:cubicBezTo>
                    <a:cubicBezTo>
                      <a:pt x="88" y="52"/>
                      <a:pt x="88" y="52"/>
                      <a:pt x="88" y="52"/>
                    </a:cubicBezTo>
                    <a:cubicBezTo>
                      <a:pt x="104" y="52"/>
                      <a:pt x="104" y="52"/>
                      <a:pt x="104" y="52"/>
                    </a:cubicBezTo>
                    <a:cubicBezTo>
                      <a:pt x="107" y="52"/>
                      <a:pt x="110" y="55"/>
                      <a:pt x="110" y="58"/>
                    </a:cubicBezTo>
                    <a:cubicBezTo>
                      <a:pt x="110" y="61"/>
                      <a:pt x="107" y="64"/>
                      <a:pt x="104"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58" name="Freeform 12"/>
            <p:cNvSpPr>
              <a:spLocks noEditPoints="1"/>
            </p:cNvSpPr>
            <p:nvPr/>
          </p:nvSpPr>
          <p:spPr bwMode="auto">
            <a:xfrm>
              <a:off x="2883729" y="4147913"/>
              <a:ext cx="290513" cy="292100"/>
            </a:xfrm>
            <a:custGeom>
              <a:avLst/>
              <a:gdLst>
                <a:gd name="T0" fmla="*/ 69 w 112"/>
                <a:gd name="T1" fmla="*/ 112 h 112"/>
                <a:gd name="T2" fmla="*/ 86 w 112"/>
                <a:gd name="T3" fmla="*/ 112 h 112"/>
                <a:gd name="T4" fmla="*/ 96 w 112"/>
                <a:gd name="T5" fmla="*/ 102 h 112"/>
                <a:gd name="T6" fmla="*/ 94 w 112"/>
                <a:gd name="T7" fmla="*/ 96 h 112"/>
                <a:gd name="T8" fmla="*/ 104 w 112"/>
                <a:gd name="T9" fmla="*/ 86 h 112"/>
                <a:gd name="T10" fmla="*/ 101 w 112"/>
                <a:gd name="T11" fmla="*/ 79 h 112"/>
                <a:gd name="T12" fmla="*/ 101 w 112"/>
                <a:gd name="T13" fmla="*/ 79 h 112"/>
                <a:gd name="T14" fmla="*/ 108 w 112"/>
                <a:gd name="T15" fmla="*/ 70 h 112"/>
                <a:gd name="T16" fmla="*/ 105 w 112"/>
                <a:gd name="T17" fmla="*/ 63 h 112"/>
                <a:gd name="T18" fmla="*/ 112 w 112"/>
                <a:gd name="T19" fmla="*/ 54 h 112"/>
                <a:gd name="T20" fmla="*/ 102 w 112"/>
                <a:gd name="T21" fmla="*/ 44 h 112"/>
                <a:gd name="T22" fmla="*/ 78 w 112"/>
                <a:gd name="T23" fmla="*/ 44 h 112"/>
                <a:gd name="T24" fmla="*/ 64 w 112"/>
                <a:gd name="T25" fmla="*/ 0 h 112"/>
                <a:gd name="T26" fmla="*/ 50 w 112"/>
                <a:gd name="T27" fmla="*/ 31 h 112"/>
                <a:gd name="T28" fmla="*/ 32 w 112"/>
                <a:gd name="T29" fmla="*/ 44 h 112"/>
                <a:gd name="T30" fmla="*/ 8 w 112"/>
                <a:gd name="T31" fmla="*/ 44 h 112"/>
                <a:gd name="T32" fmla="*/ 0 w 112"/>
                <a:gd name="T33" fmla="*/ 52 h 112"/>
                <a:gd name="T34" fmla="*/ 0 w 112"/>
                <a:gd name="T35" fmla="*/ 96 h 112"/>
                <a:gd name="T36" fmla="*/ 8 w 112"/>
                <a:gd name="T37" fmla="*/ 104 h 112"/>
                <a:gd name="T38" fmla="*/ 32 w 112"/>
                <a:gd name="T39" fmla="*/ 104 h 112"/>
                <a:gd name="T40" fmla="*/ 56 w 112"/>
                <a:gd name="T41" fmla="*/ 112 h 112"/>
                <a:gd name="T42" fmla="*/ 69 w 112"/>
                <a:gd name="T43" fmla="*/ 112 h 112"/>
                <a:gd name="T44" fmla="*/ 34 w 112"/>
                <a:gd name="T45" fmla="*/ 48 h 112"/>
                <a:gd name="T46" fmla="*/ 53 w 112"/>
                <a:gd name="T47" fmla="*/ 33 h 112"/>
                <a:gd name="T48" fmla="*/ 64 w 112"/>
                <a:gd name="T49" fmla="*/ 4 h 112"/>
                <a:gd name="T50" fmla="*/ 73 w 112"/>
                <a:gd name="T51" fmla="*/ 48 h 112"/>
                <a:gd name="T52" fmla="*/ 73 w 112"/>
                <a:gd name="T53" fmla="*/ 48 h 112"/>
                <a:gd name="T54" fmla="*/ 102 w 112"/>
                <a:gd name="T55" fmla="*/ 48 h 112"/>
                <a:gd name="T56" fmla="*/ 108 w 112"/>
                <a:gd name="T57" fmla="*/ 54 h 112"/>
                <a:gd name="T58" fmla="*/ 102 w 112"/>
                <a:gd name="T59" fmla="*/ 60 h 112"/>
                <a:gd name="T60" fmla="*/ 88 w 112"/>
                <a:gd name="T61" fmla="*/ 60 h 112"/>
                <a:gd name="T62" fmla="*/ 88 w 112"/>
                <a:gd name="T63" fmla="*/ 64 h 112"/>
                <a:gd name="T64" fmla="*/ 98 w 112"/>
                <a:gd name="T65" fmla="*/ 64 h 112"/>
                <a:gd name="T66" fmla="*/ 104 w 112"/>
                <a:gd name="T67" fmla="*/ 70 h 112"/>
                <a:gd name="T68" fmla="*/ 98 w 112"/>
                <a:gd name="T69" fmla="*/ 76 h 112"/>
                <a:gd name="T70" fmla="*/ 84 w 112"/>
                <a:gd name="T71" fmla="*/ 76 h 112"/>
                <a:gd name="T72" fmla="*/ 84 w 112"/>
                <a:gd name="T73" fmla="*/ 76 h 112"/>
                <a:gd name="T74" fmla="*/ 84 w 112"/>
                <a:gd name="T75" fmla="*/ 80 h 112"/>
                <a:gd name="T76" fmla="*/ 94 w 112"/>
                <a:gd name="T77" fmla="*/ 80 h 112"/>
                <a:gd name="T78" fmla="*/ 100 w 112"/>
                <a:gd name="T79" fmla="*/ 86 h 112"/>
                <a:gd name="T80" fmla="*/ 94 w 112"/>
                <a:gd name="T81" fmla="*/ 92 h 112"/>
                <a:gd name="T82" fmla="*/ 80 w 112"/>
                <a:gd name="T83" fmla="*/ 92 h 112"/>
                <a:gd name="T84" fmla="*/ 80 w 112"/>
                <a:gd name="T85" fmla="*/ 92 h 112"/>
                <a:gd name="T86" fmla="*/ 80 w 112"/>
                <a:gd name="T87" fmla="*/ 96 h 112"/>
                <a:gd name="T88" fmla="*/ 86 w 112"/>
                <a:gd name="T89" fmla="*/ 96 h 112"/>
                <a:gd name="T90" fmla="*/ 92 w 112"/>
                <a:gd name="T91" fmla="*/ 102 h 112"/>
                <a:gd name="T92" fmla="*/ 86 w 112"/>
                <a:gd name="T93" fmla="*/ 108 h 112"/>
                <a:gd name="T94" fmla="*/ 71 w 112"/>
                <a:gd name="T95" fmla="*/ 108 h 112"/>
                <a:gd name="T96" fmla="*/ 56 w 112"/>
                <a:gd name="T97" fmla="*/ 108 h 112"/>
                <a:gd name="T98" fmla="*/ 32 w 112"/>
                <a:gd name="T99" fmla="*/ 100 h 112"/>
                <a:gd name="T100" fmla="*/ 8 w 112"/>
                <a:gd name="T101" fmla="*/ 100 h 112"/>
                <a:gd name="T102" fmla="*/ 4 w 112"/>
                <a:gd name="T103" fmla="*/ 96 h 112"/>
                <a:gd name="T104" fmla="*/ 4 w 112"/>
                <a:gd name="T105" fmla="*/ 52 h 112"/>
                <a:gd name="T106" fmla="*/ 8 w 112"/>
                <a:gd name="T107" fmla="*/ 48 h 112"/>
                <a:gd name="T108" fmla="*/ 34 w 112"/>
                <a:gd name="T109" fmla="*/ 48 h 112"/>
                <a:gd name="T110" fmla="*/ 34 w 112"/>
                <a:gd name="T111" fmla="*/ 4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 h="112">
                  <a:moveTo>
                    <a:pt x="69" y="112"/>
                  </a:moveTo>
                  <a:cubicBezTo>
                    <a:pt x="86" y="112"/>
                    <a:pt x="86" y="112"/>
                    <a:pt x="86" y="112"/>
                  </a:cubicBezTo>
                  <a:cubicBezTo>
                    <a:pt x="92" y="112"/>
                    <a:pt x="96" y="108"/>
                    <a:pt x="96" y="102"/>
                  </a:cubicBezTo>
                  <a:cubicBezTo>
                    <a:pt x="96" y="100"/>
                    <a:pt x="95" y="98"/>
                    <a:pt x="94" y="96"/>
                  </a:cubicBezTo>
                  <a:cubicBezTo>
                    <a:pt x="100" y="96"/>
                    <a:pt x="104" y="92"/>
                    <a:pt x="104" y="86"/>
                  </a:cubicBezTo>
                  <a:cubicBezTo>
                    <a:pt x="104" y="83"/>
                    <a:pt x="103" y="81"/>
                    <a:pt x="101" y="79"/>
                  </a:cubicBezTo>
                  <a:cubicBezTo>
                    <a:pt x="101" y="79"/>
                    <a:pt x="101" y="79"/>
                    <a:pt x="101" y="79"/>
                  </a:cubicBezTo>
                  <a:cubicBezTo>
                    <a:pt x="105" y="78"/>
                    <a:pt x="108" y="74"/>
                    <a:pt x="108" y="70"/>
                  </a:cubicBezTo>
                  <a:cubicBezTo>
                    <a:pt x="108" y="67"/>
                    <a:pt x="107" y="65"/>
                    <a:pt x="105" y="63"/>
                  </a:cubicBezTo>
                  <a:cubicBezTo>
                    <a:pt x="109" y="62"/>
                    <a:pt x="112" y="58"/>
                    <a:pt x="112" y="54"/>
                  </a:cubicBezTo>
                  <a:cubicBezTo>
                    <a:pt x="112" y="48"/>
                    <a:pt x="108" y="44"/>
                    <a:pt x="102" y="44"/>
                  </a:cubicBezTo>
                  <a:cubicBezTo>
                    <a:pt x="78" y="44"/>
                    <a:pt x="78" y="44"/>
                    <a:pt x="78" y="44"/>
                  </a:cubicBezTo>
                  <a:cubicBezTo>
                    <a:pt x="82" y="24"/>
                    <a:pt x="80" y="0"/>
                    <a:pt x="64" y="0"/>
                  </a:cubicBezTo>
                  <a:cubicBezTo>
                    <a:pt x="48" y="0"/>
                    <a:pt x="56" y="19"/>
                    <a:pt x="50" y="31"/>
                  </a:cubicBezTo>
                  <a:cubicBezTo>
                    <a:pt x="44" y="43"/>
                    <a:pt x="32" y="44"/>
                    <a:pt x="32" y="44"/>
                  </a:cubicBezTo>
                  <a:cubicBezTo>
                    <a:pt x="8" y="44"/>
                    <a:pt x="8" y="44"/>
                    <a:pt x="8" y="44"/>
                  </a:cubicBezTo>
                  <a:cubicBezTo>
                    <a:pt x="4" y="44"/>
                    <a:pt x="0" y="48"/>
                    <a:pt x="0" y="52"/>
                  </a:cubicBezTo>
                  <a:cubicBezTo>
                    <a:pt x="0" y="96"/>
                    <a:pt x="0" y="96"/>
                    <a:pt x="0" y="96"/>
                  </a:cubicBezTo>
                  <a:cubicBezTo>
                    <a:pt x="0" y="100"/>
                    <a:pt x="4" y="104"/>
                    <a:pt x="8" y="104"/>
                  </a:cubicBezTo>
                  <a:cubicBezTo>
                    <a:pt x="32" y="104"/>
                    <a:pt x="32" y="104"/>
                    <a:pt x="32" y="104"/>
                  </a:cubicBezTo>
                  <a:cubicBezTo>
                    <a:pt x="56" y="112"/>
                    <a:pt x="56" y="112"/>
                    <a:pt x="56" y="112"/>
                  </a:cubicBezTo>
                  <a:cubicBezTo>
                    <a:pt x="69" y="112"/>
                    <a:pt x="69" y="112"/>
                    <a:pt x="69" y="112"/>
                  </a:cubicBezTo>
                  <a:close/>
                  <a:moveTo>
                    <a:pt x="34" y="48"/>
                  </a:moveTo>
                  <a:cubicBezTo>
                    <a:pt x="34" y="48"/>
                    <a:pt x="47" y="45"/>
                    <a:pt x="53" y="33"/>
                  </a:cubicBezTo>
                  <a:cubicBezTo>
                    <a:pt x="60" y="21"/>
                    <a:pt x="53" y="4"/>
                    <a:pt x="64" y="4"/>
                  </a:cubicBezTo>
                  <a:cubicBezTo>
                    <a:pt x="77" y="4"/>
                    <a:pt x="78" y="26"/>
                    <a:pt x="73" y="48"/>
                  </a:cubicBezTo>
                  <a:cubicBezTo>
                    <a:pt x="73" y="48"/>
                    <a:pt x="73" y="48"/>
                    <a:pt x="73" y="48"/>
                  </a:cubicBezTo>
                  <a:cubicBezTo>
                    <a:pt x="102" y="48"/>
                    <a:pt x="102" y="48"/>
                    <a:pt x="102" y="48"/>
                  </a:cubicBezTo>
                  <a:cubicBezTo>
                    <a:pt x="105" y="48"/>
                    <a:pt x="108" y="51"/>
                    <a:pt x="108" y="54"/>
                  </a:cubicBezTo>
                  <a:cubicBezTo>
                    <a:pt x="108" y="57"/>
                    <a:pt x="105" y="60"/>
                    <a:pt x="102" y="60"/>
                  </a:cubicBezTo>
                  <a:cubicBezTo>
                    <a:pt x="88" y="60"/>
                    <a:pt x="88" y="60"/>
                    <a:pt x="88" y="60"/>
                  </a:cubicBezTo>
                  <a:cubicBezTo>
                    <a:pt x="88" y="64"/>
                    <a:pt x="88" y="64"/>
                    <a:pt x="88" y="64"/>
                  </a:cubicBezTo>
                  <a:cubicBezTo>
                    <a:pt x="98" y="64"/>
                    <a:pt x="98" y="64"/>
                    <a:pt x="98" y="64"/>
                  </a:cubicBezTo>
                  <a:cubicBezTo>
                    <a:pt x="101" y="64"/>
                    <a:pt x="104" y="67"/>
                    <a:pt x="104" y="70"/>
                  </a:cubicBezTo>
                  <a:cubicBezTo>
                    <a:pt x="104" y="73"/>
                    <a:pt x="101" y="76"/>
                    <a:pt x="98" y="76"/>
                  </a:cubicBezTo>
                  <a:cubicBezTo>
                    <a:pt x="84" y="76"/>
                    <a:pt x="84" y="76"/>
                    <a:pt x="84" y="76"/>
                  </a:cubicBezTo>
                  <a:cubicBezTo>
                    <a:pt x="84" y="76"/>
                    <a:pt x="84" y="76"/>
                    <a:pt x="84" y="76"/>
                  </a:cubicBezTo>
                  <a:cubicBezTo>
                    <a:pt x="84" y="80"/>
                    <a:pt x="84" y="80"/>
                    <a:pt x="84" y="80"/>
                  </a:cubicBezTo>
                  <a:cubicBezTo>
                    <a:pt x="94" y="80"/>
                    <a:pt x="94" y="80"/>
                    <a:pt x="94" y="80"/>
                  </a:cubicBezTo>
                  <a:cubicBezTo>
                    <a:pt x="97" y="80"/>
                    <a:pt x="100" y="83"/>
                    <a:pt x="100" y="86"/>
                  </a:cubicBezTo>
                  <a:cubicBezTo>
                    <a:pt x="100" y="89"/>
                    <a:pt x="97" y="92"/>
                    <a:pt x="94" y="92"/>
                  </a:cubicBezTo>
                  <a:cubicBezTo>
                    <a:pt x="80" y="92"/>
                    <a:pt x="80" y="92"/>
                    <a:pt x="80" y="92"/>
                  </a:cubicBezTo>
                  <a:cubicBezTo>
                    <a:pt x="80" y="92"/>
                    <a:pt x="80" y="92"/>
                    <a:pt x="80" y="92"/>
                  </a:cubicBezTo>
                  <a:cubicBezTo>
                    <a:pt x="80" y="96"/>
                    <a:pt x="80" y="96"/>
                    <a:pt x="80" y="96"/>
                  </a:cubicBezTo>
                  <a:cubicBezTo>
                    <a:pt x="86" y="96"/>
                    <a:pt x="86" y="96"/>
                    <a:pt x="86" y="96"/>
                  </a:cubicBezTo>
                  <a:cubicBezTo>
                    <a:pt x="89" y="96"/>
                    <a:pt x="92" y="99"/>
                    <a:pt x="92" y="102"/>
                  </a:cubicBezTo>
                  <a:cubicBezTo>
                    <a:pt x="92" y="105"/>
                    <a:pt x="89" y="108"/>
                    <a:pt x="86" y="108"/>
                  </a:cubicBezTo>
                  <a:cubicBezTo>
                    <a:pt x="71" y="108"/>
                    <a:pt x="71" y="108"/>
                    <a:pt x="71" y="108"/>
                  </a:cubicBezTo>
                  <a:cubicBezTo>
                    <a:pt x="56" y="108"/>
                    <a:pt x="56" y="108"/>
                    <a:pt x="56" y="108"/>
                  </a:cubicBezTo>
                  <a:cubicBezTo>
                    <a:pt x="32" y="100"/>
                    <a:pt x="32" y="100"/>
                    <a:pt x="32" y="100"/>
                  </a:cubicBezTo>
                  <a:cubicBezTo>
                    <a:pt x="8" y="100"/>
                    <a:pt x="8" y="100"/>
                    <a:pt x="8" y="100"/>
                  </a:cubicBezTo>
                  <a:cubicBezTo>
                    <a:pt x="6" y="100"/>
                    <a:pt x="4" y="98"/>
                    <a:pt x="4" y="96"/>
                  </a:cubicBezTo>
                  <a:cubicBezTo>
                    <a:pt x="4" y="52"/>
                    <a:pt x="4" y="52"/>
                    <a:pt x="4" y="52"/>
                  </a:cubicBezTo>
                  <a:cubicBezTo>
                    <a:pt x="4" y="50"/>
                    <a:pt x="6" y="48"/>
                    <a:pt x="8" y="48"/>
                  </a:cubicBezTo>
                  <a:cubicBezTo>
                    <a:pt x="34" y="48"/>
                    <a:pt x="34" y="48"/>
                    <a:pt x="34" y="48"/>
                  </a:cubicBezTo>
                  <a:cubicBezTo>
                    <a:pt x="34" y="48"/>
                    <a:pt x="34" y="48"/>
                    <a:pt x="34" y="4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9" name="Freeform 13"/>
            <p:cNvSpPr>
              <a:spLocks noEditPoints="1"/>
            </p:cNvSpPr>
            <p:nvPr/>
          </p:nvSpPr>
          <p:spPr bwMode="auto">
            <a:xfrm>
              <a:off x="7408864" y="3550345"/>
              <a:ext cx="292100" cy="292100"/>
            </a:xfrm>
            <a:custGeom>
              <a:avLst/>
              <a:gdLst>
                <a:gd name="T0" fmla="*/ 69 w 112"/>
                <a:gd name="T1" fmla="*/ 0 h 112"/>
                <a:gd name="T2" fmla="*/ 86 w 112"/>
                <a:gd name="T3" fmla="*/ 0 h 112"/>
                <a:gd name="T4" fmla="*/ 96 w 112"/>
                <a:gd name="T5" fmla="*/ 10 h 112"/>
                <a:gd name="T6" fmla="*/ 94 w 112"/>
                <a:gd name="T7" fmla="*/ 16 h 112"/>
                <a:gd name="T8" fmla="*/ 104 w 112"/>
                <a:gd name="T9" fmla="*/ 26 h 112"/>
                <a:gd name="T10" fmla="*/ 101 w 112"/>
                <a:gd name="T11" fmla="*/ 33 h 112"/>
                <a:gd name="T12" fmla="*/ 101 w 112"/>
                <a:gd name="T13" fmla="*/ 33 h 112"/>
                <a:gd name="T14" fmla="*/ 108 w 112"/>
                <a:gd name="T15" fmla="*/ 42 h 112"/>
                <a:gd name="T16" fmla="*/ 105 w 112"/>
                <a:gd name="T17" fmla="*/ 49 h 112"/>
                <a:gd name="T18" fmla="*/ 112 w 112"/>
                <a:gd name="T19" fmla="*/ 58 h 112"/>
                <a:gd name="T20" fmla="*/ 102 w 112"/>
                <a:gd name="T21" fmla="*/ 68 h 112"/>
                <a:gd name="T22" fmla="*/ 78 w 112"/>
                <a:gd name="T23" fmla="*/ 68 h 112"/>
                <a:gd name="T24" fmla="*/ 64 w 112"/>
                <a:gd name="T25" fmla="*/ 112 h 112"/>
                <a:gd name="T26" fmla="*/ 50 w 112"/>
                <a:gd name="T27" fmla="*/ 81 h 112"/>
                <a:gd name="T28" fmla="*/ 32 w 112"/>
                <a:gd name="T29" fmla="*/ 68 h 112"/>
                <a:gd name="T30" fmla="*/ 8 w 112"/>
                <a:gd name="T31" fmla="*/ 68 h 112"/>
                <a:gd name="T32" fmla="*/ 0 w 112"/>
                <a:gd name="T33" fmla="*/ 60 h 112"/>
                <a:gd name="T34" fmla="*/ 0 w 112"/>
                <a:gd name="T35" fmla="*/ 16 h 112"/>
                <a:gd name="T36" fmla="*/ 8 w 112"/>
                <a:gd name="T37" fmla="*/ 8 h 112"/>
                <a:gd name="T38" fmla="*/ 32 w 112"/>
                <a:gd name="T39" fmla="*/ 8 h 112"/>
                <a:gd name="T40" fmla="*/ 56 w 112"/>
                <a:gd name="T41" fmla="*/ 0 h 112"/>
                <a:gd name="T42" fmla="*/ 69 w 112"/>
                <a:gd name="T43" fmla="*/ 0 h 112"/>
                <a:gd name="T44" fmla="*/ 34 w 112"/>
                <a:gd name="T45" fmla="*/ 64 h 112"/>
                <a:gd name="T46" fmla="*/ 53 w 112"/>
                <a:gd name="T47" fmla="*/ 79 h 112"/>
                <a:gd name="T48" fmla="*/ 64 w 112"/>
                <a:gd name="T49" fmla="*/ 108 h 112"/>
                <a:gd name="T50" fmla="*/ 73 w 112"/>
                <a:gd name="T51" fmla="*/ 64 h 112"/>
                <a:gd name="T52" fmla="*/ 73 w 112"/>
                <a:gd name="T53" fmla="*/ 64 h 112"/>
                <a:gd name="T54" fmla="*/ 102 w 112"/>
                <a:gd name="T55" fmla="*/ 64 h 112"/>
                <a:gd name="T56" fmla="*/ 108 w 112"/>
                <a:gd name="T57" fmla="*/ 58 h 112"/>
                <a:gd name="T58" fmla="*/ 102 w 112"/>
                <a:gd name="T59" fmla="*/ 52 h 112"/>
                <a:gd name="T60" fmla="*/ 88 w 112"/>
                <a:gd name="T61" fmla="*/ 52 h 112"/>
                <a:gd name="T62" fmla="*/ 88 w 112"/>
                <a:gd name="T63" fmla="*/ 48 h 112"/>
                <a:gd name="T64" fmla="*/ 98 w 112"/>
                <a:gd name="T65" fmla="*/ 48 h 112"/>
                <a:gd name="T66" fmla="*/ 104 w 112"/>
                <a:gd name="T67" fmla="*/ 42 h 112"/>
                <a:gd name="T68" fmla="*/ 98 w 112"/>
                <a:gd name="T69" fmla="*/ 36 h 112"/>
                <a:gd name="T70" fmla="*/ 84 w 112"/>
                <a:gd name="T71" fmla="*/ 36 h 112"/>
                <a:gd name="T72" fmla="*/ 84 w 112"/>
                <a:gd name="T73" fmla="*/ 36 h 112"/>
                <a:gd name="T74" fmla="*/ 84 w 112"/>
                <a:gd name="T75" fmla="*/ 32 h 112"/>
                <a:gd name="T76" fmla="*/ 94 w 112"/>
                <a:gd name="T77" fmla="*/ 32 h 112"/>
                <a:gd name="T78" fmla="*/ 100 w 112"/>
                <a:gd name="T79" fmla="*/ 26 h 112"/>
                <a:gd name="T80" fmla="*/ 94 w 112"/>
                <a:gd name="T81" fmla="*/ 20 h 112"/>
                <a:gd name="T82" fmla="*/ 80 w 112"/>
                <a:gd name="T83" fmla="*/ 20 h 112"/>
                <a:gd name="T84" fmla="*/ 80 w 112"/>
                <a:gd name="T85" fmla="*/ 20 h 112"/>
                <a:gd name="T86" fmla="*/ 80 w 112"/>
                <a:gd name="T87" fmla="*/ 16 h 112"/>
                <a:gd name="T88" fmla="*/ 86 w 112"/>
                <a:gd name="T89" fmla="*/ 16 h 112"/>
                <a:gd name="T90" fmla="*/ 92 w 112"/>
                <a:gd name="T91" fmla="*/ 10 h 112"/>
                <a:gd name="T92" fmla="*/ 86 w 112"/>
                <a:gd name="T93" fmla="*/ 4 h 112"/>
                <a:gd name="T94" fmla="*/ 71 w 112"/>
                <a:gd name="T95" fmla="*/ 4 h 112"/>
                <a:gd name="T96" fmla="*/ 56 w 112"/>
                <a:gd name="T97" fmla="*/ 4 h 112"/>
                <a:gd name="T98" fmla="*/ 32 w 112"/>
                <a:gd name="T99" fmla="*/ 12 h 112"/>
                <a:gd name="T100" fmla="*/ 8 w 112"/>
                <a:gd name="T101" fmla="*/ 12 h 112"/>
                <a:gd name="T102" fmla="*/ 4 w 112"/>
                <a:gd name="T103" fmla="*/ 16 h 112"/>
                <a:gd name="T104" fmla="*/ 4 w 112"/>
                <a:gd name="T105" fmla="*/ 60 h 112"/>
                <a:gd name="T106" fmla="*/ 8 w 112"/>
                <a:gd name="T107" fmla="*/ 64 h 112"/>
                <a:gd name="T108" fmla="*/ 34 w 112"/>
                <a:gd name="T109" fmla="*/ 64 h 112"/>
                <a:gd name="T110" fmla="*/ 34 w 112"/>
                <a:gd name="T111" fmla="*/ 6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 h="112">
                  <a:moveTo>
                    <a:pt x="69" y="0"/>
                  </a:moveTo>
                  <a:cubicBezTo>
                    <a:pt x="86" y="0"/>
                    <a:pt x="86" y="0"/>
                    <a:pt x="86" y="0"/>
                  </a:cubicBezTo>
                  <a:cubicBezTo>
                    <a:pt x="92" y="0"/>
                    <a:pt x="96" y="4"/>
                    <a:pt x="96" y="10"/>
                  </a:cubicBezTo>
                  <a:cubicBezTo>
                    <a:pt x="96" y="12"/>
                    <a:pt x="95" y="14"/>
                    <a:pt x="94" y="16"/>
                  </a:cubicBezTo>
                  <a:cubicBezTo>
                    <a:pt x="100" y="16"/>
                    <a:pt x="104" y="20"/>
                    <a:pt x="104" y="26"/>
                  </a:cubicBezTo>
                  <a:cubicBezTo>
                    <a:pt x="104" y="29"/>
                    <a:pt x="103" y="31"/>
                    <a:pt x="101" y="33"/>
                  </a:cubicBezTo>
                  <a:cubicBezTo>
                    <a:pt x="101" y="33"/>
                    <a:pt x="101" y="33"/>
                    <a:pt x="101" y="33"/>
                  </a:cubicBezTo>
                  <a:cubicBezTo>
                    <a:pt x="105" y="34"/>
                    <a:pt x="108" y="38"/>
                    <a:pt x="108" y="42"/>
                  </a:cubicBezTo>
                  <a:cubicBezTo>
                    <a:pt x="108" y="45"/>
                    <a:pt x="107" y="47"/>
                    <a:pt x="105" y="49"/>
                  </a:cubicBezTo>
                  <a:cubicBezTo>
                    <a:pt x="109" y="50"/>
                    <a:pt x="112" y="54"/>
                    <a:pt x="112" y="58"/>
                  </a:cubicBezTo>
                  <a:cubicBezTo>
                    <a:pt x="112" y="64"/>
                    <a:pt x="108" y="68"/>
                    <a:pt x="102" y="68"/>
                  </a:cubicBezTo>
                  <a:cubicBezTo>
                    <a:pt x="78" y="68"/>
                    <a:pt x="78" y="68"/>
                    <a:pt x="78" y="68"/>
                  </a:cubicBezTo>
                  <a:cubicBezTo>
                    <a:pt x="82" y="88"/>
                    <a:pt x="80" y="112"/>
                    <a:pt x="64" y="112"/>
                  </a:cubicBezTo>
                  <a:cubicBezTo>
                    <a:pt x="48" y="112"/>
                    <a:pt x="56" y="93"/>
                    <a:pt x="50" y="81"/>
                  </a:cubicBezTo>
                  <a:cubicBezTo>
                    <a:pt x="44" y="69"/>
                    <a:pt x="32" y="68"/>
                    <a:pt x="32" y="68"/>
                  </a:cubicBezTo>
                  <a:cubicBezTo>
                    <a:pt x="8" y="68"/>
                    <a:pt x="8" y="68"/>
                    <a:pt x="8" y="68"/>
                  </a:cubicBezTo>
                  <a:cubicBezTo>
                    <a:pt x="4" y="68"/>
                    <a:pt x="0" y="64"/>
                    <a:pt x="0" y="60"/>
                  </a:cubicBezTo>
                  <a:cubicBezTo>
                    <a:pt x="0" y="16"/>
                    <a:pt x="0" y="16"/>
                    <a:pt x="0" y="16"/>
                  </a:cubicBezTo>
                  <a:cubicBezTo>
                    <a:pt x="0" y="12"/>
                    <a:pt x="4" y="8"/>
                    <a:pt x="8" y="8"/>
                  </a:cubicBezTo>
                  <a:cubicBezTo>
                    <a:pt x="32" y="8"/>
                    <a:pt x="32" y="8"/>
                    <a:pt x="32" y="8"/>
                  </a:cubicBezTo>
                  <a:cubicBezTo>
                    <a:pt x="56" y="0"/>
                    <a:pt x="56" y="0"/>
                    <a:pt x="56" y="0"/>
                  </a:cubicBezTo>
                  <a:cubicBezTo>
                    <a:pt x="69" y="0"/>
                    <a:pt x="69" y="0"/>
                    <a:pt x="69" y="0"/>
                  </a:cubicBezTo>
                  <a:close/>
                  <a:moveTo>
                    <a:pt x="34" y="64"/>
                  </a:moveTo>
                  <a:cubicBezTo>
                    <a:pt x="34" y="64"/>
                    <a:pt x="47" y="67"/>
                    <a:pt x="53" y="79"/>
                  </a:cubicBezTo>
                  <a:cubicBezTo>
                    <a:pt x="60" y="91"/>
                    <a:pt x="53" y="108"/>
                    <a:pt x="64" y="108"/>
                  </a:cubicBezTo>
                  <a:cubicBezTo>
                    <a:pt x="77" y="108"/>
                    <a:pt x="78" y="86"/>
                    <a:pt x="73" y="64"/>
                  </a:cubicBezTo>
                  <a:cubicBezTo>
                    <a:pt x="73" y="64"/>
                    <a:pt x="73" y="64"/>
                    <a:pt x="73" y="64"/>
                  </a:cubicBezTo>
                  <a:cubicBezTo>
                    <a:pt x="102" y="64"/>
                    <a:pt x="102" y="64"/>
                    <a:pt x="102" y="64"/>
                  </a:cubicBezTo>
                  <a:cubicBezTo>
                    <a:pt x="105" y="64"/>
                    <a:pt x="108" y="61"/>
                    <a:pt x="108" y="58"/>
                  </a:cubicBezTo>
                  <a:cubicBezTo>
                    <a:pt x="108" y="55"/>
                    <a:pt x="105" y="52"/>
                    <a:pt x="102" y="52"/>
                  </a:cubicBezTo>
                  <a:cubicBezTo>
                    <a:pt x="88" y="52"/>
                    <a:pt x="88" y="52"/>
                    <a:pt x="88" y="52"/>
                  </a:cubicBezTo>
                  <a:cubicBezTo>
                    <a:pt x="88" y="48"/>
                    <a:pt x="88" y="48"/>
                    <a:pt x="88" y="48"/>
                  </a:cubicBezTo>
                  <a:cubicBezTo>
                    <a:pt x="98" y="48"/>
                    <a:pt x="98" y="48"/>
                    <a:pt x="98" y="48"/>
                  </a:cubicBezTo>
                  <a:cubicBezTo>
                    <a:pt x="101" y="48"/>
                    <a:pt x="104" y="45"/>
                    <a:pt x="104" y="42"/>
                  </a:cubicBezTo>
                  <a:cubicBezTo>
                    <a:pt x="104" y="39"/>
                    <a:pt x="101" y="36"/>
                    <a:pt x="98" y="36"/>
                  </a:cubicBezTo>
                  <a:cubicBezTo>
                    <a:pt x="84" y="36"/>
                    <a:pt x="84" y="36"/>
                    <a:pt x="84" y="36"/>
                  </a:cubicBezTo>
                  <a:cubicBezTo>
                    <a:pt x="84" y="36"/>
                    <a:pt x="84" y="36"/>
                    <a:pt x="84" y="36"/>
                  </a:cubicBezTo>
                  <a:cubicBezTo>
                    <a:pt x="84" y="32"/>
                    <a:pt x="84" y="32"/>
                    <a:pt x="84" y="32"/>
                  </a:cubicBezTo>
                  <a:cubicBezTo>
                    <a:pt x="94" y="32"/>
                    <a:pt x="94" y="32"/>
                    <a:pt x="94" y="32"/>
                  </a:cubicBezTo>
                  <a:cubicBezTo>
                    <a:pt x="97" y="32"/>
                    <a:pt x="100" y="29"/>
                    <a:pt x="100" y="26"/>
                  </a:cubicBezTo>
                  <a:cubicBezTo>
                    <a:pt x="100" y="23"/>
                    <a:pt x="97" y="20"/>
                    <a:pt x="94" y="20"/>
                  </a:cubicBezTo>
                  <a:cubicBezTo>
                    <a:pt x="80" y="20"/>
                    <a:pt x="80" y="20"/>
                    <a:pt x="80" y="20"/>
                  </a:cubicBezTo>
                  <a:cubicBezTo>
                    <a:pt x="80" y="20"/>
                    <a:pt x="80" y="20"/>
                    <a:pt x="80" y="20"/>
                  </a:cubicBezTo>
                  <a:cubicBezTo>
                    <a:pt x="80" y="16"/>
                    <a:pt x="80" y="16"/>
                    <a:pt x="80" y="16"/>
                  </a:cubicBezTo>
                  <a:cubicBezTo>
                    <a:pt x="86" y="16"/>
                    <a:pt x="86" y="16"/>
                    <a:pt x="86" y="16"/>
                  </a:cubicBezTo>
                  <a:cubicBezTo>
                    <a:pt x="89" y="16"/>
                    <a:pt x="92" y="13"/>
                    <a:pt x="92" y="10"/>
                  </a:cubicBezTo>
                  <a:cubicBezTo>
                    <a:pt x="92" y="7"/>
                    <a:pt x="89" y="4"/>
                    <a:pt x="86" y="4"/>
                  </a:cubicBezTo>
                  <a:cubicBezTo>
                    <a:pt x="71" y="4"/>
                    <a:pt x="71" y="4"/>
                    <a:pt x="71" y="4"/>
                  </a:cubicBezTo>
                  <a:cubicBezTo>
                    <a:pt x="56" y="4"/>
                    <a:pt x="56" y="4"/>
                    <a:pt x="56" y="4"/>
                  </a:cubicBezTo>
                  <a:cubicBezTo>
                    <a:pt x="32" y="12"/>
                    <a:pt x="32" y="12"/>
                    <a:pt x="32" y="12"/>
                  </a:cubicBezTo>
                  <a:cubicBezTo>
                    <a:pt x="8" y="12"/>
                    <a:pt x="8" y="12"/>
                    <a:pt x="8" y="12"/>
                  </a:cubicBezTo>
                  <a:cubicBezTo>
                    <a:pt x="6" y="12"/>
                    <a:pt x="4" y="14"/>
                    <a:pt x="4" y="16"/>
                  </a:cubicBezTo>
                  <a:cubicBezTo>
                    <a:pt x="4" y="60"/>
                    <a:pt x="4" y="60"/>
                    <a:pt x="4" y="60"/>
                  </a:cubicBezTo>
                  <a:cubicBezTo>
                    <a:pt x="4" y="62"/>
                    <a:pt x="6" y="64"/>
                    <a:pt x="8" y="64"/>
                  </a:cubicBezTo>
                  <a:cubicBezTo>
                    <a:pt x="34" y="64"/>
                    <a:pt x="34" y="64"/>
                    <a:pt x="34" y="64"/>
                  </a:cubicBezTo>
                  <a:cubicBezTo>
                    <a:pt x="34" y="64"/>
                    <a:pt x="34" y="64"/>
                    <a:pt x="34"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0" name="Freeform 14"/>
            <p:cNvSpPr>
              <a:spLocks noEditPoints="1"/>
            </p:cNvSpPr>
            <p:nvPr/>
          </p:nvSpPr>
          <p:spPr bwMode="auto">
            <a:xfrm>
              <a:off x="8501667" y="4868321"/>
              <a:ext cx="265113" cy="303213"/>
            </a:xfrm>
            <a:custGeom>
              <a:avLst/>
              <a:gdLst>
                <a:gd name="T0" fmla="*/ 92 w 102"/>
                <a:gd name="T1" fmla="*/ 48 h 116"/>
                <a:gd name="T2" fmla="*/ 86 w 102"/>
                <a:gd name="T3" fmla="*/ 50 h 116"/>
                <a:gd name="T4" fmla="*/ 86 w 102"/>
                <a:gd name="T5" fmla="*/ 50 h 116"/>
                <a:gd name="T6" fmla="*/ 76 w 102"/>
                <a:gd name="T7" fmla="*/ 40 h 116"/>
                <a:gd name="T8" fmla="*/ 70 w 102"/>
                <a:gd name="T9" fmla="*/ 42 h 116"/>
                <a:gd name="T10" fmla="*/ 70 w 102"/>
                <a:gd name="T11" fmla="*/ 14 h 116"/>
                <a:gd name="T12" fmla="*/ 61 w 102"/>
                <a:gd name="T13" fmla="*/ 4 h 116"/>
                <a:gd name="T14" fmla="*/ 53 w 102"/>
                <a:gd name="T15" fmla="*/ 10 h 116"/>
                <a:gd name="T16" fmla="*/ 46 w 102"/>
                <a:gd name="T17" fmla="*/ 8 h 116"/>
                <a:gd name="T18" fmla="*/ 37 w 102"/>
                <a:gd name="T19" fmla="*/ 16 h 116"/>
                <a:gd name="T20" fmla="*/ 8 w 102"/>
                <a:gd name="T21" fmla="*/ 16 h 116"/>
                <a:gd name="T22" fmla="*/ 21 w 102"/>
                <a:gd name="T23" fmla="*/ 3 h 116"/>
                <a:gd name="T24" fmla="*/ 18 w 102"/>
                <a:gd name="T25" fmla="*/ 0 h 116"/>
                <a:gd name="T26" fmla="*/ 0 w 102"/>
                <a:gd name="T27" fmla="*/ 18 h 116"/>
                <a:gd name="T28" fmla="*/ 18 w 102"/>
                <a:gd name="T29" fmla="*/ 36 h 116"/>
                <a:gd name="T30" fmla="*/ 21 w 102"/>
                <a:gd name="T31" fmla="*/ 33 h 116"/>
                <a:gd name="T32" fmla="*/ 8 w 102"/>
                <a:gd name="T33" fmla="*/ 20 h 116"/>
                <a:gd name="T34" fmla="*/ 34 w 102"/>
                <a:gd name="T35" fmla="*/ 20 h 116"/>
                <a:gd name="T36" fmla="*/ 34 w 102"/>
                <a:gd name="T37" fmla="*/ 53 h 116"/>
                <a:gd name="T38" fmla="*/ 13 w 102"/>
                <a:gd name="T39" fmla="*/ 46 h 116"/>
                <a:gd name="T40" fmla="*/ 35 w 102"/>
                <a:gd name="T41" fmla="*/ 94 h 116"/>
                <a:gd name="T42" fmla="*/ 69 w 102"/>
                <a:gd name="T43" fmla="*/ 116 h 116"/>
                <a:gd name="T44" fmla="*/ 102 w 102"/>
                <a:gd name="T45" fmla="*/ 82 h 116"/>
                <a:gd name="T46" fmla="*/ 102 w 102"/>
                <a:gd name="T47" fmla="*/ 58 h 116"/>
                <a:gd name="T48" fmla="*/ 92 w 102"/>
                <a:gd name="T49" fmla="*/ 48 h 116"/>
                <a:gd name="T50" fmla="*/ 98 w 102"/>
                <a:gd name="T51" fmla="*/ 67 h 116"/>
                <a:gd name="T52" fmla="*/ 98 w 102"/>
                <a:gd name="T53" fmla="*/ 82 h 116"/>
                <a:gd name="T54" fmla="*/ 69 w 102"/>
                <a:gd name="T55" fmla="*/ 112 h 116"/>
                <a:gd name="T56" fmla="*/ 39 w 102"/>
                <a:gd name="T57" fmla="*/ 92 h 116"/>
                <a:gd name="T58" fmla="*/ 15 w 102"/>
                <a:gd name="T59" fmla="*/ 49 h 116"/>
                <a:gd name="T60" fmla="*/ 38 w 102"/>
                <a:gd name="T61" fmla="*/ 63 h 116"/>
                <a:gd name="T62" fmla="*/ 38 w 102"/>
                <a:gd name="T63" fmla="*/ 18 h 116"/>
                <a:gd name="T64" fmla="*/ 44 w 102"/>
                <a:gd name="T65" fmla="*/ 12 h 116"/>
                <a:gd name="T66" fmla="*/ 50 w 102"/>
                <a:gd name="T67" fmla="*/ 18 h 116"/>
                <a:gd name="T68" fmla="*/ 50 w 102"/>
                <a:gd name="T69" fmla="*/ 60 h 116"/>
                <a:gd name="T70" fmla="*/ 54 w 102"/>
                <a:gd name="T71" fmla="*/ 60 h 116"/>
                <a:gd name="T72" fmla="*/ 54 w 102"/>
                <a:gd name="T73" fmla="*/ 14 h 116"/>
                <a:gd name="T74" fmla="*/ 60 w 102"/>
                <a:gd name="T75" fmla="*/ 8 h 116"/>
                <a:gd name="T76" fmla="*/ 66 w 102"/>
                <a:gd name="T77" fmla="*/ 14 h 116"/>
                <a:gd name="T78" fmla="*/ 66 w 102"/>
                <a:gd name="T79" fmla="*/ 56 h 116"/>
                <a:gd name="T80" fmla="*/ 70 w 102"/>
                <a:gd name="T81" fmla="*/ 56 h 116"/>
                <a:gd name="T82" fmla="*/ 70 w 102"/>
                <a:gd name="T83" fmla="*/ 50 h 116"/>
                <a:gd name="T84" fmla="*/ 76 w 102"/>
                <a:gd name="T85" fmla="*/ 44 h 116"/>
                <a:gd name="T86" fmla="*/ 82 w 102"/>
                <a:gd name="T87" fmla="*/ 50 h 116"/>
                <a:gd name="T88" fmla="*/ 82 w 102"/>
                <a:gd name="T89" fmla="*/ 60 h 116"/>
                <a:gd name="T90" fmla="*/ 86 w 102"/>
                <a:gd name="T91" fmla="*/ 60 h 116"/>
                <a:gd name="T92" fmla="*/ 86 w 102"/>
                <a:gd name="T93" fmla="*/ 58 h 116"/>
                <a:gd name="T94" fmla="*/ 92 w 102"/>
                <a:gd name="T95" fmla="*/ 52 h 116"/>
                <a:gd name="T96" fmla="*/ 98 w 102"/>
                <a:gd name="T97" fmla="*/ 58 h 116"/>
                <a:gd name="T98" fmla="*/ 98 w 102"/>
                <a:gd name="T99" fmla="*/ 6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116">
                  <a:moveTo>
                    <a:pt x="92" y="48"/>
                  </a:moveTo>
                  <a:cubicBezTo>
                    <a:pt x="90" y="48"/>
                    <a:pt x="90" y="49"/>
                    <a:pt x="86" y="50"/>
                  </a:cubicBezTo>
                  <a:cubicBezTo>
                    <a:pt x="86" y="50"/>
                    <a:pt x="86" y="50"/>
                    <a:pt x="86" y="50"/>
                  </a:cubicBezTo>
                  <a:cubicBezTo>
                    <a:pt x="86" y="44"/>
                    <a:pt x="82" y="40"/>
                    <a:pt x="76" y="40"/>
                  </a:cubicBezTo>
                  <a:cubicBezTo>
                    <a:pt x="74" y="40"/>
                    <a:pt x="74" y="41"/>
                    <a:pt x="70" y="42"/>
                  </a:cubicBezTo>
                  <a:cubicBezTo>
                    <a:pt x="70" y="14"/>
                    <a:pt x="70" y="14"/>
                    <a:pt x="70" y="14"/>
                  </a:cubicBezTo>
                  <a:cubicBezTo>
                    <a:pt x="70" y="8"/>
                    <a:pt x="67" y="4"/>
                    <a:pt x="61" y="4"/>
                  </a:cubicBezTo>
                  <a:cubicBezTo>
                    <a:pt x="57" y="4"/>
                    <a:pt x="54" y="6"/>
                    <a:pt x="53" y="10"/>
                  </a:cubicBezTo>
                  <a:cubicBezTo>
                    <a:pt x="51" y="9"/>
                    <a:pt x="49" y="8"/>
                    <a:pt x="46" y="8"/>
                  </a:cubicBezTo>
                  <a:cubicBezTo>
                    <a:pt x="41" y="8"/>
                    <a:pt x="38" y="8"/>
                    <a:pt x="37" y="16"/>
                  </a:cubicBezTo>
                  <a:cubicBezTo>
                    <a:pt x="8" y="16"/>
                    <a:pt x="8" y="16"/>
                    <a:pt x="8" y="16"/>
                  </a:cubicBezTo>
                  <a:cubicBezTo>
                    <a:pt x="21" y="3"/>
                    <a:pt x="21" y="3"/>
                    <a:pt x="21" y="3"/>
                  </a:cubicBezTo>
                  <a:cubicBezTo>
                    <a:pt x="18" y="0"/>
                    <a:pt x="18" y="0"/>
                    <a:pt x="18" y="0"/>
                  </a:cubicBezTo>
                  <a:cubicBezTo>
                    <a:pt x="0" y="18"/>
                    <a:pt x="0" y="18"/>
                    <a:pt x="0" y="18"/>
                  </a:cubicBezTo>
                  <a:cubicBezTo>
                    <a:pt x="18" y="36"/>
                    <a:pt x="18" y="36"/>
                    <a:pt x="18" y="36"/>
                  </a:cubicBezTo>
                  <a:cubicBezTo>
                    <a:pt x="21" y="33"/>
                    <a:pt x="21" y="33"/>
                    <a:pt x="21" y="33"/>
                  </a:cubicBezTo>
                  <a:cubicBezTo>
                    <a:pt x="8" y="20"/>
                    <a:pt x="8" y="20"/>
                    <a:pt x="8" y="20"/>
                  </a:cubicBezTo>
                  <a:cubicBezTo>
                    <a:pt x="34" y="20"/>
                    <a:pt x="34" y="20"/>
                    <a:pt x="34" y="20"/>
                  </a:cubicBezTo>
                  <a:cubicBezTo>
                    <a:pt x="34" y="53"/>
                    <a:pt x="34" y="53"/>
                    <a:pt x="34" y="53"/>
                  </a:cubicBezTo>
                  <a:cubicBezTo>
                    <a:pt x="26" y="46"/>
                    <a:pt x="19" y="40"/>
                    <a:pt x="13" y="46"/>
                  </a:cubicBezTo>
                  <a:cubicBezTo>
                    <a:pt x="5" y="54"/>
                    <a:pt x="22" y="70"/>
                    <a:pt x="35" y="94"/>
                  </a:cubicBezTo>
                  <a:cubicBezTo>
                    <a:pt x="44" y="110"/>
                    <a:pt x="57" y="116"/>
                    <a:pt x="69" y="116"/>
                  </a:cubicBezTo>
                  <a:cubicBezTo>
                    <a:pt x="88" y="116"/>
                    <a:pt x="102" y="101"/>
                    <a:pt x="102" y="82"/>
                  </a:cubicBezTo>
                  <a:cubicBezTo>
                    <a:pt x="102" y="58"/>
                    <a:pt x="102" y="58"/>
                    <a:pt x="102" y="58"/>
                  </a:cubicBezTo>
                  <a:cubicBezTo>
                    <a:pt x="102" y="52"/>
                    <a:pt x="98" y="48"/>
                    <a:pt x="92" y="48"/>
                  </a:cubicBezTo>
                  <a:close/>
                  <a:moveTo>
                    <a:pt x="98" y="67"/>
                  </a:moveTo>
                  <a:cubicBezTo>
                    <a:pt x="98" y="82"/>
                    <a:pt x="98" y="82"/>
                    <a:pt x="98" y="82"/>
                  </a:cubicBezTo>
                  <a:cubicBezTo>
                    <a:pt x="98" y="98"/>
                    <a:pt x="86" y="112"/>
                    <a:pt x="69" y="112"/>
                  </a:cubicBezTo>
                  <a:cubicBezTo>
                    <a:pt x="54" y="112"/>
                    <a:pt x="46" y="104"/>
                    <a:pt x="39" y="92"/>
                  </a:cubicBezTo>
                  <a:cubicBezTo>
                    <a:pt x="23" y="65"/>
                    <a:pt x="11" y="53"/>
                    <a:pt x="15" y="49"/>
                  </a:cubicBezTo>
                  <a:cubicBezTo>
                    <a:pt x="20" y="45"/>
                    <a:pt x="30" y="54"/>
                    <a:pt x="38" y="63"/>
                  </a:cubicBezTo>
                  <a:cubicBezTo>
                    <a:pt x="38" y="18"/>
                    <a:pt x="38" y="18"/>
                    <a:pt x="38" y="18"/>
                  </a:cubicBezTo>
                  <a:cubicBezTo>
                    <a:pt x="38" y="14"/>
                    <a:pt x="41" y="12"/>
                    <a:pt x="44" y="12"/>
                  </a:cubicBezTo>
                  <a:cubicBezTo>
                    <a:pt x="47" y="12"/>
                    <a:pt x="50" y="14"/>
                    <a:pt x="50" y="18"/>
                  </a:cubicBezTo>
                  <a:cubicBezTo>
                    <a:pt x="50" y="60"/>
                    <a:pt x="50" y="60"/>
                    <a:pt x="50" y="60"/>
                  </a:cubicBezTo>
                  <a:cubicBezTo>
                    <a:pt x="54" y="60"/>
                    <a:pt x="54" y="60"/>
                    <a:pt x="54" y="60"/>
                  </a:cubicBezTo>
                  <a:cubicBezTo>
                    <a:pt x="54" y="14"/>
                    <a:pt x="54" y="14"/>
                    <a:pt x="54" y="14"/>
                  </a:cubicBezTo>
                  <a:cubicBezTo>
                    <a:pt x="54" y="10"/>
                    <a:pt x="57" y="8"/>
                    <a:pt x="60" y="8"/>
                  </a:cubicBezTo>
                  <a:cubicBezTo>
                    <a:pt x="63" y="8"/>
                    <a:pt x="66" y="10"/>
                    <a:pt x="66" y="14"/>
                  </a:cubicBezTo>
                  <a:cubicBezTo>
                    <a:pt x="66" y="56"/>
                    <a:pt x="66" y="56"/>
                    <a:pt x="66" y="56"/>
                  </a:cubicBezTo>
                  <a:cubicBezTo>
                    <a:pt x="70" y="56"/>
                    <a:pt x="70" y="56"/>
                    <a:pt x="70" y="56"/>
                  </a:cubicBezTo>
                  <a:cubicBezTo>
                    <a:pt x="70" y="50"/>
                    <a:pt x="70" y="50"/>
                    <a:pt x="70" y="50"/>
                  </a:cubicBezTo>
                  <a:cubicBezTo>
                    <a:pt x="70" y="46"/>
                    <a:pt x="73" y="44"/>
                    <a:pt x="76" y="44"/>
                  </a:cubicBezTo>
                  <a:cubicBezTo>
                    <a:pt x="79" y="44"/>
                    <a:pt x="82" y="46"/>
                    <a:pt x="82" y="50"/>
                  </a:cubicBezTo>
                  <a:cubicBezTo>
                    <a:pt x="82" y="60"/>
                    <a:pt x="82" y="60"/>
                    <a:pt x="82" y="60"/>
                  </a:cubicBezTo>
                  <a:cubicBezTo>
                    <a:pt x="86" y="60"/>
                    <a:pt x="86" y="60"/>
                    <a:pt x="86" y="60"/>
                  </a:cubicBezTo>
                  <a:cubicBezTo>
                    <a:pt x="86" y="58"/>
                    <a:pt x="86" y="58"/>
                    <a:pt x="86" y="58"/>
                  </a:cubicBezTo>
                  <a:cubicBezTo>
                    <a:pt x="86" y="54"/>
                    <a:pt x="89" y="52"/>
                    <a:pt x="92" y="52"/>
                  </a:cubicBezTo>
                  <a:cubicBezTo>
                    <a:pt x="95" y="52"/>
                    <a:pt x="98" y="54"/>
                    <a:pt x="98" y="58"/>
                  </a:cubicBezTo>
                  <a:lnTo>
                    <a:pt x="98" y="6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1" name="Freeform 15"/>
            <p:cNvSpPr>
              <a:spLocks noEditPoints="1"/>
            </p:cNvSpPr>
            <p:nvPr/>
          </p:nvSpPr>
          <p:spPr bwMode="auto">
            <a:xfrm>
              <a:off x="2189012" y="1023282"/>
              <a:ext cx="265113" cy="303213"/>
            </a:xfrm>
            <a:custGeom>
              <a:avLst/>
              <a:gdLst>
                <a:gd name="T0" fmla="*/ 66 w 102"/>
                <a:gd name="T1" fmla="*/ 20 h 116"/>
                <a:gd name="T2" fmla="*/ 94 w 102"/>
                <a:gd name="T3" fmla="*/ 20 h 116"/>
                <a:gd name="T4" fmla="*/ 81 w 102"/>
                <a:gd name="T5" fmla="*/ 33 h 116"/>
                <a:gd name="T6" fmla="*/ 84 w 102"/>
                <a:gd name="T7" fmla="*/ 36 h 116"/>
                <a:gd name="T8" fmla="*/ 102 w 102"/>
                <a:gd name="T9" fmla="*/ 18 h 116"/>
                <a:gd name="T10" fmla="*/ 84 w 102"/>
                <a:gd name="T11" fmla="*/ 0 h 116"/>
                <a:gd name="T12" fmla="*/ 81 w 102"/>
                <a:gd name="T13" fmla="*/ 3 h 116"/>
                <a:gd name="T14" fmla="*/ 94 w 102"/>
                <a:gd name="T15" fmla="*/ 16 h 116"/>
                <a:gd name="T16" fmla="*/ 66 w 102"/>
                <a:gd name="T17" fmla="*/ 16 h 116"/>
                <a:gd name="T18" fmla="*/ 66 w 102"/>
                <a:gd name="T19" fmla="*/ 14 h 116"/>
                <a:gd name="T20" fmla="*/ 56 w 102"/>
                <a:gd name="T21" fmla="*/ 4 h 116"/>
                <a:gd name="T22" fmla="*/ 47 w 102"/>
                <a:gd name="T23" fmla="*/ 11 h 116"/>
                <a:gd name="T24" fmla="*/ 40 w 102"/>
                <a:gd name="T25" fmla="*/ 8 h 116"/>
                <a:gd name="T26" fmla="*/ 30 w 102"/>
                <a:gd name="T27" fmla="*/ 18 h 116"/>
                <a:gd name="T28" fmla="*/ 30 w 102"/>
                <a:gd name="T29" fmla="*/ 53 h 116"/>
                <a:gd name="T30" fmla="*/ 30 w 102"/>
                <a:gd name="T31" fmla="*/ 53 h 116"/>
                <a:gd name="T32" fmla="*/ 8 w 102"/>
                <a:gd name="T33" fmla="*/ 46 h 116"/>
                <a:gd name="T34" fmla="*/ 30 w 102"/>
                <a:gd name="T35" fmla="*/ 94 h 116"/>
                <a:gd name="T36" fmla="*/ 64 w 102"/>
                <a:gd name="T37" fmla="*/ 116 h 116"/>
                <a:gd name="T38" fmla="*/ 98 w 102"/>
                <a:gd name="T39" fmla="*/ 82 h 116"/>
                <a:gd name="T40" fmla="*/ 98 w 102"/>
                <a:gd name="T41" fmla="*/ 58 h 116"/>
                <a:gd name="T42" fmla="*/ 88 w 102"/>
                <a:gd name="T43" fmla="*/ 48 h 116"/>
                <a:gd name="T44" fmla="*/ 82 w 102"/>
                <a:gd name="T45" fmla="*/ 50 h 116"/>
                <a:gd name="T46" fmla="*/ 82 w 102"/>
                <a:gd name="T47" fmla="*/ 50 h 116"/>
                <a:gd name="T48" fmla="*/ 72 w 102"/>
                <a:gd name="T49" fmla="*/ 40 h 116"/>
                <a:gd name="T50" fmla="*/ 66 w 102"/>
                <a:gd name="T51" fmla="*/ 42 h 116"/>
                <a:gd name="T52" fmla="*/ 66 w 102"/>
                <a:gd name="T53" fmla="*/ 20 h 116"/>
                <a:gd name="T54" fmla="*/ 64 w 102"/>
                <a:gd name="T55" fmla="*/ 112 h 116"/>
                <a:gd name="T56" fmla="*/ 33 w 102"/>
                <a:gd name="T57" fmla="*/ 92 h 116"/>
                <a:gd name="T58" fmla="*/ 11 w 102"/>
                <a:gd name="T59" fmla="*/ 49 h 116"/>
                <a:gd name="T60" fmla="*/ 34 w 102"/>
                <a:gd name="T61" fmla="*/ 63 h 116"/>
                <a:gd name="T62" fmla="*/ 34 w 102"/>
                <a:gd name="T63" fmla="*/ 18 h 116"/>
                <a:gd name="T64" fmla="*/ 40 w 102"/>
                <a:gd name="T65" fmla="*/ 12 h 116"/>
                <a:gd name="T66" fmla="*/ 46 w 102"/>
                <a:gd name="T67" fmla="*/ 18 h 116"/>
                <a:gd name="T68" fmla="*/ 46 w 102"/>
                <a:gd name="T69" fmla="*/ 60 h 116"/>
                <a:gd name="T70" fmla="*/ 50 w 102"/>
                <a:gd name="T71" fmla="*/ 60 h 116"/>
                <a:gd name="T72" fmla="*/ 50 w 102"/>
                <a:gd name="T73" fmla="*/ 14 h 116"/>
                <a:gd name="T74" fmla="*/ 56 w 102"/>
                <a:gd name="T75" fmla="*/ 8 h 116"/>
                <a:gd name="T76" fmla="*/ 62 w 102"/>
                <a:gd name="T77" fmla="*/ 14 h 116"/>
                <a:gd name="T78" fmla="*/ 62 w 102"/>
                <a:gd name="T79" fmla="*/ 56 h 116"/>
                <a:gd name="T80" fmla="*/ 66 w 102"/>
                <a:gd name="T81" fmla="*/ 56 h 116"/>
                <a:gd name="T82" fmla="*/ 66 w 102"/>
                <a:gd name="T83" fmla="*/ 50 h 116"/>
                <a:gd name="T84" fmla="*/ 72 w 102"/>
                <a:gd name="T85" fmla="*/ 44 h 116"/>
                <a:gd name="T86" fmla="*/ 78 w 102"/>
                <a:gd name="T87" fmla="*/ 50 h 116"/>
                <a:gd name="T88" fmla="*/ 78 w 102"/>
                <a:gd name="T89" fmla="*/ 60 h 116"/>
                <a:gd name="T90" fmla="*/ 82 w 102"/>
                <a:gd name="T91" fmla="*/ 60 h 116"/>
                <a:gd name="T92" fmla="*/ 82 w 102"/>
                <a:gd name="T93" fmla="*/ 58 h 116"/>
                <a:gd name="T94" fmla="*/ 88 w 102"/>
                <a:gd name="T95" fmla="*/ 52 h 116"/>
                <a:gd name="T96" fmla="*/ 94 w 102"/>
                <a:gd name="T97" fmla="*/ 58 h 116"/>
                <a:gd name="T98" fmla="*/ 94 w 102"/>
                <a:gd name="T99" fmla="*/ 67 h 116"/>
                <a:gd name="T100" fmla="*/ 94 w 102"/>
                <a:gd name="T101" fmla="*/ 82 h 116"/>
                <a:gd name="T102" fmla="*/ 64 w 102"/>
                <a:gd name="T10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2" h="116">
                  <a:moveTo>
                    <a:pt x="66" y="20"/>
                  </a:moveTo>
                  <a:cubicBezTo>
                    <a:pt x="94" y="20"/>
                    <a:pt x="94" y="20"/>
                    <a:pt x="94" y="20"/>
                  </a:cubicBezTo>
                  <a:cubicBezTo>
                    <a:pt x="81" y="33"/>
                    <a:pt x="81" y="33"/>
                    <a:pt x="81" y="33"/>
                  </a:cubicBezTo>
                  <a:cubicBezTo>
                    <a:pt x="84" y="36"/>
                    <a:pt x="84" y="36"/>
                    <a:pt x="84" y="36"/>
                  </a:cubicBezTo>
                  <a:cubicBezTo>
                    <a:pt x="102" y="18"/>
                    <a:pt x="102" y="18"/>
                    <a:pt x="102" y="18"/>
                  </a:cubicBezTo>
                  <a:cubicBezTo>
                    <a:pt x="84" y="0"/>
                    <a:pt x="84" y="0"/>
                    <a:pt x="84" y="0"/>
                  </a:cubicBezTo>
                  <a:cubicBezTo>
                    <a:pt x="81" y="3"/>
                    <a:pt x="81" y="3"/>
                    <a:pt x="81" y="3"/>
                  </a:cubicBezTo>
                  <a:cubicBezTo>
                    <a:pt x="94" y="16"/>
                    <a:pt x="94" y="16"/>
                    <a:pt x="94" y="16"/>
                  </a:cubicBezTo>
                  <a:cubicBezTo>
                    <a:pt x="66" y="16"/>
                    <a:pt x="66" y="16"/>
                    <a:pt x="66" y="16"/>
                  </a:cubicBezTo>
                  <a:cubicBezTo>
                    <a:pt x="66" y="14"/>
                    <a:pt x="66" y="14"/>
                    <a:pt x="66" y="14"/>
                  </a:cubicBezTo>
                  <a:cubicBezTo>
                    <a:pt x="66" y="8"/>
                    <a:pt x="62" y="4"/>
                    <a:pt x="56" y="4"/>
                  </a:cubicBezTo>
                  <a:cubicBezTo>
                    <a:pt x="52" y="4"/>
                    <a:pt x="48" y="7"/>
                    <a:pt x="47" y="11"/>
                  </a:cubicBezTo>
                  <a:cubicBezTo>
                    <a:pt x="45" y="9"/>
                    <a:pt x="43" y="8"/>
                    <a:pt x="40" y="8"/>
                  </a:cubicBezTo>
                  <a:cubicBezTo>
                    <a:pt x="35" y="8"/>
                    <a:pt x="30" y="12"/>
                    <a:pt x="30" y="18"/>
                  </a:cubicBezTo>
                  <a:cubicBezTo>
                    <a:pt x="30" y="53"/>
                    <a:pt x="30" y="53"/>
                    <a:pt x="30" y="53"/>
                  </a:cubicBezTo>
                  <a:cubicBezTo>
                    <a:pt x="30" y="53"/>
                    <a:pt x="30" y="53"/>
                    <a:pt x="30" y="53"/>
                  </a:cubicBezTo>
                  <a:cubicBezTo>
                    <a:pt x="22" y="46"/>
                    <a:pt x="13" y="41"/>
                    <a:pt x="8" y="46"/>
                  </a:cubicBezTo>
                  <a:cubicBezTo>
                    <a:pt x="0" y="54"/>
                    <a:pt x="16" y="70"/>
                    <a:pt x="30" y="94"/>
                  </a:cubicBezTo>
                  <a:cubicBezTo>
                    <a:pt x="39" y="110"/>
                    <a:pt x="52" y="116"/>
                    <a:pt x="64" y="116"/>
                  </a:cubicBezTo>
                  <a:cubicBezTo>
                    <a:pt x="83" y="116"/>
                    <a:pt x="98" y="101"/>
                    <a:pt x="98" y="82"/>
                  </a:cubicBezTo>
                  <a:cubicBezTo>
                    <a:pt x="98" y="58"/>
                    <a:pt x="98" y="58"/>
                    <a:pt x="98" y="58"/>
                  </a:cubicBezTo>
                  <a:cubicBezTo>
                    <a:pt x="98" y="53"/>
                    <a:pt x="94" y="48"/>
                    <a:pt x="88" y="48"/>
                  </a:cubicBezTo>
                  <a:cubicBezTo>
                    <a:pt x="86" y="48"/>
                    <a:pt x="84" y="49"/>
                    <a:pt x="82" y="50"/>
                  </a:cubicBezTo>
                  <a:cubicBezTo>
                    <a:pt x="82" y="50"/>
                    <a:pt x="82" y="50"/>
                    <a:pt x="82" y="50"/>
                  </a:cubicBezTo>
                  <a:cubicBezTo>
                    <a:pt x="82" y="44"/>
                    <a:pt x="78" y="40"/>
                    <a:pt x="72" y="40"/>
                  </a:cubicBezTo>
                  <a:cubicBezTo>
                    <a:pt x="70" y="40"/>
                    <a:pt x="68" y="41"/>
                    <a:pt x="66" y="42"/>
                  </a:cubicBezTo>
                  <a:cubicBezTo>
                    <a:pt x="66" y="20"/>
                    <a:pt x="66" y="20"/>
                    <a:pt x="66" y="20"/>
                  </a:cubicBezTo>
                  <a:close/>
                  <a:moveTo>
                    <a:pt x="64" y="112"/>
                  </a:moveTo>
                  <a:cubicBezTo>
                    <a:pt x="49" y="112"/>
                    <a:pt x="40" y="104"/>
                    <a:pt x="33" y="92"/>
                  </a:cubicBezTo>
                  <a:cubicBezTo>
                    <a:pt x="17" y="66"/>
                    <a:pt x="6" y="54"/>
                    <a:pt x="11" y="49"/>
                  </a:cubicBezTo>
                  <a:cubicBezTo>
                    <a:pt x="15" y="45"/>
                    <a:pt x="26" y="54"/>
                    <a:pt x="34" y="63"/>
                  </a:cubicBezTo>
                  <a:cubicBezTo>
                    <a:pt x="34" y="18"/>
                    <a:pt x="34" y="18"/>
                    <a:pt x="34" y="18"/>
                  </a:cubicBezTo>
                  <a:cubicBezTo>
                    <a:pt x="34" y="15"/>
                    <a:pt x="37" y="12"/>
                    <a:pt x="40" y="12"/>
                  </a:cubicBezTo>
                  <a:cubicBezTo>
                    <a:pt x="43" y="12"/>
                    <a:pt x="46" y="15"/>
                    <a:pt x="46" y="18"/>
                  </a:cubicBezTo>
                  <a:cubicBezTo>
                    <a:pt x="46" y="60"/>
                    <a:pt x="46" y="60"/>
                    <a:pt x="46" y="60"/>
                  </a:cubicBezTo>
                  <a:cubicBezTo>
                    <a:pt x="50" y="60"/>
                    <a:pt x="50" y="60"/>
                    <a:pt x="50" y="60"/>
                  </a:cubicBezTo>
                  <a:cubicBezTo>
                    <a:pt x="50" y="14"/>
                    <a:pt x="50" y="14"/>
                    <a:pt x="50" y="14"/>
                  </a:cubicBezTo>
                  <a:cubicBezTo>
                    <a:pt x="50" y="11"/>
                    <a:pt x="53" y="8"/>
                    <a:pt x="56" y="8"/>
                  </a:cubicBezTo>
                  <a:cubicBezTo>
                    <a:pt x="59" y="8"/>
                    <a:pt x="62" y="11"/>
                    <a:pt x="62" y="14"/>
                  </a:cubicBezTo>
                  <a:cubicBezTo>
                    <a:pt x="62" y="56"/>
                    <a:pt x="62" y="56"/>
                    <a:pt x="62" y="56"/>
                  </a:cubicBezTo>
                  <a:cubicBezTo>
                    <a:pt x="66" y="56"/>
                    <a:pt x="66" y="56"/>
                    <a:pt x="66" y="56"/>
                  </a:cubicBezTo>
                  <a:cubicBezTo>
                    <a:pt x="66" y="50"/>
                    <a:pt x="66" y="50"/>
                    <a:pt x="66" y="50"/>
                  </a:cubicBezTo>
                  <a:cubicBezTo>
                    <a:pt x="66" y="47"/>
                    <a:pt x="69" y="44"/>
                    <a:pt x="72" y="44"/>
                  </a:cubicBezTo>
                  <a:cubicBezTo>
                    <a:pt x="75" y="44"/>
                    <a:pt x="78" y="47"/>
                    <a:pt x="78" y="50"/>
                  </a:cubicBezTo>
                  <a:cubicBezTo>
                    <a:pt x="78" y="60"/>
                    <a:pt x="78" y="60"/>
                    <a:pt x="78" y="60"/>
                  </a:cubicBezTo>
                  <a:cubicBezTo>
                    <a:pt x="82" y="60"/>
                    <a:pt x="82" y="60"/>
                    <a:pt x="82" y="60"/>
                  </a:cubicBezTo>
                  <a:cubicBezTo>
                    <a:pt x="82" y="58"/>
                    <a:pt x="82" y="58"/>
                    <a:pt x="82" y="58"/>
                  </a:cubicBezTo>
                  <a:cubicBezTo>
                    <a:pt x="82" y="55"/>
                    <a:pt x="85" y="52"/>
                    <a:pt x="88" y="52"/>
                  </a:cubicBezTo>
                  <a:cubicBezTo>
                    <a:pt x="91" y="52"/>
                    <a:pt x="94" y="55"/>
                    <a:pt x="94" y="58"/>
                  </a:cubicBezTo>
                  <a:cubicBezTo>
                    <a:pt x="94" y="67"/>
                    <a:pt x="94" y="67"/>
                    <a:pt x="94" y="67"/>
                  </a:cubicBezTo>
                  <a:cubicBezTo>
                    <a:pt x="94" y="82"/>
                    <a:pt x="94" y="82"/>
                    <a:pt x="94" y="82"/>
                  </a:cubicBezTo>
                  <a:cubicBezTo>
                    <a:pt x="94" y="99"/>
                    <a:pt x="81" y="112"/>
                    <a:pt x="64"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2" name="Freeform 16"/>
            <p:cNvSpPr>
              <a:spLocks noEditPoints="1"/>
            </p:cNvSpPr>
            <p:nvPr/>
          </p:nvSpPr>
          <p:spPr bwMode="auto">
            <a:xfrm>
              <a:off x="9297948" y="2847899"/>
              <a:ext cx="254000" cy="292100"/>
            </a:xfrm>
            <a:custGeom>
              <a:avLst/>
              <a:gdLst>
                <a:gd name="T0" fmla="*/ 62 w 98"/>
                <a:gd name="T1" fmla="*/ 108 h 112"/>
                <a:gd name="T2" fmla="*/ 64 w 98"/>
                <a:gd name="T3" fmla="*/ 108 h 112"/>
                <a:gd name="T4" fmla="*/ 94 w 98"/>
                <a:gd name="T5" fmla="*/ 78 h 112"/>
                <a:gd name="T6" fmla="*/ 94 w 98"/>
                <a:gd name="T7" fmla="*/ 63 h 112"/>
                <a:gd name="T8" fmla="*/ 94 w 98"/>
                <a:gd name="T9" fmla="*/ 54 h 112"/>
                <a:gd name="T10" fmla="*/ 88 w 98"/>
                <a:gd name="T11" fmla="*/ 48 h 112"/>
                <a:gd name="T12" fmla="*/ 82 w 98"/>
                <a:gd name="T13" fmla="*/ 54 h 112"/>
                <a:gd name="T14" fmla="*/ 82 w 98"/>
                <a:gd name="T15" fmla="*/ 56 h 112"/>
                <a:gd name="T16" fmla="*/ 78 w 98"/>
                <a:gd name="T17" fmla="*/ 56 h 112"/>
                <a:gd name="T18" fmla="*/ 78 w 98"/>
                <a:gd name="T19" fmla="*/ 46 h 112"/>
                <a:gd name="T20" fmla="*/ 72 w 98"/>
                <a:gd name="T21" fmla="*/ 40 h 112"/>
                <a:gd name="T22" fmla="*/ 66 w 98"/>
                <a:gd name="T23" fmla="*/ 46 h 112"/>
                <a:gd name="T24" fmla="*/ 66 w 98"/>
                <a:gd name="T25" fmla="*/ 52 h 112"/>
                <a:gd name="T26" fmla="*/ 62 w 98"/>
                <a:gd name="T27" fmla="*/ 52 h 112"/>
                <a:gd name="T28" fmla="*/ 62 w 98"/>
                <a:gd name="T29" fmla="*/ 10 h 112"/>
                <a:gd name="T30" fmla="*/ 56 w 98"/>
                <a:gd name="T31" fmla="*/ 4 h 112"/>
                <a:gd name="T32" fmla="*/ 50 w 98"/>
                <a:gd name="T33" fmla="*/ 10 h 112"/>
                <a:gd name="T34" fmla="*/ 50 w 98"/>
                <a:gd name="T35" fmla="*/ 56 h 112"/>
                <a:gd name="T36" fmla="*/ 46 w 98"/>
                <a:gd name="T37" fmla="*/ 56 h 112"/>
                <a:gd name="T38" fmla="*/ 46 w 98"/>
                <a:gd name="T39" fmla="*/ 14 h 112"/>
                <a:gd name="T40" fmla="*/ 40 w 98"/>
                <a:gd name="T41" fmla="*/ 8 h 112"/>
                <a:gd name="T42" fmla="*/ 34 w 98"/>
                <a:gd name="T43" fmla="*/ 14 h 112"/>
                <a:gd name="T44" fmla="*/ 34 w 98"/>
                <a:gd name="T45" fmla="*/ 59 h 112"/>
                <a:gd name="T46" fmla="*/ 11 w 98"/>
                <a:gd name="T47" fmla="*/ 45 h 112"/>
                <a:gd name="T48" fmla="*/ 33 w 98"/>
                <a:gd name="T49" fmla="*/ 88 h 112"/>
                <a:gd name="T50" fmla="*/ 58 w 98"/>
                <a:gd name="T51" fmla="*/ 108 h 112"/>
                <a:gd name="T52" fmla="*/ 58 w 98"/>
                <a:gd name="T53" fmla="*/ 72 h 112"/>
                <a:gd name="T54" fmla="*/ 45 w 98"/>
                <a:gd name="T55" fmla="*/ 85 h 112"/>
                <a:gd name="T56" fmla="*/ 42 w 98"/>
                <a:gd name="T57" fmla="*/ 82 h 112"/>
                <a:gd name="T58" fmla="*/ 60 w 98"/>
                <a:gd name="T59" fmla="*/ 64 h 112"/>
                <a:gd name="T60" fmla="*/ 78 w 98"/>
                <a:gd name="T61" fmla="*/ 82 h 112"/>
                <a:gd name="T62" fmla="*/ 75 w 98"/>
                <a:gd name="T63" fmla="*/ 85 h 112"/>
                <a:gd name="T64" fmla="*/ 62 w 98"/>
                <a:gd name="T65" fmla="*/ 72 h 112"/>
                <a:gd name="T66" fmla="*/ 62 w 98"/>
                <a:gd name="T67" fmla="*/ 108 h 112"/>
                <a:gd name="T68" fmla="*/ 98 w 98"/>
                <a:gd name="T69" fmla="*/ 78 h 112"/>
                <a:gd name="T70" fmla="*/ 64 w 98"/>
                <a:gd name="T71" fmla="*/ 112 h 112"/>
                <a:gd name="T72" fmla="*/ 30 w 98"/>
                <a:gd name="T73" fmla="*/ 90 h 112"/>
                <a:gd name="T74" fmla="*/ 8 w 98"/>
                <a:gd name="T75" fmla="*/ 42 h 112"/>
                <a:gd name="T76" fmla="*/ 30 w 98"/>
                <a:gd name="T77" fmla="*/ 49 h 112"/>
                <a:gd name="T78" fmla="*/ 30 w 98"/>
                <a:gd name="T79" fmla="*/ 49 h 112"/>
                <a:gd name="T80" fmla="*/ 30 w 98"/>
                <a:gd name="T81" fmla="*/ 14 h 112"/>
                <a:gd name="T82" fmla="*/ 40 w 98"/>
                <a:gd name="T83" fmla="*/ 4 h 112"/>
                <a:gd name="T84" fmla="*/ 47 w 98"/>
                <a:gd name="T85" fmla="*/ 7 h 112"/>
                <a:gd name="T86" fmla="*/ 56 w 98"/>
                <a:gd name="T87" fmla="*/ 0 h 112"/>
                <a:gd name="T88" fmla="*/ 66 w 98"/>
                <a:gd name="T89" fmla="*/ 10 h 112"/>
                <a:gd name="T90" fmla="*/ 66 w 98"/>
                <a:gd name="T91" fmla="*/ 38 h 112"/>
                <a:gd name="T92" fmla="*/ 72 w 98"/>
                <a:gd name="T93" fmla="*/ 36 h 112"/>
                <a:gd name="T94" fmla="*/ 82 w 98"/>
                <a:gd name="T95" fmla="*/ 46 h 112"/>
                <a:gd name="T96" fmla="*/ 82 w 98"/>
                <a:gd name="T97" fmla="*/ 46 h 112"/>
                <a:gd name="T98" fmla="*/ 88 w 98"/>
                <a:gd name="T99" fmla="*/ 44 h 112"/>
                <a:gd name="T100" fmla="*/ 98 w 98"/>
                <a:gd name="T101" fmla="*/ 54 h 112"/>
                <a:gd name="T102" fmla="*/ 98 w 98"/>
                <a:gd name="T103" fmla="*/ 7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12">
                  <a:moveTo>
                    <a:pt x="62" y="108"/>
                  </a:moveTo>
                  <a:cubicBezTo>
                    <a:pt x="63" y="108"/>
                    <a:pt x="64" y="108"/>
                    <a:pt x="64" y="108"/>
                  </a:cubicBezTo>
                  <a:cubicBezTo>
                    <a:pt x="81" y="108"/>
                    <a:pt x="94" y="95"/>
                    <a:pt x="94" y="78"/>
                  </a:cubicBezTo>
                  <a:cubicBezTo>
                    <a:pt x="94" y="63"/>
                    <a:pt x="94" y="63"/>
                    <a:pt x="94" y="63"/>
                  </a:cubicBezTo>
                  <a:cubicBezTo>
                    <a:pt x="94" y="54"/>
                    <a:pt x="94" y="54"/>
                    <a:pt x="94" y="54"/>
                  </a:cubicBezTo>
                  <a:cubicBezTo>
                    <a:pt x="94" y="51"/>
                    <a:pt x="92" y="48"/>
                    <a:pt x="88" y="48"/>
                  </a:cubicBezTo>
                  <a:cubicBezTo>
                    <a:pt x="85" y="48"/>
                    <a:pt x="82" y="51"/>
                    <a:pt x="82" y="54"/>
                  </a:cubicBezTo>
                  <a:cubicBezTo>
                    <a:pt x="82" y="56"/>
                    <a:pt x="82" y="56"/>
                    <a:pt x="82" y="56"/>
                  </a:cubicBezTo>
                  <a:cubicBezTo>
                    <a:pt x="78" y="56"/>
                    <a:pt x="78" y="56"/>
                    <a:pt x="78" y="56"/>
                  </a:cubicBezTo>
                  <a:cubicBezTo>
                    <a:pt x="78" y="46"/>
                    <a:pt x="78" y="46"/>
                    <a:pt x="78" y="46"/>
                  </a:cubicBezTo>
                  <a:cubicBezTo>
                    <a:pt x="78" y="43"/>
                    <a:pt x="76" y="40"/>
                    <a:pt x="72" y="40"/>
                  </a:cubicBezTo>
                  <a:cubicBezTo>
                    <a:pt x="69" y="40"/>
                    <a:pt x="66" y="43"/>
                    <a:pt x="66" y="46"/>
                  </a:cubicBezTo>
                  <a:cubicBezTo>
                    <a:pt x="66" y="52"/>
                    <a:pt x="66" y="52"/>
                    <a:pt x="66" y="52"/>
                  </a:cubicBezTo>
                  <a:cubicBezTo>
                    <a:pt x="62" y="52"/>
                    <a:pt x="62" y="52"/>
                    <a:pt x="62" y="52"/>
                  </a:cubicBezTo>
                  <a:cubicBezTo>
                    <a:pt x="62" y="10"/>
                    <a:pt x="62" y="10"/>
                    <a:pt x="62" y="10"/>
                  </a:cubicBezTo>
                  <a:cubicBezTo>
                    <a:pt x="62" y="7"/>
                    <a:pt x="60" y="4"/>
                    <a:pt x="56" y="4"/>
                  </a:cubicBezTo>
                  <a:cubicBezTo>
                    <a:pt x="53" y="4"/>
                    <a:pt x="50" y="7"/>
                    <a:pt x="50" y="10"/>
                  </a:cubicBezTo>
                  <a:cubicBezTo>
                    <a:pt x="50" y="56"/>
                    <a:pt x="50" y="56"/>
                    <a:pt x="50" y="56"/>
                  </a:cubicBezTo>
                  <a:cubicBezTo>
                    <a:pt x="46" y="56"/>
                    <a:pt x="46" y="56"/>
                    <a:pt x="46" y="56"/>
                  </a:cubicBezTo>
                  <a:cubicBezTo>
                    <a:pt x="46" y="14"/>
                    <a:pt x="46" y="14"/>
                    <a:pt x="46" y="14"/>
                  </a:cubicBezTo>
                  <a:cubicBezTo>
                    <a:pt x="46" y="11"/>
                    <a:pt x="44" y="8"/>
                    <a:pt x="40" y="8"/>
                  </a:cubicBezTo>
                  <a:cubicBezTo>
                    <a:pt x="37" y="8"/>
                    <a:pt x="34" y="11"/>
                    <a:pt x="34" y="14"/>
                  </a:cubicBezTo>
                  <a:cubicBezTo>
                    <a:pt x="34" y="59"/>
                    <a:pt x="34" y="59"/>
                    <a:pt x="34" y="59"/>
                  </a:cubicBezTo>
                  <a:cubicBezTo>
                    <a:pt x="26" y="50"/>
                    <a:pt x="15" y="41"/>
                    <a:pt x="11" y="45"/>
                  </a:cubicBezTo>
                  <a:cubicBezTo>
                    <a:pt x="6" y="50"/>
                    <a:pt x="18" y="62"/>
                    <a:pt x="33" y="88"/>
                  </a:cubicBezTo>
                  <a:cubicBezTo>
                    <a:pt x="39" y="98"/>
                    <a:pt x="47" y="106"/>
                    <a:pt x="58" y="108"/>
                  </a:cubicBezTo>
                  <a:cubicBezTo>
                    <a:pt x="58" y="72"/>
                    <a:pt x="58" y="72"/>
                    <a:pt x="58" y="72"/>
                  </a:cubicBezTo>
                  <a:cubicBezTo>
                    <a:pt x="45" y="85"/>
                    <a:pt x="45" y="85"/>
                    <a:pt x="45" y="85"/>
                  </a:cubicBezTo>
                  <a:cubicBezTo>
                    <a:pt x="42" y="82"/>
                    <a:pt x="42" y="82"/>
                    <a:pt x="42" y="82"/>
                  </a:cubicBezTo>
                  <a:cubicBezTo>
                    <a:pt x="60" y="64"/>
                    <a:pt x="60" y="64"/>
                    <a:pt x="60" y="64"/>
                  </a:cubicBezTo>
                  <a:cubicBezTo>
                    <a:pt x="78" y="82"/>
                    <a:pt x="78" y="82"/>
                    <a:pt x="78" y="82"/>
                  </a:cubicBezTo>
                  <a:cubicBezTo>
                    <a:pt x="75" y="85"/>
                    <a:pt x="75" y="85"/>
                    <a:pt x="75" y="85"/>
                  </a:cubicBezTo>
                  <a:cubicBezTo>
                    <a:pt x="62" y="72"/>
                    <a:pt x="62" y="72"/>
                    <a:pt x="62" y="72"/>
                  </a:cubicBezTo>
                  <a:cubicBezTo>
                    <a:pt x="62" y="108"/>
                    <a:pt x="62" y="108"/>
                    <a:pt x="62" y="108"/>
                  </a:cubicBezTo>
                  <a:close/>
                  <a:moveTo>
                    <a:pt x="98" y="78"/>
                  </a:moveTo>
                  <a:cubicBezTo>
                    <a:pt x="98" y="97"/>
                    <a:pt x="83" y="112"/>
                    <a:pt x="64" y="112"/>
                  </a:cubicBezTo>
                  <a:cubicBezTo>
                    <a:pt x="52" y="112"/>
                    <a:pt x="39" y="106"/>
                    <a:pt x="30" y="90"/>
                  </a:cubicBezTo>
                  <a:cubicBezTo>
                    <a:pt x="17" y="66"/>
                    <a:pt x="0" y="50"/>
                    <a:pt x="8" y="42"/>
                  </a:cubicBezTo>
                  <a:cubicBezTo>
                    <a:pt x="14" y="37"/>
                    <a:pt x="22" y="42"/>
                    <a:pt x="30" y="49"/>
                  </a:cubicBezTo>
                  <a:cubicBezTo>
                    <a:pt x="30" y="49"/>
                    <a:pt x="30" y="49"/>
                    <a:pt x="30" y="49"/>
                  </a:cubicBezTo>
                  <a:cubicBezTo>
                    <a:pt x="30" y="14"/>
                    <a:pt x="30" y="14"/>
                    <a:pt x="30" y="14"/>
                  </a:cubicBezTo>
                  <a:cubicBezTo>
                    <a:pt x="30" y="8"/>
                    <a:pt x="35" y="4"/>
                    <a:pt x="40" y="4"/>
                  </a:cubicBezTo>
                  <a:cubicBezTo>
                    <a:pt x="43" y="4"/>
                    <a:pt x="45" y="5"/>
                    <a:pt x="47" y="7"/>
                  </a:cubicBezTo>
                  <a:cubicBezTo>
                    <a:pt x="48" y="3"/>
                    <a:pt x="52" y="0"/>
                    <a:pt x="56" y="0"/>
                  </a:cubicBezTo>
                  <a:cubicBezTo>
                    <a:pt x="62" y="0"/>
                    <a:pt x="66" y="4"/>
                    <a:pt x="66" y="10"/>
                  </a:cubicBezTo>
                  <a:cubicBezTo>
                    <a:pt x="66" y="38"/>
                    <a:pt x="66" y="38"/>
                    <a:pt x="66" y="38"/>
                  </a:cubicBezTo>
                  <a:cubicBezTo>
                    <a:pt x="68" y="37"/>
                    <a:pt x="70" y="36"/>
                    <a:pt x="72" y="36"/>
                  </a:cubicBezTo>
                  <a:cubicBezTo>
                    <a:pt x="78" y="36"/>
                    <a:pt x="82" y="40"/>
                    <a:pt x="82" y="46"/>
                  </a:cubicBezTo>
                  <a:cubicBezTo>
                    <a:pt x="82" y="46"/>
                    <a:pt x="82" y="46"/>
                    <a:pt x="82" y="46"/>
                  </a:cubicBezTo>
                  <a:cubicBezTo>
                    <a:pt x="84" y="45"/>
                    <a:pt x="86" y="44"/>
                    <a:pt x="88" y="44"/>
                  </a:cubicBezTo>
                  <a:cubicBezTo>
                    <a:pt x="94" y="44"/>
                    <a:pt x="98" y="49"/>
                    <a:pt x="98" y="54"/>
                  </a:cubicBezTo>
                  <a:cubicBezTo>
                    <a:pt x="98" y="78"/>
                    <a:pt x="98" y="78"/>
                    <a:pt x="98" y="7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3" name="Freeform 17"/>
            <p:cNvSpPr>
              <a:spLocks noEditPoints="1"/>
            </p:cNvSpPr>
            <p:nvPr/>
          </p:nvSpPr>
          <p:spPr bwMode="auto">
            <a:xfrm>
              <a:off x="10914920" y="5783450"/>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6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4 w 98"/>
                <a:gd name="T39" fmla="*/ 108 h 112"/>
                <a:gd name="T40" fmla="*/ 33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2 h 112"/>
                <a:gd name="T64" fmla="*/ 62 w 98"/>
                <a:gd name="T65" fmla="*/ 88 h 112"/>
                <a:gd name="T66" fmla="*/ 49 w 98"/>
                <a:gd name="T67" fmla="*/ 75 h 112"/>
                <a:gd name="T68" fmla="*/ 46 w 98"/>
                <a:gd name="T69" fmla="*/ 78 h 112"/>
                <a:gd name="T70" fmla="*/ 64 w 98"/>
                <a:gd name="T71" fmla="*/ 96 h 112"/>
                <a:gd name="T72" fmla="*/ 82 w 98"/>
                <a:gd name="T73" fmla="*/ 78 h 112"/>
                <a:gd name="T74" fmla="*/ 79 w 98"/>
                <a:gd name="T75" fmla="*/ 75 h 112"/>
                <a:gd name="T76" fmla="*/ 66 w 98"/>
                <a:gd name="T77" fmla="*/ 88 h 112"/>
                <a:gd name="T78" fmla="*/ 66 w 98"/>
                <a:gd name="T79" fmla="*/ 52 h 112"/>
                <a:gd name="T80" fmla="*/ 66 w 98"/>
                <a:gd name="T81" fmla="*/ 46 h 112"/>
                <a:gd name="T82" fmla="*/ 72 w 98"/>
                <a:gd name="T83" fmla="*/ 40 h 112"/>
                <a:gd name="T84" fmla="*/ 78 w 98"/>
                <a:gd name="T85" fmla="*/ 46 h 112"/>
                <a:gd name="T86" fmla="*/ 78 w 98"/>
                <a:gd name="T87" fmla="*/ 58 h 112"/>
                <a:gd name="T88" fmla="*/ 82 w 98"/>
                <a:gd name="T89" fmla="*/ 58 h 112"/>
                <a:gd name="T90" fmla="*/ 82 w 98"/>
                <a:gd name="T91" fmla="*/ 54 h 112"/>
                <a:gd name="T92" fmla="*/ 88 w 98"/>
                <a:gd name="T93" fmla="*/ 48 h 112"/>
                <a:gd name="T94" fmla="*/ 94 w 98"/>
                <a:gd name="T95" fmla="*/ 54 h 112"/>
                <a:gd name="T96" fmla="*/ 94 w 98"/>
                <a:gd name="T97"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12">
                  <a:moveTo>
                    <a:pt x="88" y="44"/>
                  </a:moveTo>
                  <a:cubicBezTo>
                    <a:pt x="86" y="44"/>
                    <a:pt x="82" y="45"/>
                    <a:pt x="82" y="46"/>
                  </a:cubicBezTo>
                  <a:cubicBezTo>
                    <a:pt x="82" y="46"/>
                    <a:pt x="82" y="46"/>
                    <a:pt x="82" y="46"/>
                  </a:cubicBezTo>
                  <a:cubicBezTo>
                    <a:pt x="82" y="40"/>
                    <a:pt x="78" y="36"/>
                    <a:pt x="72" y="36"/>
                  </a:cubicBezTo>
                  <a:cubicBezTo>
                    <a:pt x="70" y="36"/>
                    <a:pt x="66" y="37"/>
                    <a:pt x="66" y="38"/>
                  </a:cubicBezTo>
                  <a:cubicBezTo>
                    <a:pt x="66" y="10"/>
                    <a:pt x="66" y="10"/>
                    <a:pt x="66" y="10"/>
                  </a:cubicBezTo>
                  <a:cubicBezTo>
                    <a:pt x="66" y="4"/>
                    <a:pt x="62" y="0"/>
                    <a:pt x="56" y="0"/>
                  </a:cubicBezTo>
                  <a:cubicBezTo>
                    <a:pt x="52" y="0"/>
                    <a:pt x="48" y="3"/>
                    <a:pt x="47" y="7"/>
                  </a:cubicBezTo>
                  <a:cubicBezTo>
                    <a:pt x="45" y="5"/>
                    <a:pt x="43" y="4"/>
                    <a:pt x="40" y="4"/>
                  </a:cubicBezTo>
                  <a:cubicBezTo>
                    <a:pt x="35" y="4"/>
                    <a:pt x="30" y="8"/>
                    <a:pt x="30" y="14"/>
                  </a:cubicBezTo>
                  <a:cubicBezTo>
                    <a:pt x="30" y="49"/>
                    <a:pt x="30" y="49"/>
                    <a:pt x="30" y="49"/>
                  </a:cubicBezTo>
                  <a:cubicBezTo>
                    <a:pt x="22" y="42"/>
                    <a:pt x="13"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0"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2"/>
                    <a:pt x="62" y="52"/>
                    <a:pt x="62" y="52"/>
                  </a:cubicBezTo>
                  <a:cubicBezTo>
                    <a:pt x="62" y="88"/>
                    <a:pt x="62" y="88"/>
                    <a:pt x="62" y="88"/>
                  </a:cubicBezTo>
                  <a:cubicBezTo>
                    <a:pt x="49" y="75"/>
                    <a:pt x="49" y="75"/>
                    <a:pt x="49" y="75"/>
                  </a:cubicBezTo>
                  <a:cubicBezTo>
                    <a:pt x="46" y="78"/>
                    <a:pt x="46" y="78"/>
                    <a:pt x="46" y="78"/>
                  </a:cubicBezTo>
                  <a:cubicBezTo>
                    <a:pt x="64" y="96"/>
                    <a:pt x="64" y="96"/>
                    <a:pt x="64" y="96"/>
                  </a:cubicBezTo>
                  <a:cubicBezTo>
                    <a:pt x="82" y="78"/>
                    <a:pt x="82" y="78"/>
                    <a:pt x="82" y="78"/>
                  </a:cubicBezTo>
                  <a:cubicBezTo>
                    <a:pt x="79" y="75"/>
                    <a:pt x="79" y="75"/>
                    <a:pt x="79" y="75"/>
                  </a:cubicBezTo>
                  <a:cubicBezTo>
                    <a:pt x="66" y="88"/>
                    <a:pt x="66" y="88"/>
                    <a:pt x="66" y="88"/>
                  </a:cubicBezTo>
                  <a:cubicBezTo>
                    <a:pt x="66" y="52"/>
                    <a:pt x="66" y="52"/>
                    <a:pt x="66" y="52"/>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4" name="Freeform 18"/>
            <p:cNvSpPr>
              <a:spLocks noEditPoints="1"/>
            </p:cNvSpPr>
            <p:nvPr/>
          </p:nvSpPr>
          <p:spPr bwMode="auto">
            <a:xfrm>
              <a:off x="10591801" y="3550345"/>
              <a:ext cx="255588"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6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4 w 98"/>
                <a:gd name="T39" fmla="*/ 108 h 112"/>
                <a:gd name="T40" fmla="*/ 33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4 h 112"/>
                <a:gd name="T64" fmla="*/ 66 w 98"/>
                <a:gd name="T65" fmla="*/ 54 h 112"/>
                <a:gd name="T66" fmla="*/ 66 w 98"/>
                <a:gd name="T67" fmla="*/ 46 h 112"/>
                <a:gd name="T68" fmla="*/ 72 w 98"/>
                <a:gd name="T69" fmla="*/ 40 h 112"/>
                <a:gd name="T70" fmla="*/ 78 w 98"/>
                <a:gd name="T71" fmla="*/ 46 h 112"/>
                <a:gd name="T72" fmla="*/ 78 w 98"/>
                <a:gd name="T73" fmla="*/ 58 h 112"/>
                <a:gd name="T74" fmla="*/ 82 w 98"/>
                <a:gd name="T75" fmla="*/ 58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0"/>
                    <a:pt x="78" y="36"/>
                    <a:pt x="72" y="36"/>
                  </a:cubicBezTo>
                  <a:cubicBezTo>
                    <a:pt x="70" y="36"/>
                    <a:pt x="70" y="37"/>
                    <a:pt x="66" y="38"/>
                  </a:cubicBezTo>
                  <a:cubicBezTo>
                    <a:pt x="66" y="10"/>
                    <a:pt x="66" y="10"/>
                    <a:pt x="66" y="10"/>
                  </a:cubicBezTo>
                  <a:cubicBezTo>
                    <a:pt x="66" y="4"/>
                    <a:pt x="62" y="0"/>
                    <a:pt x="56" y="0"/>
                  </a:cubicBezTo>
                  <a:cubicBezTo>
                    <a:pt x="52" y="0"/>
                    <a:pt x="49" y="3"/>
                    <a:pt x="47" y="7"/>
                  </a:cubicBezTo>
                  <a:cubicBezTo>
                    <a:pt x="45" y="5"/>
                    <a:pt x="43" y="4"/>
                    <a:pt x="40" y="4"/>
                  </a:cubicBezTo>
                  <a:cubicBezTo>
                    <a:pt x="35" y="4"/>
                    <a:pt x="30" y="8"/>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1"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65" name="Group 64"/>
            <p:cNvGrpSpPr/>
            <p:nvPr/>
          </p:nvGrpSpPr>
          <p:grpSpPr>
            <a:xfrm>
              <a:off x="11734802" y="4456235"/>
              <a:ext cx="254000" cy="333375"/>
              <a:chOff x="8229600" y="1885950"/>
              <a:chExt cx="254000" cy="333375"/>
            </a:xfrm>
            <a:grpFill/>
          </p:grpSpPr>
          <p:sp>
            <p:nvSpPr>
              <p:cNvPr id="229" name="Freeform 19"/>
              <p:cNvSpPr>
                <a:spLocks/>
              </p:cNvSpPr>
              <p:nvPr/>
            </p:nvSpPr>
            <p:spPr bwMode="auto">
              <a:xfrm>
                <a:off x="8286750" y="1906588"/>
                <a:ext cx="138113" cy="85725"/>
              </a:xfrm>
              <a:custGeom>
                <a:avLst/>
                <a:gdLst>
                  <a:gd name="T0" fmla="*/ 24 w 53"/>
                  <a:gd name="T1" fmla="*/ 9 h 33"/>
                  <a:gd name="T2" fmla="*/ 35 w 53"/>
                  <a:gd name="T3" fmla="*/ 5 h 33"/>
                  <a:gd name="T4" fmla="*/ 45 w 53"/>
                  <a:gd name="T5" fmla="*/ 10 h 33"/>
                  <a:gd name="T6" fmla="*/ 45 w 53"/>
                  <a:gd name="T7" fmla="*/ 10 h 33"/>
                  <a:gd name="T8" fmla="*/ 48 w 53"/>
                  <a:gd name="T9" fmla="*/ 18 h 33"/>
                  <a:gd name="T10" fmla="*/ 48 w 53"/>
                  <a:gd name="T11" fmla="*/ 29 h 33"/>
                  <a:gd name="T12" fmla="*/ 53 w 53"/>
                  <a:gd name="T13" fmla="*/ 18 h 33"/>
                  <a:gd name="T14" fmla="*/ 35 w 53"/>
                  <a:gd name="T15" fmla="*/ 0 h 33"/>
                  <a:gd name="T16" fmla="*/ 23 w 53"/>
                  <a:gd name="T17" fmla="*/ 4 h 33"/>
                  <a:gd name="T18" fmla="*/ 19 w 53"/>
                  <a:gd name="T19" fmla="*/ 4 h 33"/>
                  <a:gd name="T20" fmla="*/ 0 w 53"/>
                  <a:gd name="T21" fmla="*/ 22 h 33"/>
                  <a:gd name="T22" fmla="*/ 4 w 53"/>
                  <a:gd name="T23" fmla="*/ 33 h 33"/>
                  <a:gd name="T24" fmla="*/ 4 w 53"/>
                  <a:gd name="T25" fmla="*/ 22 h 33"/>
                  <a:gd name="T26" fmla="*/ 9 w 53"/>
                  <a:gd name="T27" fmla="*/ 14 h 33"/>
                  <a:gd name="T28" fmla="*/ 9 w 53"/>
                  <a:gd name="T29" fmla="*/ 14 h 33"/>
                  <a:gd name="T30" fmla="*/ 19 w 53"/>
                  <a:gd name="T31" fmla="*/ 9 h 33"/>
                  <a:gd name="T32" fmla="*/ 24 w 53"/>
                  <a:gd name="T33" fmla="*/ 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33">
                    <a:moveTo>
                      <a:pt x="24" y="9"/>
                    </a:moveTo>
                    <a:cubicBezTo>
                      <a:pt x="27" y="6"/>
                      <a:pt x="31" y="5"/>
                      <a:pt x="35" y="5"/>
                    </a:cubicBezTo>
                    <a:cubicBezTo>
                      <a:pt x="39" y="5"/>
                      <a:pt x="42" y="6"/>
                      <a:pt x="45" y="10"/>
                    </a:cubicBezTo>
                    <a:cubicBezTo>
                      <a:pt x="45" y="10"/>
                      <a:pt x="45" y="10"/>
                      <a:pt x="45" y="10"/>
                    </a:cubicBezTo>
                    <a:cubicBezTo>
                      <a:pt x="47" y="10"/>
                      <a:pt x="48" y="14"/>
                      <a:pt x="48" y="18"/>
                    </a:cubicBezTo>
                    <a:cubicBezTo>
                      <a:pt x="48" y="29"/>
                      <a:pt x="48" y="29"/>
                      <a:pt x="48" y="29"/>
                    </a:cubicBezTo>
                    <a:cubicBezTo>
                      <a:pt x="52" y="26"/>
                      <a:pt x="53" y="22"/>
                      <a:pt x="53" y="18"/>
                    </a:cubicBezTo>
                    <a:cubicBezTo>
                      <a:pt x="53" y="8"/>
                      <a:pt x="45" y="0"/>
                      <a:pt x="35" y="0"/>
                    </a:cubicBezTo>
                    <a:cubicBezTo>
                      <a:pt x="30" y="0"/>
                      <a:pt x="26" y="2"/>
                      <a:pt x="23" y="4"/>
                    </a:cubicBezTo>
                    <a:cubicBezTo>
                      <a:pt x="22" y="4"/>
                      <a:pt x="20" y="4"/>
                      <a:pt x="19" y="4"/>
                    </a:cubicBezTo>
                    <a:cubicBezTo>
                      <a:pt x="9" y="4"/>
                      <a:pt x="0" y="12"/>
                      <a:pt x="0" y="22"/>
                    </a:cubicBezTo>
                    <a:cubicBezTo>
                      <a:pt x="0" y="26"/>
                      <a:pt x="4" y="30"/>
                      <a:pt x="4" y="33"/>
                    </a:cubicBezTo>
                    <a:cubicBezTo>
                      <a:pt x="4" y="22"/>
                      <a:pt x="4" y="22"/>
                      <a:pt x="4" y="22"/>
                    </a:cubicBezTo>
                    <a:cubicBezTo>
                      <a:pt x="4" y="18"/>
                      <a:pt x="6" y="14"/>
                      <a:pt x="9" y="14"/>
                    </a:cubicBezTo>
                    <a:cubicBezTo>
                      <a:pt x="9" y="14"/>
                      <a:pt x="9" y="14"/>
                      <a:pt x="9" y="14"/>
                    </a:cubicBezTo>
                    <a:cubicBezTo>
                      <a:pt x="11" y="10"/>
                      <a:pt x="15" y="9"/>
                      <a:pt x="19" y="9"/>
                    </a:cubicBezTo>
                    <a:cubicBezTo>
                      <a:pt x="21" y="9"/>
                      <a:pt x="23" y="8"/>
                      <a:pt x="2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0" name="Freeform 20"/>
              <p:cNvSpPr>
                <a:spLocks/>
              </p:cNvSpPr>
              <p:nvPr/>
            </p:nvSpPr>
            <p:spPr bwMode="auto">
              <a:xfrm>
                <a:off x="8266113" y="1885950"/>
                <a:ext cx="179388" cy="134938"/>
              </a:xfrm>
              <a:custGeom>
                <a:avLst/>
                <a:gdLst>
                  <a:gd name="T0" fmla="*/ 12 w 69"/>
                  <a:gd name="T1" fmla="*/ 52 h 52"/>
                  <a:gd name="T2" fmla="*/ 12 w 69"/>
                  <a:gd name="T3" fmla="*/ 47 h 52"/>
                  <a:gd name="T4" fmla="*/ 5 w 69"/>
                  <a:gd name="T5" fmla="*/ 30 h 52"/>
                  <a:gd name="T6" fmla="*/ 27 w 69"/>
                  <a:gd name="T7" fmla="*/ 8 h 52"/>
                  <a:gd name="T8" fmla="*/ 30 w 69"/>
                  <a:gd name="T9" fmla="*/ 8 h 52"/>
                  <a:gd name="T10" fmla="*/ 43 w 69"/>
                  <a:gd name="T11" fmla="*/ 4 h 52"/>
                  <a:gd name="T12" fmla="*/ 64 w 69"/>
                  <a:gd name="T13" fmla="*/ 26 h 52"/>
                  <a:gd name="T14" fmla="*/ 56 w 69"/>
                  <a:gd name="T15" fmla="*/ 43 h 52"/>
                  <a:gd name="T16" fmla="*/ 56 w 69"/>
                  <a:gd name="T17" fmla="*/ 48 h 52"/>
                  <a:gd name="T18" fmla="*/ 69 w 69"/>
                  <a:gd name="T19" fmla="*/ 26 h 52"/>
                  <a:gd name="T20" fmla="*/ 43 w 69"/>
                  <a:gd name="T21" fmla="*/ 0 h 52"/>
                  <a:gd name="T22" fmla="*/ 29 w 69"/>
                  <a:gd name="T23" fmla="*/ 4 h 52"/>
                  <a:gd name="T24" fmla="*/ 27 w 69"/>
                  <a:gd name="T25" fmla="*/ 4 h 52"/>
                  <a:gd name="T26" fmla="*/ 0 w 69"/>
                  <a:gd name="T27" fmla="*/ 30 h 52"/>
                  <a:gd name="T28" fmla="*/ 12 w 69"/>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52">
                    <a:moveTo>
                      <a:pt x="12" y="52"/>
                    </a:moveTo>
                    <a:cubicBezTo>
                      <a:pt x="12" y="47"/>
                      <a:pt x="12" y="47"/>
                      <a:pt x="12" y="47"/>
                    </a:cubicBezTo>
                    <a:cubicBezTo>
                      <a:pt x="8" y="43"/>
                      <a:pt x="5" y="37"/>
                      <a:pt x="5" y="30"/>
                    </a:cubicBezTo>
                    <a:cubicBezTo>
                      <a:pt x="5" y="18"/>
                      <a:pt x="15" y="8"/>
                      <a:pt x="27" y="8"/>
                    </a:cubicBezTo>
                    <a:cubicBezTo>
                      <a:pt x="28" y="8"/>
                      <a:pt x="29" y="8"/>
                      <a:pt x="30" y="8"/>
                    </a:cubicBezTo>
                    <a:cubicBezTo>
                      <a:pt x="34" y="6"/>
                      <a:pt x="38" y="4"/>
                      <a:pt x="43" y="4"/>
                    </a:cubicBezTo>
                    <a:cubicBezTo>
                      <a:pt x="55" y="4"/>
                      <a:pt x="64" y="14"/>
                      <a:pt x="64" y="26"/>
                    </a:cubicBezTo>
                    <a:cubicBezTo>
                      <a:pt x="64" y="33"/>
                      <a:pt x="60" y="39"/>
                      <a:pt x="56" y="43"/>
                    </a:cubicBezTo>
                    <a:cubicBezTo>
                      <a:pt x="56" y="48"/>
                      <a:pt x="56" y="48"/>
                      <a:pt x="56" y="48"/>
                    </a:cubicBezTo>
                    <a:cubicBezTo>
                      <a:pt x="64" y="43"/>
                      <a:pt x="69" y="35"/>
                      <a:pt x="69" y="26"/>
                    </a:cubicBezTo>
                    <a:cubicBezTo>
                      <a:pt x="69" y="12"/>
                      <a:pt x="57" y="0"/>
                      <a:pt x="43" y="0"/>
                    </a:cubicBezTo>
                    <a:cubicBezTo>
                      <a:pt x="38" y="0"/>
                      <a:pt x="33" y="1"/>
                      <a:pt x="29" y="4"/>
                    </a:cubicBezTo>
                    <a:cubicBezTo>
                      <a:pt x="28" y="4"/>
                      <a:pt x="28" y="4"/>
                      <a:pt x="27" y="4"/>
                    </a:cubicBezTo>
                    <a:cubicBezTo>
                      <a:pt x="13" y="4"/>
                      <a:pt x="0" y="16"/>
                      <a:pt x="0" y="30"/>
                    </a:cubicBezTo>
                    <a:cubicBezTo>
                      <a:pt x="0" y="39"/>
                      <a:pt x="4" y="47"/>
                      <a:pt x="1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1" name="Freeform 21"/>
              <p:cNvSpPr>
                <a:spLocks noEditPoints="1"/>
              </p:cNvSpPr>
              <p:nvPr/>
            </p:nvSpPr>
            <p:spPr bwMode="auto">
              <a:xfrm>
                <a:off x="8229600" y="1927225"/>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7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5 w 98"/>
                  <a:gd name="T39" fmla="*/ 108 h 112"/>
                  <a:gd name="T40" fmla="*/ 34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4 h 112"/>
                  <a:gd name="T64" fmla="*/ 66 w 98"/>
                  <a:gd name="T65" fmla="*/ 54 h 112"/>
                  <a:gd name="T66" fmla="*/ 66 w 98"/>
                  <a:gd name="T67" fmla="*/ 46 h 112"/>
                  <a:gd name="T68" fmla="*/ 72 w 98"/>
                  <a:gd name="T69" fmla="*/ 40 h 112"/>
                  <a:gd name="T70" fmla="*/ 78 w 98"/>
                  <a:gd name="T71" fmla="*/ 46 h 112"/>
                  <a:gd name="T72" fmla="*/ 78 w 98"/>
                  <a:gd name="T73" fmla="*/ 58 h 112"/>
                  <a:gd name="T74" fmla="*/ 82 w 98"/>
                  <a:gd name="T75" fmla="*/ 58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0"/>
                      <a:pt x="78" y="36"/>
                      <a:pt x="72" y="36"/>
                    </a:cubicBezTo>
                    <a:cubicBezTo>
                      <a:pt x="70" y="36"/>
                      <a:pt x="70" y="37"/>
                      <a:pt x="66" y="38"/>
                    </a:cubicBezTo>
                    <a:cubicBezTo>
                      <a:pt x="66" y="10"/>
                      <a:pt x="66" y="10"/>
                      <a:pt x="66" y="10"/>
                    </a:cubicBezTo>
                    <a:cubicBezTo>
                      <a:pt x="66" y="4"/>
                      <a:pt x="62" y="0"/>
                      <a:pt x="57" y="0"/>
                    </a:cubicBezTo>
                    <a:cubicBezTo>
                      <a:pt x="52" y="0"/>
                      <a:pt x="49" y="3"/>
                      <a:pt x="47" y="7"/>
                    </a:cubicBezTo>
                    <a:cubicBezTo>
                      <a:pt x="46" y="5"/>
                      <a:pt x="43" y="4"/>
                      <a:pt x="40" y="4"/>
                    </a:cubicBezTo>
                    <a:cubicBezTo>
                      <a:pt x="35" y="4"/>
                      <a:pt x="30" y="8"/>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49" y="108"/>
                      <a:pt x="41" y="100"/>
                      <a:pt x="34" y="88"/>
                    </a:cubicBezTo>
                    <a:cubicBezTo>
                      <a:pt x="18" y="62"/>
                      <a:pt x="7"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6" name="Group 65"/>
            <p:cNvGrpSpPr/>
            <p:nvPr/>
          </p:nvGrpSpPr>
          <p:grpSpPr>
            <a:xfrm>
              <a:off x="2458028" y="1802029"/>
              <a:ext cx="254000" cy="312737"/>
              <a:chOff x="615950" y="2532063"/>
              <a:chExt cx="254000" cy="312737"/>
            </a:xfrm>
            <a:grpFill/>
          </p:grpSpPr>
          <p:sp>
            <p:nvSpPr>
              <p:cNvPr id="227" name="Freeform 22"/>
              <p:cNvSpPr>
                <a:spLocks/>
              </p:cNvSpPr>
              <p:nvPr/>
            </p:nvSpPr>
            <p:spPr bwMode="auto">
              <a:xfrm>
                <a:off x="673100" y="2532063"/>
                <a:ext cx="134938" cy="85725"/>
              </a:xfrm>
              <a:custGeom>
                <a:avLst/>
                <a:gdLst>
                  <a:gd name="T0" fmla="*/ 4 w 52"/>
                  <a:gd name="T1" fmla="*/ 22 h 33"/>
                  <a:gd name="T2" fmla="*/ 8 w 52"/>
                  <a:gd name="T3" fmla="*/ 14 h 33"/>
                  <a:gd name="T4" fmla="*/ 9 w 52"/>
                  <a:gd name="T5" fmla="*/ 14 h 33"/>
                  <a:gd name="T6" fmla="*/ 19 w 52"/>
                  <a:gd name="T7" fmla="*/ 9 h 33"/>
                  <a:gd name="T8" fmla="*/ 24 w 52"/>
                  <a:gd name="T9" fmla="*/ 9 h 33"/>
                  <a:gd name="T10" fmla="*/ 35 w 52"/>
                  <a:gd name="T11" fmla="*/ 4 h 33"/>
                  <a:gd name="T12" fmla="*/ 44 w 52"/>
                  <a:gd name="T13" fmla="*/ 8 h 33"/>
                  <a:gd name="T14" fmla="*/ 48 w 52"/>
                  <a:gd name="T15" fmla="*/ 18 h 33"/>
                  <a:gd name="T16" fmla="*/ 48 w 52"/>
                  <a:gd name="T17" fmla="*/ 29 h 33"/>
                  <a:gd name="T18" fmla="*/ 52 w 52"/>
                  <a:gd name="T19" fmla="*/ 18 h 33"/>
                  <a:gd name="T20" fmla="*/ 34 w 52"/>
                  <a:gd name="T21" fmla="*/ 0 h 33"/>
                  <a:gd name="T22" fmla="*/ 23 w 52"/>
                  <a:gd name="T23" fmla="*/ 4 h 33"/>
                  <a:gd name="T24" fmla="*/ 19 w 52"/>
                  <a:gd name="T25" fmla="*/ 4 h 33"/>
                  <a:gd name="T26" fmla="*/ 0 w 52"/>
                  <a:gd name="T27" fmla="*/ 22 h 33"/>
                  <a:gd name="T28" fmla="*/ 4 w 52"/>
                  <a:gd name="T29" fmla="*/ 33 h 33"/>
                  <a:gd name="T30" fmla="*/ 4 w 52"/>
                  <a:gd name="T3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2" h="33">
                    <a:moveTo>
                      <a:pt x="4" y="22"/>
                    </a:moveTo>
                    <a:cubicBezTo>
                      <a:pt x="4" y="18"/>
                      <a:pt x="6" y="14"/>
                      <a:pt x="8" y="14"/>
                    </a:cubicBezTo>
                    <a:cubicBezTo>
                      <a:pt x="9" y="14"/>
                      <a:pt x="9" y="14"/>
                      <a:pt x="9" y="14"/>
                    </a:cubicBezTo>
                    <a:cubicBezTo>
                      <a:pt x="11" y="10"/>
                      <a:pt x="15" y="9"/>
                      <a:pt x="19" y="9"/>
                    </a:cubicBezTo>
                    <a:cubicBezTo>
                      <a:pt x="20" y="9"/>
                      <a:pt x="22" y="9"/>
                      <a:pt x="24" y="9"/>
                    </a:cubicBezTo>
                    <a:cubicBezTo>
                      <a:pt x="26" y="6"/>
                      <a:pt x="30" y="4"/>
                      <a:pt x="35" y="4"/>
                    </a:cubicBezTo>
                    <a:cubicBezTo>
                      <a:pt x="38" y="4"/>
                      <a:pt x="42" y="6"/>
                      <a:pt x="44" y="8"/>
                    </a:cubicBezTo>
                    <a:cubicBezTo>
                      <a:pt x="47" y="11"/>
                      <a:pt x="48" y="14"/>
                      <a:pt x="48" y="18"/>
                    </a:cubicBezTo>
                    <a:cubicBezTo>
                      <a:pt x="48" y="29"/>
                      <a:pt x="48" y="29"/>
                      <a:pt x="48" y="29"/>
                    </a:cubicBezTo>
                    <a:cubicBezTo>
                      <a:pt x="52" y="26"/>
                      <a:pt x="52" y="22"/>
                      <a:pt x="52" y="18"/>
                    </a:cubicBezTo>
                    <a:cubicBezTo>
                      <a:pt x="52" y="8"/>
                      <a:pt x="44" y="0"/>
                      <a:pt x="34" y="0"/>
                    </a:cubicBezTo>
                    <a:cubicBezTo>
                      <a:pt x="30" y="0"/>
                      <a:pt x="26" y="2"/>
                      <a:pt x="23" y="4"/>
                    </a:cubicBezTo>
                    <a:cubicBezTo>
                      <a:pt x="21" y="4"/>
                      <a:pt x="20" y="4"/>
                      <a:pt x="19" y="4"/>
                    </a:cubicBezTo>
                    <a:cubicBezTo>
                      <a:pt x="9" y="4"/>
                      <a:pt x="0" y="12"/>
                      <a:pt x="0" y="22"/>
                    </a:cubicBezTo>
                    <a:cubicBezTo>
                      <a:pt x="0" y="26"/>
                      <a:pt x="4" y="30"/>
                      <a:pt x="4" y="33"/>
                    </a:cubicBez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8" name="Freeform 23"/>
              <p:cNvSpPr>
                <a:spLocks noEditPoints="1"/>
              </p:cNvSpPr>
              <p:nvPr/>
            </p:nvSpPr>
            <p:spPr bwMode="auto">
              <a:xfrm>
                <a:off x="615950" y="2552700"/>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6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4 w 98"/>
                  <a:gd name="T39" fmla="*/ 108 h 112"/>
                  <a:gd name="T40" fmla="*/ 33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4 h 112"/>
                  <a:gd name="T64" fmla="*/ 66 w 98"/>
                  <a:gd name="T65" fmla="*/ 54 h 112"/>
                  <a:gd name="T66" fmla="*/ 66 w 98"/>
                  <a:gd name="T67" fmla="*/ 46 h 112"/>
                  <a:gd name="T68" fmla="*/ 72 w 98"/>
                  <a:gd name="T69" fmla="*/ 40 h 112"/>
                  <a:gd name="T70" fmla="*/ 78 w 98"/>
                  <a:gd name="T71" fmla="*/ 46 h 112"/>
                  <a:gd name="T72" fmla="*/ 78 w 98"/>
                  <a:gd name="T73" fmla="*/ 58 h 112"/>
                  <a:gd name="T74" fmla="*/ 82 w 98"/>
                  <a:gd name="T75" fmla="*/ 58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0"/>
                      <a:pt x="78" y="36"/>
                      <a:pt x="72" y="36"/>
                    </a:cubicBezTo>
                    <a:cubicBezTo>
                      <a:pt x="70" y="36"/>
                      <a:pt x="70" y="37"/>
                      <a:pt x="66" y="38"/>
                    </a:cubicBezTo>
                    <a:cubicBezTo>
                      <a:pt x="66" y="10"/>
                      <a:pt x="66" y="10"/>
                      <a:pt x="66" y="10"/>
                    </a:cubicBezTo>
                    <a:cubicBezTo>
                      <a:pt x="66" y="4"/>
                      <a:pt x="62" y="0"/>
                      <a:pt x="56" y="0"/>
                    </a:cubicBezTo>
                    <a:cubicBezTo>
                      <a:pt x="52" y="0"/>
                      <a:pt x="49" y="3"/>
                      <a:pt x="47" y="7"/>
                    </a:cubicBezTo>
                    <a:cubicBezTo>
                      <a:pt x="45" y="5"/>
                      <a:pt x="43" y="4"/>
                      <a:pt x="40" y="4"/>
                    </a:cubicBezTo>
                    <a:cubicBezTo>
                      <a:pt x="35" y="4"/>
                      <a:pt x="30" y="8"/>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1"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7" name="Group 66"/>
            <p:cNvGrpSpPr/>
            <p:nvPr/>
          </p:nvGrpSpPr>
          <p:grpSpPr>
            <a:xfrm>
              <a:off x="4221164" y="4171057"/>
              <a:ext cx="312738" cy="322263"/>
              <a:chOff x="1223963" y="2527300"/>
              <a:chExt cx="312738" cy="322263"/>
            </a:xfrm>
            <a:grpFill/>
          </p:grpSpPr>
          <p:sp>
            <p:nvSpPr>
              <p:cNvPr id="224" name="Freeform 24"/>
              <p:cNvSpPr>
                <a:spLocks/>
              </p:cNvSpPr>
              <p:nvPr/>
            </p:nvSpPr>
            <p:spPr bwMode="auto">
              <a:xfrm>
                <a:off x="1223963" y="2592388"/>
                <a:ext cx="65088" cy="58738"/>
              </a:xfrm>
              <a:custGeom>
                <a:avLst/>
                <a:gdLst>
                  <a:gd name="T0" fmla="*/ 36 w 41"/>
                  <a:gd name="T1" fmla="*/ 0 h 37"/>
                  <a:gd name="T2" fmla="*/ 7 w 41"/>
                  <a:gd name="T3" fmla="*/ 26 h 37"/>
                  <a:gd name="T4" fmla="*/ 7 w 41"/>
                  <a:gd name="T5" fmla="*/ 5 h 37"/>
                  <a:gd name="T6" fmla="*/ 0 w 41"/>
                  <a:gd name="T7" fmla="*/ 5 h 37"/>
                  <a:gd name="T8" fmla="*/ 0 w 41"/>
                  <a:gd name="T9" fmla="*/ 37 h 37"/>
                  <a:gd name="T10" fmla="*/ 33 w 41"/>
                  <a:gd name="T11" fmla="*/ 37 h 37"/>
                  <a:gd name="T12" fmla="*/ 33 w 41"/>
                  <a:gd name="T13" fmla="*/ 31 h 37"/>
                  <a:gd name="T14" fmla="*/ 15 w 41"/>
                  <a:gd name="T15" fmla="*/ 31 h 37"/>
                  <a:gd name="T16" fmla="*/ 41 w 41"/>
                  <a:gd name="T17" fmla="*/ 5 h 37"/>
                  <a:gd name="T18" fmla="*/ 36 w 41"/>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7">
                    <a:moveTo>
                      <a:pt x="36" y="0"/>
                    </a:moveTo>
                    <a:lnTo>
                      <a:pt x="7" y="26"/>
                    </a:lnTo>
                    <a:lnTo>
                      <a:pt x="7" y="5"/>
                    </a:lnTo>
                    <a:lnTo>
                      <a:pt x="0" y="5"/>
                    </a:lnTo>
                    <a:lnTo>
                      <a:pt x="0" y="37"/>
                    </a:lnTo>
                    <a:lnTo>
                      <a:pt x="33" y="37"/>
                    </a:lnTo>
                    <a:lnTo>
                      <a:pt x="33" y="31"/>
                    </a:lnTo>
                    <a:lnTo>
                      <a:pt x="15" y="31"/>
                    </a:lnTo>
                    <a:lnTo>
                      <a:pt x="41" y="5"/>
                    </a:lnTo>
                    <a:lnTo>
                      <a:pt x="3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5" name="Freeform 25"/>
              <p:cNvSpPr>
                <a:spLocks/>
              </p:cNvSpPr>
              <p:nvPr/>
            </p:nvSpPr>
            <p:spPr bwMode="auto">
              <a:xfrm>
                <a:off x="1292225" y="2527300"/>
                <a:ext cx="57150" cy="58738"/>
              </a:xfrm>
              <a:custGeom>
                <a:avLst/>
                <a:gdLst>
                  <a:gd name="T0" fmla="*/ 29 w 36"/>
                  <a:gd name="T1" fmla="*/ 32 h 37"/>
                  <a:gd name="T2" fmla="*/ 36 w 36"/>
                  <a:gd name="T3" fmla="*/ 32 h 37"/>
                  <a:gd name="T4" fmla="*/ 36 w 36"/>
                  <a:gd name="T5" fmla="*/ 0 h 37"/>
                  <a:gd name="T6" fmla="*/ 3 w 36"/>
                  <a:gd name="T7" fmla="*/ 0 h 37"/>
                  <a:gd name="T8" fmla="*/ 3 w 36"/>
                  <a:gd name="T9" fmla="*/ 6 h 37"/>
                  <a:gd name="T10" fmla="*/ 28 w 36"/>
                  <a:gd name="T11" fmla="*/ 6 h 37"/>
                  <a:gd name="T12" fmla="*/ 0 w 36"/>
                  <a:gd name="T13" fmla="*/ 32 h 37"/>
                  <a:gd name="T14" fmla="*/ 3 w 36"/>
                  <a:gd name="T15" fmla="*/ 37 h 37"/>
                  <a:gd name="T16" fmla="*/ 29 w 36"/>
                  <a:gd name="T17" fmla="*/ 11 h 37"/>
                  <a:gd name="T18" fmla="*/ 29 w 36"/>
                  <a:gd name="T19" fmla="*/ 3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7">
                    <a:moveTo>
                      <a:pt x="29" y="32"/>
                    </a:moveTo>
                    <a:lnTo>
                      <a:pt x="36" y="32"/>
                    </a:lnTo>
                    <a:lnTo>
                      <a:pt x="36" y="0"/>
                    </a:lnTo>
                    <a:lnTo>
                      <a:pt x="3" y="0"/>
                    </a:lnTo>
                    <a:lnTo>
                      <a:pt x="3" y="6"/>
                    </a:lnTo>
                    <a:lnTo>
                      <a:pt x="28" y="6"/>
                    </a:lnTo>
                    <a:lnTo>
                      <a:pt x="0" y="32"/>
                    </a:lnTo>
                    <a:lnTo>
                      <a:pt x="3" y="37"/>
                    </a:lnTo>
                    <a:lnTo>
                      <a:pt x="29" y="11"/>
                    </a:lnTo>
                    <a:lnTo>
                      <a:pt x="29"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6" name="Freeform 26"/>
              <p:cNvSpPr>
                <a:spLocks noEditPoints="1"/>
              </p:cNvSpPr>
              <p:nvPr/>
            </p:nvSpPr>
            <p:spPr bwMode="auto">
              <a:xfrm>
                <a:off x="1284288" y="2557463"/>
                <a:ext cx="252413" cy="292100"/>
              </a:xfrm>
              <a:custGeom>
                <a:avLst/>
                <a:gdLst>
                  <a:gd name="T0" fmla="*/ 87 w 97"/>
                  <a:gd name="T1" fmla="*/ 44 h 112"/>
                  <a:gd name="T2" fmla="*/ 81 w 97"/>
                  <a:gd name="T3" fmla="*/ 46 h 112"/>
                  <a:gd name="T4" fmla="*/ 81 w 97"/>
                  <a:gd name="T5" fmla="*/ 46 h 112"/>
                  <a:gd name="T6" fmla="*/ 71 w 97"/>
                  <a:gd name="T7" fmla="*/ 36 h 112"/>
                  <a:gd name="T8" fmla="*/ 65 w 97"/>
                  <a:gd name="T9" fmla="*/ 38 h 112"/>
                  <a:gd name="T10" fmla="*/ 65 w 97"/>
                  <a:gd name="T11" fmla="*/ 10 h 112"/>
                  <a:gd name="T12" fmla="*/ 56 w 97"/>
                  <a:gd name="T13" fmla="*/ 0 h 112"/>
                  <a:gd name="T14" fmla="*/ 47 w 97"/>
                  <a:gd name="T15" fmla="*/ 7 h 112"/>
                  <a:gd name="T16" fmla="*/ 40 w 97"/>
                  <a:gd name="T17" fmla="*/ 4 h 112"/>
                  <a:gd name="T18" fmla="*/ 29 w 97"/>
                  <a:gd name="T19" fmla="*/ 14 h 112"/>
                  <a:gd name="T20" fmla="*/ 29 w 97"/>
                  <a:gd name="T21" fmla="*/ 49 h 112"/>
                  <a:gd name="T22" fmla="*/ 8 w 97"/>
                  <a:gd name="T23" fmla="*/ 42 h 112"/>
                  <a:gd name="T24" fmla="*/ 30 w 97"/>
                  <a:gd name="T25" fmla="*/ 90 h 112"/>
                  <a:gd name="T26" fmla="*/ 64 w 97"/>
                  <a:gd name="T27" fmla="*/ 112 h 112"/>
                  <a:gd name="T28" fmla="*/ 97 w 97"/>
                  <a:gd name="T29" fmla="*/ 78 h 112"/>
                  <a:gd name="T30" fmla="*/ 97 w 97"/>
                  <a:gd name="T31" fmla="*/ 54 h 112"/>
                  <a:gd name="T32" fmla="*/ 87 w 97"/>
                  <a:gd name="T33" fmla="*/ 44 h 112"/>
                  <a:gd name="T34" fmla="*/ 93 w 97"/>
                  <a:gd name="T35" fmla="*/ 63 h 112"/>
                  <a:gd name="T36" fmla="*/ 93 w 97"/>
                  <a:gd name="T37" fmla="*/ 78 h 112"/>
                  <a:gd name="T38" fmla="*/ 64 w 97"/>
                  <a:gd name="T39" fmla="*/ 108 h 112"/>
                  <a:gd name="T40" fmla="*/ 33 w 97"/>
                  <a:gd name="T41" fmla="*/ 88 h 112"/>
                  <a:gd name="T42" fmla="*/ 10 w 97"/>
                  <a:gd name="T43" fmla="*/ 45 h 112"/>
                  <a:gd name="T44" fmla="*/ 33 w 97"/>
                  <a:gd name="T45" fmla="*/ 59 h 112"/>
                  <a:gd name="T46" fmla="*/ 33 w 97"/>
                  <a:gd name="T47" fmla="*/ 14 h 112"/>
                  <a:gd name="T48" fmla="*/ 39 w 97"/>
                  <a:gd name="T49" fmla="*/ 8 h 112"/>
                  <a:gd name="T50" fmla="*/ 45 w 97"/>
                  <a:gd name="T51" fmla="*/ 14 h 112"/>
                  <a:gd name="T52" fmla="*/ 45 w 97"/>
                  <a:gd name="T53" fmla="*/ 56 h 112"/>
                  <a:gd name="T54" fmla="*/ 49 w 97"/>
                  <a:gd name="T55" fmla="*/ 56 h 112"/>
                  <a:gd name="T56" fmla="*/ 49 w 97"/>
                  <a:gd name="T57" fmla="*/ 10 h 112"/>
                  <a:gd name="T58" fmla="*/ 55 w 97"/>
                  <a:gd name="T59" fmla="*/ 4 h 112"/>
                  <a:gd name="T60" fmla="*/ 61 w 97"/>
                  <a:gd name="T61" fmla="*/ 10 h 112"/>
                  <a:gd name="T62" fmla="*/ 61 w 97"/>
                  <a:gd name="T63" fmla="*/ 52 h 112"/>
                  <a:gd name="T64" fmla="*/ 65 w 97"/>
                  <a:gd name="T65" fmla="*/ 52 h 112"/>
                  <a:gd name="T66" fmla="*/ 65 w 97"/>
                  <a:gd name="T67" fmla="*/ 46 h 112"/>
                  <a:gd name="T68" fmla="*/ 71 w 97"/>
                  <a:gd name="T69" fmla="*/ 40 h 112"/>
                  <a:gd name="T70" fmla="*/ 77 w 97"/>
                  <a:gd name="T71" fmla="*/ 46 h 112"/>
                  <a:gd name="T72" fmla="*/ 77 w 97"/>
                  <a:gd name="T73" fmla="*/ 56 h 112"/>
                  <a:gd name="T74" fmla="*/ 81 w 97"/>
                  <a:gd name="T75" fmla="*/ 56 h 112"/>
                  <a:gd name="T76" fmla="*/ 81 w 97"/>
                  <a:gd name="T77" fmla="*/ 54 h 112"/>
                  <a:gd name="T78" fmla="*/ 87 w 97"/>
                  <a:gd name="T79" fmla="*/ 48 h 112"/>
                  <a:gd name="T80" fmla="*/ 93 w 97"/>
                  <a:gd name="T81" fmla="*/ 54 h 112"/>
                  <a:gd name="T82" fmla="*/ 93 w 97"/>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7" h="112">
                    <a:moveTo>
                      <a:pt x="87" y="44"/>
                    </a:moveTo>
                    <a:cubicBezTo>
                      <a:pt x="85" y="44"/>
                      <a:pt x="85" y="45"/>
                      <a:pt x="81" y="46"/>
                    </a:cubicBezTo>
                    <a:cubicBezTo>
                      <a:pt x="81" y="46"/>
                      <a:pt x="81" y="46"/>
                      <a:pt x="81" y="46"/>
                    </a:cubicBezTo>
                    <a:cubicBezTo>
                      <a:pt x="81" y="40"/>
                      <a:pt x="77" y="36"/>
                      <a:pt x="71" y="36"/>
                    </a:cubicBezTo>
                    <a:cubicBezTo>
                      <a:pt x="69" y="36"/>
                      <a:pt x="69" y="37"/>
                      <a:pt x="65" y="38"/>
                    </a:cubicBezTo>
                    <a:cubicBezTo>
                      <a:pt x="65" y="10"/>
                      <a:pt x="65" y="10"/>
                      <a:pt x="65" y="10"/>
                    </a:cubicBezTo>
                    <a:cubicBezTo>
                      <a:pt x="65" y="4"/>
                      <a:pt x="62" y="0"/>
                      <a:pt x="56" y="0"/>
                    </a:cubicBezTo>
                    <a:cubicBezTo>
                      <a:pt x="52" y="0"/>
                      <a:pt x="49" y="3"/>
                      <a:pt x="47" y="7"/>
                    </a:cubicBezTo>
                    <a:cubicBezTo>
                      <a:pt x="45" y="5"/>
                      <a:pt x="42" y="4"/>
                      <a:pt x="40" y="4"/>
                    </a:cubicBezTo>
                    <a:cubicBezTo>
                      <a:pt x="34" y="4"/>
                      <a:pt x="29" y="8"/>
                      <a:pt x="29" y="14"/>
                    </a:cubicBezTo>
                    <a:cubicBezTo>
                      <a:pt x="29" y="49"/>
                      <a:pt x="29" y="49"/>
                      <a:pt x="29" y="49"/>
                    </a:cubicBezTo>
                    <a:cubicBezTo>
                      <a:pt x="25" y="42"/>
                      <a:pt x="13" y="37"/>
                      <a:pt x="8" y="42"/>
                    </a:cubicBezTo>
                    <a:cubicBezTo>
                      <a:pt x="0" y="50"/>
                      <a:pt x="17" y="66"/>
                      <a:pt x="30" y="90"/>
                    </a:cubicBezTo>
                    <a:cubicBezTo>
                      <a:pt x="39" y="106"/>
                      <a:pt x="51" y="112"/>
                      <a:pt x="64" y="112"/>
                    </a:cubicBezTo>
                    <a:cubicBezTo>
                      <a:pt x="83" y="112"/>
                      <a:pt x="97" y="97"/>
                      <a:pt x="97" y="78"/>
                    </a:cubicBezTo>
                    <a:cubicBezTo>
                      <a:pt x="97" y="54"/>
                      <a:pt x="97" y="54"/>
                      <a:pt x="97" y="54"/>
                    </a:cubicBezTo>
                    <a:cubicBezTo>
                      <a:pt x="97" y="49"/>
                      <a:pt x="93" y="44"/>
                      <a:pt x="87" y="44"/>
                    </a:cubicBezTo>
                    <a:close/>
                    <a:moveTo>
                      <a:pt x="93" y="63"/>
                    </a:moveTo>
                    <a:cubicBezTo>
                      <a:pt x="93" y="78"/>
                      <a:pt x="93" y="78"/>
                      <a:pt x="93" y="78"/>
                    </a:cubicBezTo>
                    <a:cubicBezTo>
                      <a:pt x="93" y="95"/>
                      <a:pt x="81" y="108"/>
                      <a:pt x="64" y="108"/>
                    </a:cubicBezTo>
                    <a:cubicBezTo>
                      <a:pt x="49" y="108"/>
                      <a:pt x="41" y="100"/>
                      <a:pt x="33" y="88"/>
                    </a:cubicBezTo>
                    <a:cubicBezTo>
                      <a:pt x="18" y="62"/>
                      <a:pt x="6" y="50"/>
                      <a:pt x="10" y="45"/>
                    </a:cubicBezTo>
                    <a:cubicBezTo>
                      <a:pt x="15" y="41"/>
                      <a:pt x="25" y="50"/>
                      <a:pt x="33" y="59"/>
                    </a:cubicBezTo>
                    <a:cubicBezTo>
                      <a:pt x="33" y="14"/>
                      <a:pt x="33" y="14"/>
                      <a:pt x="33" y="14"/>
                    </a:cubicBezTo>
                    <a:cubicBezTo>
                      <a:pt x="33" y="11"/>
                      <a:pt x="36" y="8"/>
                      <a:pt x="39" y="8"/>
                    </a:cubicBezTo>
                    <a:cubicBezTo>
                      <a:pt x="42" y="8"/>
                      <a:pt x="45" y="11"/>
                      <a:pt x="45" y="14"/>
                    </a:cubicBezTo>
                    <a:cubicBezTo>
                      <a:pt x="45" y="56"/>
                      <a:pt x="45" y="56"/>
                      <a:pt x="45" y="56"/>
                    </a:cubicBezTo>
                    <a:cubicBezTo>
                      <a:pt x="49" y="56"/>
                      <a:pt x="49" y="56"/>
                      <a:pt x="49" y="56"/>
                    </a:cubicBezTo>
                    <a:cubicBezTo>
                      <a:pt x="49" y="10"/>
                      <a:pt x="49" y="10"/>
                      <a:pt x="49" y="10"/>
                    </a:cubicBezTo>
                    <a:cubicBezTo>
                      <a:pt x="49" y="7"/>
                      <a:pt x="52" y="4"/>
                      <a:pt x="55" y="4"/>
                    </a:cubicBezTo>
                    <a:cubicBezTo>
                      <a:pt x="58" y="4"/>
                      <a:pt x="61" y="7"/>
                      <a:pt x="61" y="10"/>
                    </a:cubicBezTo>
                    <a:cubicBezTo>
                      <a:pt x="61" y="52"/>
                      <a:pt x="61" y="52"/>
                      <a:pt x="61" y="52"/>
                    </a:cubicBezTo>
                    <a:cubicBezTo>
                      <a:pt x="65" y="52"/>
                      <a:pt x="65" y="52"/>
                      <a:pt x="65" y="52"/>
                    </a:cubicBezTo>
                    <a:cubicBezTo>
                      <a:pt x="65" y="46"/>
                      <a:pt x="65" y="46"/>
                      <a:pt x="65" y="46"/>
                    </a:cubicBezTo>
                    <a:cubicBezTo>
                      <a:pt x="65" y="43"/>
                      <a:pt x="68" y="40"/>
                      <a:pt x="71" y="40"/>
                    </a:cubicBezTo>
                    <a:cubicBezTo>
                      <a:pt x="74" y="40"/>
                      <a:pt x="77" y="43"/>
                      <a:pt x="77" y="46"/>
                    </a:cubicBezTo>
                    <a:cubicBezTo>
                      <a:pt x="77" y="56"/>
                      <a:pt x="77" y="56"/>
                      <a:pt x="77" y="56"/>
                    </a:cubicBezTo>
                    <a:cubicBezTo>
                      <a:pt x="81" y="56"/>
                      <a:pt x="81" y="56"/>
                      <a:pt x="81" y="56"/>
                    </a:cubicBezTo>
                    <a:cubicBezTo>
                      <a:pt x="81" y="54"/>
                      <a:pt x="81" y="54"/>
                      <a:pt x="81" y="54"/>
                    </a:cubicBezTo>
                    <a:cubicBezTo>
                      <a:pt x="81" y="51"/>
                      <a:pt x="84" y="48"/>
                      <a:pt x="87" y="48"/>
                    </a:cubicBezTo>
                    <a:cubicBezTo>
                      <a:pt x="90" y="48"/>
                      <a:pt x="93" y="51"/>
                      <a:pt x="93" y="54"/>
                    </a:cubicBezTo>
                    <a:lnTo>
                      <a:pt x="93"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8" name="Group 67"/>
            <p:cNvGrpSpPr/>
            <p:nvPr/>
          </p:nvGrpSpPr>
          <p:grpSpPr>
            <a:xfrm>
              <a:off x="5562028" y="629976"/>
              <a:ext cx="317500" cy="322263"/>
              <a:chOff x="1863725" y="2527300"/>
              <a:chExt cx="317500" cy="322263"/>
            </a:xfrm>
            <a:grpFill/>
          </p:grpSpPr>
          <p:sp>
            <p:nvSpPr>
              <p:cNvPr id="221" name="Freeform 27"/>
              <p:cNvSpPr>
                <a:spLocks/>
              </p:cNvSpPr>
              <p:nvPr/>
            </p:nvSpPr>
            <p:spPr bwMode="auto">
              <a:xfrm>
                <a:off x="1941513" y="2527300"/>
                <a:ext cx="55563" cy="61913"/>
              </a:xfrm>
              <a:custGeom>
                <a:avLst/>
                <a:gdLst>
                  <a:gd name="T0" fmla="*/ 33 w 35"/>
                  <a:gd name="T1" fmla="*/ 32 h 39"/>
                  <a:gd name="T2" fmla="*/ 7 w 35"/>
                  <a:gd name="T3" fmla="*/ 32 h 39"/>
                  <a:gd name="T4" fmla="*/ 35 w 35"/>
                  <a:gd name="T5" fmla="*/ 5 h 39"/>
                  <a:gd name="T6" fmla="*/ 31 w 35"/>
                  <a:gd name="T7" fmla="*/ 0 h 39"/>
                  <a:gd name="T8" fmla="*/ 7 w 35"/>
                  <a:gd name="T9" fmla="*/ 28 h 39"/>
                  <a:gd name="T10" fmla="*/ 7 w 35"/>
                  <a:gd name="T11" fmla="*/ 6 h 39"/>
                  <a:gd name="T12" fmla="*/ 0 w 35"/>
                  <a:gd name="T13" fmla="*/ 6 h 39"/>
                  <a:gd name="T14" fmla="*/ 0 w 35"/>
                  <a:gd name="T15" fmla="*/ 39 h 39"/>
                  <a:gd name="T16" fmla="*/ 33 w 35"/>
                  <a:gd name="T17" fmla="*/ 39 h 39"/>
                  <a:gd name="T18" fmla="*/ 33 w 35"/>
                  <a:gd name="T19" fmla="*/ 3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39">
                    <a:moveTo>
                      <a:pt x="33" y="32"/>
                    </a:moveTo>
                    <a:lnTo>
                      <a:pt x="7" y="32"/>
                    </a:lnTo>
                    <a:lnTo>
                      <a:pt x="35" y="5"/>
                    </a:lnTo>
                    <a:lnTo>
                      <a:pt x="31" y="0"/>
                    </a:lnTo>
                    <a:lnTo>
                      <a:pt x="7" y="28"/>
                    </a:lnTo>
                    <a:lnTo>
                      <a:pt x="7" y="6"/>
                    </a:lnTo>
                    <a:lnTo>
                      <a:pt x="0" y="6"/>
                    </a:lnTo>
                    <a:lnTo>
                      <a:pt x="0" y="39"/>
                    </a:lnTo>
                    <a:lnTo>
                      <a:pt x="33" y="39"/>
                    </a:lnTo>
                    <a:lnTo>
                      <a:pt x="33"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2" name="Freeform 28"/>
              <p:cNvSpPr>
                <a:spLocks/>
              </p:cNvSpPr>
              <p:nvPr/>
            </p:nvSpPr>
            <p:spPr bwMode="auto">
              <a:xfrm>
                <a:off x="1863725" y="2600325"/>
                <a:ext cx="68263" cy="58738"/>
              </a:xfrm>
              <a:custGeom>
                <a:avLst/>
                <a:gdLst>
                  <a:gd name="T0" fmla="*/ 10 w 43"/>
                  <a:gd name="T1" fmla="*/ 6 h 37"/>
                  <a:gd name="T2" fmla="*/ 26 w 43"/>
                  <a:gd name="T3" fmla="*/ 6 h 37"/>
                  <a:gd name="T4" fmla="*/ 0 w 43"/>
                  <a:gd name="T5" fmla="*/ 32 h 37"/>
                  <a:gd name="T6" fmla="*/ 7 w 43"/>
                  <a:gd name="T7" fmla="*/ 37 h 37"/>
                  <a:gd name="T8" fmla="*/ 36 w 43"/>
                  <a:gd name="T9" fmla="*/ 9 h 37"/>
                  <a:gd name="T10" fmla="*/ 36 w 43"/>
                  <a:gd name="T11" fmla="*/ 32 h 37"/>
                  <a:gd name="T12" fmla="*/ 43 w 43"/>
                  <a:gd name="T13" fmla="*/ 32 h 37"/>
                  <a:gd name="T14" fmla="*/ 43 w 43"/>
                  <a:gd name="T15" fmla="*/ 0 h 37"/>
                  <a:gd name="T16" fmla="*/ 10 w 43"/>
                  <a:gd name="T17" fmla="*/ 0 h 37"/>
                  <a:gd name="T18" fmla="*/ 10 w 43"/>
                  <a:gd name="T19" fmla="*/ 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37">
                    <a:moveTo>
                      <a:pt x="10" y="6"/>
                    </a:moveTo>
                    <a:lnTo>
                      <a:pt x="26" y="6"/>
                    </a:lnTo>
                    <a:lnTo>
                      <a:pt x="0" y="32"/>
                    </a:lnTo>
                    <a:lnTo>
                      <a:pt x="7" y="37"/>
                    </a:lnTo>
                    <a:lnTo>
                      <a:pt x="36" y="9"/>
                    </a:lnTo>
                    <a:lnTo>
                      <a:pt x="36" y="32"/>
                    </a:lnTo>
                    <a:lnTo>
                      <a:pt x="43" y="32"/>
                    </a:lnTo>
                    <a:lnTo>
                      <a:pt x="43" y="0"/>
                    </a:lnTo>
                    <a:lnTo>
                      <a:pt x="10" y="0"/>
                    </a:lnTo>
                    <a:lnTo>
                      <a:pt x="1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3" name="Freeform 29"/>
              <p:cNvSpPr>
                <a:spLocks noEditPoints="1"/>
              </p:cNvSpPr>
              <p:nvPr/>
            </p:nvSpPr>
            <p:spPr bwMode="auto">
              <a:xfrm>
                <a:off x="1920875" y="2557463"/>
                <a:ext cx="260350" cy="292100"/>
              </a:xfrm>
              <a:custGeom>
                <a:avLst/>
                <a:gdLst>
                  <a:gd name="T0" fmla="*/ 90 w 100"/>
                  <a:gd name="T1" fmla="*/ 44 h 112"/>
                  <a:gd name="T2" fmla="*/ 84 w 100"/>
                  <a:gd name="T3" fmla="*/ 46 h 112"/>
                  <a:gd name="T4" fmla="*/ 84 w 100"/>
                  <a:gd name="T5" fmla="*/ 46 h 112"/>
                  <a:gd name="T6" fmla="*/ 74 w 100"/>
                  <a:gd name="T7" fmla="*/ 36 h 112"/>
                  <a:gd name="T8" fmla="*/ 68 w 100"/>
                  <a:gd name="T9" fmla="*/ 38 h 112"/>
                  <a:gd name="T10" fmla="*/ 68 w 100"/>
                  <a:gd name="T11" fmla="*/ 10 h 112"/>
                  <a:gd name="T12" fmla="*/ 57 w 100"/>
                  <a:gd name="T13" fmla="*/ 0 h 112"/>
                  <a:gd name="T14" fmla="*/ 47 w 100"/>
                  <a:gd name="T15" fmla="*/ 6 h 112"/>
                  <a:gd name="T16" fmla="*/ 41 w 100"/>
                  <a:gd name="T17" fmla="*/ 4 h 112"/>
                  <a:gd name="T18" fmla="*/ 32 w 100"/>
                  <a:gd name="T19" fmla="*/ 14 h 112"/>
                  <a:gd name="T20" fmla="*/ 32 w 100"/>
                  <a:gd name="T21" fmla="*/ 49 h 112"/>
                  <a:gd name="T22" fmla="*/ 8 w 100"/>
                  <a:gd name="T23" fmla="*/ 42 h 112"/>
                  <a:gd name="T24" fmla="*/ 29 w 100"/>
                  <a:gd name="T25" fmla="*/ 89 h 112"/>
                  <a:gd name="T26" fmla="*/ 65 w 100"/>
                  <a:gd name="T27" fmla="*/ 112 h 112"/>
                  <a:gd name="T28" fmla="*/ 100 w 100"/>
                  <a:gd name="T29" fmla="*/ 78 h 112"/>
                  <a:gd name="T30" fmla="*/ 100 w 100"/>
                  <a:gd name="T31" fmla="*/ 54 h 112"/>
                  <a:gd name="T32" fmla="*/ 90 w 100"/>
                  <a:gd name="T33" fmla="*/ 44 h 112"/>
                  <a:gd name="T34" fmla="*/ 96 w 100"/>
                  <a:gd name="T35" fmla="*/ 63 h 112"/>
                  <a:gd name="T36" fmla="*/ 96 w 100"/>
                  <a:gd name="T37" fmla="*/ 78 h 112"/>
                  <a:gd name="T38" fmla="*/ 65 w 100"/>
                  <a:gd name="T39" fmla="*/ 108 h 112"/>
                  <a:gd name="T40" fmla="*/ 33 w 100"/>
                  <a:gd name="T41" fmla="*/ 88 h 112"/>
                  <a:gd name="T42" fmla="*/ 11 w 100"/>
                  <a:gd name="T43" fmla="*/ 45 h 112"/>
                  <a:gd name="T44" fmla="*/ 36 w 100"/>
                  <a:gd name="T45" fmla="*/ 59 h 112"/>
                  <a:gd name="T46" fmla="*/ 36 w 100"/>
                  <a:gd name="T47" fmla="*/ 14 h 112"/>
                  <a:gd name="T48" fmla="*/ 42 w 100"/>
                  <a:gd name="T49" fmla="*/ 8 h 112"/>
                  <a:gd name="T50" fmla="*/ 48 w 100"/>
                  <a:gd name="T51" fmla="*/ 14 h 112"/>
                  <a:gd name="T52" fmla="*/ 48 w 100"/>
                  <a:gd name="T53" fmla="*/ 56 h 112"/>
                  <a:gd name="T54" fmla="*/ 52 w 100"/>
                  <a:gd name="T55" fmla="*/ 56 h 112"/>
                  <a:gd name="T56" fmla="*/ 52 w 100"/>
                  <a:gd name="T57" fmla="*/ 10 h 112"/>
                  <a:gd name="T58" fmla="*/ 58 w 100"/>
                  <a:gd name="T59" fmla="*/ 4 h 112"/>
                  <a:gd name="T60" fmla="*/ 64 w 100"/>
                  <a:gd name="T61" fmla="*/ 10 h 112"/>
                  <a:gd name="T62" fmla="*/ 64 w 100"/>
                  <a:gd name="T63" fmla="*/ 52 h 112"/>
                  <a:gd name="T64" fmla="*/ 68 w 100"/>
                  <a:gd name="T65" fmla="*/ 52 h 112"/>
                  <a:gd name="T66" fmla="*/ 68 w 100"/>
                  <a:gd name="T67" fmla="*/ 46 h 112"/>
                  <a:gd name="T68" fmla="*/ 74 w 100"/>
                  <a:gd name="T69" fmla="*/ 40 h 112"/>
                  <a:gd name="T70" fmla="*/ 80 w 100"/>
                  <a:gd name="T71" fmla="*/ 46 h 112"/>
                  <a:gd name="T72" fmla="*/ 80 w 100"/>
                  <a:gd name="T73" fmla="*/ 56 h 112"/>
                  <a:gd name="T74" fmla="*/ 84 w 100"/>
                  <a:gd name="T75" fmla="*/ 56 h 112"/>
                  <a:gd name="T76" fmla="*/ 84 w 100"/>
                  <a:gd name="T77" fmla="*/ 54 h 112"/>
                  <a:gd name="T78" fmla="*/ 90 w 100"/>
                  <a:gd name="T79" fmla="*/ 48 h 112"/>
                  <a:gd name="T80" fmla="*/ 96 w 100"/>
                  <a:gd name="T81" fmla="*/ 54 h 112"/>
                  <a:gd name="T82" fmla="*/ 96 w 100"/>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0" h="112">
                    <a:moveTo>
                      <a:pt x="90" y="44"/>
                    </a:moveTo>
                    <a:cubicBezTo>
                      <a:pt x="88" y="44"/>
                      <a:pt x="84" y="44"/>
                      <a:pt x="84" y="46"/>
                    </a:cubicBezTo>
                    <a:cubicBezTo>
                      <a:pt x="84" y="46"/>
                      <a:pt x="84" y="46"/>
                      <a:pt x="84" y="46"/>
                    </a:cubicBezTo>
                    <a:cubicBezTo>
                      <a:pt x="84" y="40"/>
                      <a:pt x="80" y="36"/>
                      <a:pt x="74" y="36"/>
                    </a:cubicBezTo>
                    <a:cubicBezTo>
                      <a:pt x="72" y="36"/>
                      <a:pt x="68" y="36"/>
                      <a:pt x="68" y="38"/>
                    </a:cubicBezTo>
                    <a:cubicBezTo>
                      <a:pt x="68" y="10"/>
                      <a:pt x="68" y="10"/>
                      <a:pt x="68" y="10"/>
                    </a:cubicBezTo>
                    <a:cubicBezTo>
                      <a:pt x="68" y="4"/>
                      <a:pt x="62" y="0"/>
                      <a:pt x="57" y="0"/>
                    </a:cubicBezTo>
                    <a:cubicBezTo>
                      <a:pt x="52" y="0"/>
                      <a:pt x="48" y="2"/>
                      <a:pt x="47" y="6"/>
                    </a:cubicBezTo>
                    <a:cubicBezTo>
                      <a:pt x="45" y="5"/>
                      <a:pt x="44" y="4"/>
                      <a:pt x="41" y="4"/>
                    </a:cubicBezTo>
                    <a:cubicBezTo>
                      <a:pt x="35" y="4"/>
                      <a:pt x="32" y="8"/>
                      <a:pt x="32" y="14"/>
                    </a:cubicBezTo>
                    <a:cubicBezTo>
                      <a:pt x="32" y="49"/>
                      <a:pt x="32" y="49"/>
                      <a:pt x="32" y="49"/>
                    </a:cubicBezTo>
                    <a:cubicBezTo>
                      <a:pt x="24" y="42"/>
                      <a:pt x="14" y="36"/>
                      <a:pt x="8" y="42"/>
                    </a:cubicBezTo>
                    <a:cubicBezTo>
                      <a:pt x="0" y="50"/>
                      <a:pt x="16" y="66"/>
                      <a:pt x="29" y="89"/>
                    </a:cubicBezTo>
                    <a:cubicBezTo>
                      <a:pt x="38" y="106"/>
                      <a:pt x="53" y="112"/>
                      <a:pt x="65" y="112"/>
                    </a:cubicBezTo>
                    <a:cubicBezTo>
                      <a:pt x="84" y="112"/>
                      <a:pt x="100" y="96"/>
                      <a:pt x="100" y="78"/>
                    </a:cubicBezTo>
                    <a:cubicBezTo>
                      <a:pt x="100" y="54"/>
                      <a:pt x="100" y="54"/>
                      <a:pt x="100" y="54"/>
                    </a:cubicBezTo>
                    <a:cubicBezTo>
                      <a:pt x="100" y="48"/>
                      <a:pt x="96" y="44"/>
                      <a:pt x="90" y="44"/>
                    </a:cubicBezTo>
                    <a:close/>
                    <a:moveTo>
                      <a:pt x="96" y="63"/>
                    </a:moveTo>
                    <a:cubicBezTo>
                      <a:pt x="96" y="78"/>
                      <a:pt x="96" y="78"/>
                      <a:pt x="96" y="78"/>
                    </a:cubicBezTo>
                    <a:cubicBezTo>
                      <a:pt x="96" y="94"/>
                      <a:pt x="81" y="108"/>
                      <a:pt x="65" y="108"/>
                    </a:cubicBezTo>
                    <a:cubicBezTo>
                      <a:pt x="50" y="108"/>
                      <a:pt x="40" y="100"/>
                      <a:pt x="33" y="88"/>
                    </a:cubicBezTo>
                    <a:cubicBezTo>
                      <a:pt x="17" y="61"/>
                      <a:pt x="7" y="49"/>
                      <a:pt x="11" y="45"/>
                    </a:cubicBezTo>
                    <a:cubicBezTo>
                      <a:pt x="16" y="40"/>
                      <a:pt x="28" y="50"/>
                      <a:pt x="36" y="59"/>
                    </a:cubicBezTo>
                    <a:cubicBezTo>
                      <a:pt x="36" y="14"/>
                      <a:pt x="36" y="14"/>
                      <a:pt x="36" y="14"/>
                    </a:cubicBezTo>
                    <a:cubicBezTo>
                      <a:pt x="36" y="10"/>
                      <a:pt x="39" y="8"/>
                      <a:pt x="42" y="8"/>
                    </a:cubicBezTo>
                    <a:cubicBezTo>
                      <a:pt x="45" y="8"/>
                      <a:pt x="48" y="10"/>
                      <a:pt x="48" y="14"/>
                    </a:cubicBezTo>
                    <a:cubicBezTo>
                      <a:pt x="48" y="56"/>
                      <a:pt x="48" y="56"/>
                      <a:pt x="48" y="56"/>
                    </a:cubicBezTo>
                    <a:cubicBezTo>
                      <a:pt x="52" y="56"/>
                      <a:pt x="52" y="56"/>
                      <a:pt x="52" y="56"/>
                    </a:cubicBezTo>
                    <a:cubicBezTo>
                      <a:pt x="52" y="10"/>
                      <a:pt x="52" y="10"/>
                      <a:pt x="52" y="10"/>
                    </a:cubicBezTo>
                    <a:cubicBezTo>
                      <a:pt x="52" y="6"/>
                      <a:pt x="55" y="4"/>
                      <a:pt x="58" y="4"/>
                    </a:cubicBezTo>
                    <a:cubicBezTo>
                      <a:pt x="61" y="4"/>
                      <a:pt x="64" y="6"/>
                      <a:pt x="64" y="10"/>
                    </a:cubicBezTo>
                    <a:cubicBezTo>
                      <a:pt x="64" y="52"/>
                      <a:pt x="64" y="52"/>
                      <a:pt x="64" y="52"/>
                    </a:cubicBezTo>
                    <a:cubicBezTo>
                      <a:pt x="68" y="52"/>
                      <a:pt x="68" y="52"/>
                      <a:pt x="68" y="52"/>
                    </a:cubicBezTo>
                    <a:cubicBezTo>
                      <a:pt x="68" y="46"/>
                      <a:pt x="68" y="46"/>
                      <a:pt x="68" y="46"/>
                    </a:cubicBezTo>
                    <a:cubicBezTo>
                      <a:pt x="68" y="42"/>
                      <a:pt x="71" y="40"/>
                      <a:pt x="74" y="40"/>
                    </a:cubicBezTo>
                    <a:cubicBezTo>
                      <a:pt x="77" y="40"/>
                      <a:pt x="80" y="42"/>
                      <a:pt x="80" y="46"/>
                    </a:cubicBezTo>
                    <a:cubicBezTo>
                      <a:pt x="80" y="56"/>
                      <a:pt x="80" y="56"/>
                      <a:pt x="80" y="56"/>
                    </a:cubicBezTo>
                    <a:cubicBezTo>
                      <a:pt x="84" y="56"/>
                      <a:pt x="84" y="56"/>
                      <a:pt x="84" y="56"/>
                    </a:cubicBezTo>
                    <a:cubicBezTo>
                      <a:pt x="84" y="54"/>
                      <a:pt x="84" y="54"/>
                      <a:pt x="84" y="54"/>
                    </a:cubicBezTo>
                    <a:cubicBezTo>
                      <a:pt x="84" y="50"/>
                      <a:pt x="87" y="48"/>
                      <a:pt x="90" y="48"/>
                    </a:cubicBezTo>
                    <a:cubicBezTo>
                      <a:pt x="93" y="48"/>
                      <a:pt x="96" y="50"/>
                      <a:pt x="96" y="54"/>
                    </a:cubicBezTo>
                    <a:lnTo>
                      <a:pt x="96"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9" name="Group 68"/>
            <p:cNvGrpSpPr/>
            <p:nvPr/>
          </p:nvGrpSpPr>
          <p:grpSpPr>
            <a:xfrm>
              <a:off x="1319274" y="6295418"/>
              <a:ext cx="309563" cy="322263"/>
              <a:chOff x="2495550" y="2527300"/>
              <a:chExt cx="309563" cy="322263"/>
            </a:xfrm>
            <a:grpFill/>
          </p:grpSpPr>
          <p:sp>
            <p:nvSpPr>
              <p:cNvPr id="219" name="Freeform 30"/>
              <p:cNvSpPr>
                <a:spLocks/>
              </p:cNvSpPr>
              <p:nvPr/>
            </p:nvSpPr>
            <p:spPr bwMode="auto">
              <a:xfrm>
                <a:off x="2495550" y="2527300"/>
                <a:ext cx="134938" cy="134938"/>
              </a:xfrm>
              <a:custGeom>
                <a:avLst/>
                <a:gdLst>
                  <a:gd name="T0" fmla="*/ 29 w 52"/>
                  <a:gd name="T1" fmla="*/ 38 h 52"/>
                  <a:gd name="T2" fmla="*/ 26 w 52"/>
                  <a:gd name="T3" fmla="*/ 35 h 52"/>
                  <a:gd name="T4" fmla="*/ 17 w 52"/>
                  <a:gd name="T5" fmla="*/ 44 h 52"/>
                  <a:gd name="T6" fmla="*/ 17 w 52"/>
                  <a:gd name="T7" fmla="*/ 38 h 52"/>
                  <a:gd name="T8" fmla="*/ 39 w 52"/>
                  <a:gd name="T9" fmla="*/ 16 h 52"/>
                  <a:gd name="T10" fmla="*/ 44 w 52"/>
                  <a:gd name="T11" fmla="*/ 17 h 52"/>
                  <a:gd name="T12" fmla="*/ 36 w 52"/>
                  <a:gd name="T13" fmla="*/ 25 h 52"/>
                  <a:gd name="T14" fmla="*/ 39 w 52"/>
                  <a:gd name="T15" fmla="*/ 28 h 52"/>
                  <a:gd name="T16" fmla="*/ 48 w 52"/>
                  <a:gd name="T17" fmla="*/ 18 h 52"/>
                  <a:gd name="T18" fmla="*/ 47 w 52"/>
                  <a:gd name="T19" fmla="*/ 18 h 52"/>
                  <a:gd name="T20" fmla="*/ 47 w 52"/>
                  <a:gd name="T21" fmla="*/ 18 h 52"/>
                  <a:gd name="T22" fmla="*/ 49 w 52"/>
                  <a:gd name="T23" fmla="*/ 17 h 52"/>
                  <a:gd name="T24" fmla="*/ 52 w 52"/>
                  <a:gd name="T25" fmla="*/ 14 h 52"/>
                  <a:gd name="T26" fmla="*/ 38 w 52"/>
                  <a:gd name="T27" fmla="*/ 0 h 52"/>
                  <a:gd name="T28" fmla="*/ 36 w 52"/>
                  <a:gd name="T29" fmla="*/ 3 h 52"/>
                  <a:gd name="T30" fmla="*/ 46 w 52"/>
                  <a:gd name="T31" fmla="*/ 13 h 52"/>
                  <a:gd name="T32" fmla="*/ 39 w 52"/>
                  <a:gd name="T33" fmla="*/ 12 h 52"/>
                  <a:gd name="T34" fmla="*/ 13 w 52"/>
                  <a:gd name="T35" fmla="*/ 38 h 52"/>
                  <a:gd name="T36" fmla="*/ 14 w 52"/>
                  <a:gd name="T37" fmla="*/ 46 h 52"/>
                  <a:gd name="T38" fmla="*/ 3 w 52"/>
                  <a:gd name="T39" fmla="*/ 35 h 52"/>
                  <a:gd name="T40" fmla="*/ 0 w 52"/>
                  <a:gd name="T41" fmla="*/ 38 h 52"/>
                  <a:gd name="T42" fmla="*/ 12 w 52"/>
                  <a:gd name="T43" fmla="*/ 49 h 52"/>
                  <a:gd name="T44" fmla="*/ 15 w 52"/>
                  <a:gd name="T45" fmla="*/ 52 h 52"/>
                  <a:gd name="T46" fmla="*/ 19 w 52"/>
                  <a:gd name="T47" fmla="*/ 48 h 52"/>
                  <a:gd name="T48" fmla="*/ 19 w 52"/>
                  <a:gd name="T49" fmla="*/ 48 h 52"/>
                  <a:gd name="T50" fmla="*/ 19 w 52"/>
                  <a:gd name="T51" fmla="*/ 48 h 52"/>
                  <a:gd name="T52" fmla="*/ 29 w 52"/>
                  <a:gd name="T53" fmla="*/ 3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 h="52">
                    <a:moveTo>
                      <a:pt x="29" y="38"/>
                    </a:moveTo>
                    <a:cubicBezTo>
                      <a:pt x="26" y="35"/>
                      <a:pt x="26" y="35"/>
                      <a:pt x="26" y="35"/>
                    </a:cubicBezTo>
                    <a:cubicBezTo>
                      <a:pt x="17" y="44"/>
                      <a:pt x="17" y="44"/>
                      <a:pt x="17" y="44"/>
                    </a:cubicBezTo>
                    <a:cubicBezTo>
                      <a:pt x="17" y="42"/>
                      <a:pt x="17" y="40"/>
                      <a:pt x="17" y="38"/>
                    </a:cubicBezTo>
                    <a:cubicBezTo>
                      <a:pt x="17" y="26"/>
                      <a:pt x="26" y="16"/>
                      <a:pt x="39" y="16"/>
                    </a:cubicBezTo>
                    <a:cubicBezTo>
                      <a:pt x="41" y="16"/>
                      <a:pt x="42" y="16"/>
                      <a:pt x="44" y="17"/>
                    </a:cubicBezTo>
                    <a:cubicBezTo>
                      <a:pt x="36" y="25"/>
                      <a:pt x="36" y="25"/>
                      <a:pt x="36" y="25"/>
                    </a:cubicBezTo>
                    <a:cubicBezTo>
                      <a:pt x="39" y="28"/>
                      <a:pt x="39" y="28"/>
                      <a:pt x="39" y="28"/>
                    </a:cubicBezTo>
                    <a:cubicBezTo>
                      <a:pt x="48" y="18"/>
                      <a:pt x="48" y="18"/>
                      <a:pt x="48" y="18"/>
                    </a:cubicBezTo>
                    <a:cubicBezTo>
                      <a:pt x="48" y="18"/>
                      <a:pt x="47" y="18"/>
                      <a:pt x="47" y="18"/>
                    </a:cubicBezTo>
                    <a:cubicBezTo>
                      <a:pt x="47" y="18"/>
                      <a:pt x="47" y="18"/>
                      <a:pt x="47" y="18"/>
                    </a:cubicBezTo>
                    <a:cubicBezTo>
                      <a:pt x="49" y="17"/>
                      <a:pt x="49" y="17"/>
                      <a:pt x="49" y="17"/>
                    </a:cubicBezTo>
                    <a:cubicBezTo>
                      <a:pt x="52" y="14"/>
                      <a:pt x="52" y="14"/>
                      <a:pt x="52" y="14"/>
                    </a:cubicBezTo>
                    <a:cubicBezTo>
                      <a:pt x="38" y="0"/>
                      <a:pt x="38" y="0"/>
                      <a:pt x="38" y="0"/>
                    </a:cubicBezTo>
                    <a:cubicBezTo>
                      <a:pt x="36" y="3"/>
                      <a:pt x="36" y="3"/>
                      <a:pt x="36" y="3"/>
                    </a:cubicBezTo>
                    <a:cubicBezTo>
                      <a:pt x="46" y="13"/>
                      <a:pt x="46" y="13"/>
                      <a:pt x="46" y="13"/>
                    </a:cubicBezTo>
                    <a:cubicBezTo>
                      <a:pt x="44" y="12"/>
                      <a:pt x="41" y="12"/>
                      <a:pt x="39" y="12"/>
                    </a:cubicBezTo>
                    <a:cubicBezTo>
                      <a:pt x="24" y="12"/>
                      <a:pt x="13" y="24"/>
                      <a:pt x="13" y="38"/>
                    </a:cubicBezTo>
                    <a:cubicBezTo>
                      <a:pt x="13" y="41"/>
                      <a:pt x="13" y="43"/>
                      <a:pt x="14" y="46"/>
                    </a:cubicBezTo>
                    <a:cubicBezTo>
                      <a:pt x="3" y="35"/>
                      <a:pt x="3" y="35"/>
                      <a:pt x="3" y="35"/>
                    </a:cubicBezTo>
                    <a:cubicBezTo>
                      <a:pt x="0" y="38"/>
                      <a:pt x="0" y="38"/>
                      <a:pt x="0" y="38"/>
                    </a:cubicBezTo>
                    <a:cubicBezTo>
                      <a:pt x="12" y="49"/>
                      <a:pt x="12" y="49"/>
                      <a:pt x="12" y="49"/>
                    </a:cubicBezTo>
                    <a:cubicBezTo>
                      <a:pt x="15" y="52"/>
                      <a:pt x="15" y="52"/>
                      <a:pt x="15" y="52"/>
                    </a:cubicBezTo>
                    <a:cubicBezTo>
                      <a:pt x="19" y="48"/>
                      <a:pt x="19" y="48"/>
                      <a:pt x="19" y="48"/>
                    </a:cubicBezTo>
                    <a:cubicBezTo>
                      <a:pt x="19" y="48"/>
                      <a:pt x="19" y="48"/>
                      <a:pt x="19" y="48"/>
                    </a:cubicBezTo>
                    <a:cubicBezTo>
                      <a:pt x="19" y="48"/>
                      <a:pt x="19" y="48"/>
                      <a:pt x="19" y="48"/>
                    </a:cubicBezTo>
                    <a:lnTo>
                      <a:pt x="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0" name="Freeform 31"/>
              <p:cNvSpPr>
                <a:spLocks noEditPoints="1"/>
              </p:cNvSpPr>
              <p:nvPr/>
            </p:nvSpPr>
            <p:spPr bwMode="auto">
              <a:xfrm>
                <a:off x="2551113" y="2557463"/>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7 w 98"/>
                  <a:gd name="T13" fmla="*/ 0 h 112"/>
                  <a:gd name="T14" fmla="*/ 48 w 98"/>
                  <a:gd name="T15" fmla="*/ 7 h 112"/>
                  <a:gd name="T16" fmla="*/ 41 w 98"/>
                  <a:gd name="T17" fmla="*/ 4 h 112"/>
                  <a:gd name="T18" fmla="*/ 30 w 98"/>
                  <a:gd name="T19" fmla="*/ 14 h 112"/>
                  <a:gd name="T20" fmla="*/ 30 w 98"/>
                  <a:gd name="T21" fmla="*/ 50 h 112"/>
                  <a:gd name="T22" fmla="*/ 8 w 98"/>
                  <a:gd name="T23" fmla="*/ 42 h 112"/>
                  <a:gd name="T24" fmla="*/ 31 w 98"/>
                  <a:gd name="T25" fmla="*/ 90 h 112"/>
                  <a:gd name="T26" fmla="*/ 65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5 w 98"/>
                  <a:gd name="T39" fmla="*/ 108 h 112"/>
                  <a:gd name="T40" fmla="*/ 34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6 h 112"/>
                  <a:gd name="T54" fmla="*/ 50 w 98"/>
                  <a:gd name="T55" fmla="*/ 56 h 112"/>
                  <a:gd name="T56" fmla="*/ 50 w 98"/>
                  <a:gd name="T57" fmla="*/ 10 h 112"/>
                  <a:gd name="T58" fmla="*/ 56 w 98"/>
                  <a:gd name="T59" fmla="*/ 4 h 112"/>
                  <a:gd name="T60" fmla="*/ 62 w 98"/>
                  <a:gd name="T61" fmla="*/ 10 h 112"/>
                  <a:gd name="T62" fmla="*/ 62 w 98"/>
                  <a:gd name="T63" fmla="*/ 52 h 112"/>
                  <a:gd name="T64" fmla="*/ 66 w 98"/>
                  <a:gd name="T65" fmla="*/ 52 h 112"/>
                  <a:gd name="T66" fmla="*/ 66 w 98"/>
                  <a:gd name="T67" fmla="*/ 46 h 112"/>
                  <a:gd name="T68" fmla="*/ 72 w 98"/>
                  <a:gd name="T69" fmla="*/ 40 h 112"/>
                  <a:gd name="T70" fmla="*/ 78 w 98"/>
                  <a:gd name="T71" fmla="*/ 46 h 112"/>
                  <a:gd name="T72" fmla="*/ 78 w 98"/>
                  <a:gd name="T73" fmla="*/ 56 h 112"/>
                  <a:gd name="T74" fmla="*/ 82 w 98"/>
                  <a:gd name="T75" fmla="*/ 56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1"/>
                      <a:pt x="78" y="36"/>
                      <a:pt x="72" y="36"/>
                    </a:cubicBezTo>
                    <a:cubicBezTo>
                      <a:pt x="70" y="36"/>
                      <a:pt x="70" y="37"/>
                      <a:pt x="66" y="38"/>
                    </a:cubicBezTo>
                    <a:cubicBezTo>
                      <a:pt x="66" y="10"/>
                      <a:pt x="66" y="10"/>
                      <a:pt x="66" y="10"/>
                    </a:cubicBezTo>
                    <a:cubicBezTo>
                      <a:pt x="66" y="5"/>
                      <a:pt x="62" y="0"/>
                      <a:pt x="57" y="0"/>
                    </a:cubicBezTo>
                    <a:cubicBezTo>
                      <a:pt x="53" y="0"/>
                      <a:pt x="49" y="3"/>
                      <a:pt x="48" y="7"/>
                    </a:cubicBezTo>
                    <a:cubicBezTo>
                      <a:pt x="46" y="5"/>
                      <a:pt x="43" y="4"/>
                      <a:pt x="41" y="4"/>
                    </a:cubicBezTo>
                    <a:cubicBezTo>
                      <a:pt x="35" y="4"/>
                      <a:pt x="30" y="9"/>
                      <a:pt x="30" y="14"/>
                    </a:cubicBezTo>
                    <a:cubicBezTo>
                      <a:pt x="30" y="50"/>
                      <a:pt x="30" y="50"/>
                      <a:pt x="30" y="50"/>
                    </a:cubicBezTo>
                    <a:cubicBezTo>
                      <a:pt x="22" y="42"/>
                      <a:pt x="14" y="37"/>
                      <a:pt x="8" y="42"/>
                    </a:cubicBezTo>
                    <a:cubicBezTo>
                      <a:pt x="0" y="50"/>
                      <a:pt x="18" y="66"/>
                      <a:pt x="31" y="90"/>
                    </a:cubicBezTo>
                    <a:cubicBezTo>
                      <a:pt x="40" y="106"/>
                      <a:pt x="52" y="112"/>
                      <a:pt x="65"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50" y="108"/>
                      <a:pt x="41" y="100"/>
                      <a:pt x="34" y="88"/>
                    </a:cubicBezTo>
                    <a:cubicBezTo>
                      <a:pt x="19" y="62"/>
                      <a:pt x="7" y="50"/>
                      <a:pt x="11" y="45"/>
                    </a:cubicBezTo>
                    <a:cubicBezTo>
                      <a:pt x="16" y="41"/>
                      <a:pt x="26" y="50"/>
                      <a:pt x="34" y="59"/>
                    </a:cubicBezTo>
                    <a:cubicBezTo>
                      <a:pt x="34" y="14"/>
                      <a:pt x="34" y="14"/>
                      <a:pt x="34" y="14"/>
                    </a:cubicBezTo>
                    <a:cubicBezTo>
                      <a:pt x="34" y="11"/>
                      <a:pt x="37" y="8"/>
                      <a:pt x="40" y="8"/>
                    </a:cubicBezTo>
                    <a:cubicBezTo>
                      <a:pt x="43" y="8"/>
                      <a:pt x="46" y="11"/>
                      <a:pt x="46" y="14"/>
                    </a:cubicBezTo>
                    <a:cubicBezTo>
                      <a:pt x="46" y="56"/>
                      <a:pt x="46" y="56"/>
                      <a:pt x="46" y="56"/>
                    </a:cubicBezTo>
                    <a:cubicBezTo>
                      <a:pt x="50" y="56"/>
                      <a:pt x="50" y="56"/>
                      <a:pt x="50" y="56"/>
                    </a:cubicBezTo>
                    <a:cubicBezTo>
                      <a:pt x="50" y="10"/>
                      <a:pt x="50" y="10"/>
                      <a:pt x="50" y="10"/>
                    </a:cubicBezTo>
                    <a:cubicBezTo>
                      <a:pt x="50" y="7"/>
                      <a:pt x="53" y="4"/>
                      <a:pt x="56" y="4"/>
                    </a:cubicBezTo>
                    <a:cubicBezTo>
                      <a:pt x="59" y="4"/>
                      <a:pt x="62" y="7"/>
                      <a:pt x="62" y="10"/>
                    </a:cubicBezTo>
                    <a:cubicBezTo>
                      <a:pt x="62" y="52"/>
                      <a:pt x="62" y="52"/>
                      <a:pt x="62" y="52"/>
                    </a:cubicBezTo>
                    <a:cubicBezTo>
                      <a:pt x="66" y="52"/>
                      <a:pt x="66" y="52"/>
                      <a:pt x="66" y="52"/>
                    </a:cubicBezTo>
                    <a:cubicBezTo>
                      <a:pt x="66" y="46"/>
                      <a:pt x="66" y="46"/>
                      <a:pt x="66" y="46"/>
                    </a:cubicBezTo>
                    <a:cubicBezTo>
                      <a:pt x="66" y="43"/>
                      <a:pt x="69" y="40"/>
                      <a:pt x="72" y="40"/>
                    </a:cubicBezTo>
                    <a:cubicBezTo>
                      <a:pt x="75" y="40"/>
                      <a:pt x="78" y="43"/>
                      <a:pt x="78" y="46"/>
                    </a:cubicBezTo>
                    <a:cubicBezTo>
                      <a:pt x="78" y="56"/>
                      <a:pt x="78" y="56"/>
                      <a:pt x="78" y="56"/>
                    </a:cubicBezTo>
                    <a:cubicBezTo>
                      <a:pt x="82" y="56"/>
                      <a:pt x="82" y="56"/>
                      <a:pt x="82" y="56"/>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70" name="Freeform 32"/>
            <p:cNvSpPr>
              <a:spLocks noEditPoints="1"/>
            </p:cNvSpPr>
            <p:nvPr/>
          </p:nvSpPr>
          <p:spPr bwMode="auto">
            <a:xfrm>
              <a:off x="1649861" y="3039669"/>
              <a:ext cx="269875" cy="303213"/>
            </a:xfrm>
            <a:custGeom>
              <a:avLst/>
              <a:gdLst>
                <a:gd name="T0" fmla="*/ 36 w 104"/>
                <a:gd name="T1" fmla="*/ 20 h 116"/>
                <a:gd name="T2" fmla="*/ 8 w 104"/>
                <a:gd name="T3" fmla="*/ 20 h 116"/>
                <a:gd name="T4" fmla="*/ 21 w 104"/>
                <a:gd name="T5" fmla="*/ 33 h 116"/>
                <a:gd name="T6" fmla="*/ 18 w 104"/>
                <a:gd name="T7" fmla="*/ 36 h 116"/>
                <a:gd name="T8" fmla="*/ 0 w 104"/>
                <a:gd name="T9" fmla="*/ 18 h 116"/>
                <a:gd name="T10" fmla="*/ 18 w 104"/>
                <a:gd name="T11" fmla="*/ 0 h 116"/>
                <a:gd name="T12" fmla="*/ 21 w 104"/>
                <a:gd name="T13" fmla="*/ 3 h 116"/>
                <a:gd name="T14" fmla="*/ 8 w 104"/>
                <a:gd name="T15" fmla="*/ 16 h 116"/>
                <a:gd name="T16" fmla="*/ 36 w 104"/>
                <a:gd name="T17" fmla="*/ 16 h 116"/>
                <a:gd name="T18" fmla="*/ 46 w 104"/>
                <a:gd name="T19" fmla="*/ 8 h 116"/>
                <a:gd name="T20" fmla="*/ 56 w 104"/>
                <a:gd name="T21" fmla="*/ 18 h 116"/>
                <a:gd name="T22" fmla="*/ 56 w 104"/>
                <a:gd name="T23" fmla="*/ 38 h 116"/>
                <a:gd name="T24" fmla="*/ 62 w 104"/>
                <a:gd name="T25" fmla="*/ 36 h 116"/>
                <a:gd name="T26" fmla="*/ 71 w 104"/>
                <a:gd name="T27" fmla="*/ 43 h 116"/>
                <a:gd name="T28" fmla="*/ 78 w 104"/>
                <a:gd name="T29" fmla="*/ 40 h 116"/>
                <a:gd name="T30" fmla="*/ 88 w 104"/>
                <a:gd name="T31" fmla="*/ 50 h 116"/>
                <a:gd name="T32" fmla="*/ 88 w 104"/>
                <a:gd name="T33" fmla="*/ 50 h 116"/>
                <a:gd name="T34" fmla="*/ 94 w 104"/>
                <a:gd name="T35" fmla="*/ 48 h 116"/>
                <a:gd name="T36" fmla="*/ 104 w 104"/>
                <a:gd name="T37" fmla="*/ 58 h 116"/>
                <a:gd name="T38" fmla="*/ 104 w 104"/>
                <a:gd name="T39" fmla="*/ 82 h 116"/>
                <a:gd name="T40" fmla="*/ 70 w 104"/>
                <a:gd name="T41" fmla="*/ 116 h 116"/>
                <a:gd name="T42" fmla="*/ 35 w 104"/>
                <a:gd name="T43" fmla="*/ 94 h 116"/>
                <a:gd name="T44" fmla="*/ 14 w 104"/>
                <a:gd name="T45" fmla="*/ 46 h 116"/>
                <a:gd name="T46" fmla="*/ 36 w 104"/>
                <a:gd name="T47" fmla="*/ 53 h 116"/>
                <a:gd name="T48" fmla="*/ 36 w 104"/>
                <a:gd name="T49" fmla="*/ 53 h 116"/>
                <a:gd name="T50" fmla="*/ 36 w 104"/>
                <a:gd name="T51" fmla="*/ 20 h 116"/>
                <a:gd name="T52" fmla="*/ 70 w 104"/>
                <a:gd name="T53" fmla="*/ 112 h 116"/>
                <a:gd name="T54" fmla="*/ 100 w 104"/>
                <a:gd name="T55" fmla="*/ 82 h 116"/>
                <a:gd name="T56" fmla="*/ 100 w 104"/>
                <a:gd name="T57" fmla="*/ 82 h 116"/>
                <a:gd name="T58" fmla="*/ 100 w 104"/>
                <a:gd name="T59" fmla="*/ 67 h 116"/>
                <a:gd name="T60" fmla="*/ 100 w 104"/>
                <a:gd name="T61" fmla="*/ 58 h 116"/>
                <a:gd name="T62" fmla="*/ 94 w 104"/>
                <a:gd name="T63" fmla="*/ 52 h 116"/>
                <a:gd name="T64" fmla="*/ 88 w 104"/>
                <a:gd name="T65" fmla="*/ 58 h 116"/>
                <a:gd name="T66" fmla="*/ 88 w 104"/>
                <a:gd name="T67" fmla="*/ 60 h 116"/>
                <a:gd name="T68" fmla="*/ 84 w 104"/>
                <a:gd name="T69" fmla="*/ 60 h 116"/>
                <a:gd name="T70" fmla="*/ 84 w 104"/>
                <a:gd name="T71" fmla="*/ 50 h 116"/>
                <a:gd name="T72" fmla="*/ 78 w 104"/>
                <a:gd name="T73" fmla="*/ 44 h 116"/>
                <a:gd name="T74" fmla="*/ 72 w 104"/>
                <a:gd name="T75" fmla="*/ 50 h 116"/>
                <a:gd name="T76" fmla="*/ 72 w 104"/>
                <a:gd name="T77" fmla="*/ 56 h 116"/>
                <a:gd name="T78" fmla="*/ 68 w 104"/>
                <a:gd name="T79" fmla="*/ 56 h 116"/>
                <a:gd name="T80" fmla="*/ 68 w 104"/>
                <a:gd name="T81" fmla="*/ 46 h 116"/>
                <a:gd name="T82" fmla="*/ 62 w 104"/>
                <a:gd name="T83" fmla="*/ 40 h 116"/>
                <a:gd name="T84" fmla="*/ 56 w 104"/>
                <a:gd name="T85" fmla="*/ 46 h 116"/>
                <a:gd name="T86" fmla="*/ 56 w 104"/>
                <a:gd name="T87" fmla="*/ 60 h 116"/>
                <a:gd name="T88" fmla="*/ 52 w 104"/>
                <a:gd name="T89" fmla="*/ 60 h 116"/>
                <a:gd name="T90" fmla="*/ 52 w 104"/>
                <a:gd name="T91" fmla="*/ 18 h 116"/>
                <a:gd name="T92" fmla="*/ 46 w 104"/>
                <a:gd name="T93" fmla="*/ 12 h 116"/>
                <a:gd name="T94" fmla="*/ 40 w 104"/>
                <a:gd name="T95" fmla="*/ 18 h 116"/>
                <a:gd name="T96" fmla="*/ 40 w 104"/>
                <a:gd name="T97" fmla="*/ 63 h 116"/>
                <a:gd name="T98" fmla="*/ 17 w 104"/>
                <a:gd name="T99" fmla="*/ 49 h 116"/>
                <a:gd name="T100" fmla="*/ 39 w 104"/>
                <a:gd name="T101" fmla="*/ 92 h 116"/>
                <a:gd name="T102" fmla="*/ 70 w 104"/>
                <a:gd name="T10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4" h="116">
                  <a:moveTo>
                    <a:pt x="36" y="20"/>
                  </a:moveTo>
                  <a:cubicBezTo>
                    <a:pt x="8" y="20"/>
                    <a:pt x="8" y="20"/>
                    <a:pt x="8" y="20"/>
                  </a:cubicBezTo>
                  <a:cubicBezTo>
                    <a:pt x="21" y="33"/>
                    <a:pt x="21" y="33"/>
                    <a:pt x="21" y="33"/>
                  </a:cubicBezTo>
                  <a:cubicBezTo>
                    <a:pt x="18" y="36"/>
                    <a:pt x="18" y="36"/>
                    <a:pt x="18" y="36"/>
                  </a:cubicBezTo>
                  <a:cubicBezTo>
                    <a:pt x="0" y="18"/>
                    <a:pt x="0" y="18"/>
                    <a:pt x="0" y="18"/>
                  </a:cubicBezTo>
                  <a:cubicBezTo>
                    <a:pt x="18" y="0"/>
                    <a:pt x="18" y="0"/>
                    <a:pt x="18" y="0"/>
                  </a:cubicBezTo>
                  <a:cubicBezTo>
                    <a:pt x="21" y="3"/>
                    <a:pt x="21" y="3"/>
                    <a:pt x="21" y="3"/>
                  </a:cubicBezTo>
                  <a:cubicBezTo>
                    <a:pt x="8" y="16"/>
                    <a:pt x="8" y="16"/>
                    <a:pt x="8" y="16"/>
                  </a:cubicBezTo>
                  <a:cubicBezTo>
                    <a:pt x="36" y="16"/>
                    <a:pt x="36" y="16"/>
                    <a:pt x="36" y="16"/>
                  </a:cubicBezTo>
                  <a:cubicBezTo>
                    <a:pt x="37" y="11"/>
                    <a:pt x="41" y="8"/>
                    <a:pt x="46" y="8"/>
                  </a:cubicBezTo>
                  <a:cubicBezTo>
                    <a:pt x="52" y="8"/>
                    <a:pt x="56" y="12"/>
                    <a:pt x="56" y="18"/>
                  </a:cubicBezTo>
                  <a:cubicBezTo>
                    <a:pt x="56" y="38"/>
                    <a:pt x="56" y="38"/>
                    <a:pt x="56" y="38"/>
                  </a:cubicBezTo>
                  <a:cubicBezTo>
                    <a:pt x="58" y="37"/>
                    <a:pt x="60" y="36"/>
                    <a:pt x="62" y="36"/>
                  </a:cubicBezTo>
                  <a:cubicBezTo>
                    <a:pt x="66" y="36"/>
                    <a:pt x="70" y="39"/>
                    <a:pt x="71" y="43"/>
                  </a:cubicBezTo>
                  <a:cubicBezTo>
                    <a:pt x="73" y="41"/>
                    <a:pt x="76" y="40"/>
                    <a:pt x="78" y="40"/>
                  </a:cubicBezTo>
                  <a:cubicBezTo>
                    <a:pt x="84" y="40"/>
                    <a:pt x="88" y="44"/>
                    <a:pt x="88" y="50"/>
                  </a:cubicBezTo>
                  <a:cubicBezTo>
                    <a:pt x="88" y="50"/>
                    <a:pt x="88" y="50"/>
                    <a:pt x="88" y="50"/>
                  </a:cubicBezTo>
                  <a:cubicBezTo>
                    <a:pt x="90" y="49"/>
                    <a:pt x="92" y="48"/>
                    <a:pt x="94" y="48"/>
                  </a:cubicBezTo>
                  <a:cubicBezTo>
                    <a:pt x="100" y="48"/>
                    <a:pt x="104" y="53"/>
                    <a:pt x="104" y="58"/>
                  </a:cubicBezTo>
                  <a:cubicBezTo>
                    <a:pt x="104" y="82"/>
                    <a:pt x="104" y="82"/>
                    <a:pt x="104" y="82"/>
                  </a:cubicBezTo>
                  <a:cubicBezTo>
                    <a:pt x="104" y="101"/>
                    <a:pt x="89" y="116"/>
                    <a:pt x="70" y="116"/>
                  </a:cubicBezTo>
                  <a:cubicBezTo>
                    <a:pt x="58" y="116"/>
                    <a:pt x="45" y="110"/>
                    <a:pt x="35" y="94"/>
                  </a:cubicBezTo>
                  <a:cubicBezTo>
                    <a:pt x="22" y="70"/>
                    <a:pt x="6" y="54"/>
                    <a:pt x="14" y="46"/>
                  </a:cubicBezTo>
                  <a:cubicBezTo>
                    <a:pt x="19" y="41"/>
                    <a:pt x="28" y="46"/>
                    <a:pt x="36" y="53"/>
                  </a:cubicBezTo>
                  <a:cubicBezTo>
                    <a:pt x="36" y="53"/>
                    <a:pt x="36" y="53"/>
                    <a:pt x="36" y="53"/>
                  </a:cubicBezTo>
                  <a:cubicBezTo>
                    <a:pt x="36" y="20"/>
                    <a:pt x="36" y="20"/>
                    <a:pt x="36" y="20"/>
                  </a:cubicBezTo>
                  <a:close/>
                  <a:moveTo>
                    <a:pt x="70" y="112"/>
                  </a:moveTo>
                  <a:cubicBezTo>
                    <a:pt x="87" y="112"/>
                    <a:pt x="100" y="98"/>
                    <a:pt x="100" y="82"/>
                  </a:cubicBezTo>
                  <a:cubicBezTo>
                    <a:pt x="100" y="82"/>
                    <a:pt x="100" y="91"/>
                    <a:pt x="100" y="82"/>
                  </a:cubicBezTo>
                  <a:cubicBezTo>
                    <a:pt x="100" y="67"/>
                    <a:pt x="100" y="67"/>
                    <a:pt x="100" y="67"/>
                  </a:cubicBezTo>
                  <a:cubicBezTo>
                    <a:pt x="100" y="58"/>
                    <a:pt x="100" y="58"/>
                    <a:pt x="100" y="58"/>
                  </a:cubicBezTo>
                  <a:cubicBezTo>
                    <a:pt x="100" y="55"/>
                    <a:pt x="97" y="52"/>
                    <a:pt x="94" y="52"/>
                  </a:cubicBezTo>
                  <a:cubicBezTo>
                    <a:pt x="91" y="52"/>
                    <a:pt x="88" y="55"/>
                    <a:pt x="88" y="58"/>
                  </a:cubicBezTo>
                  <a:cubicBezTo>
                    <a:pt x="88" y="60"/>
                    <a:pt x="88" y="60"/>
                    <a:pt x="88" y="60"/>
                  </a:cubicBezTo>
                  <a:cubicBezTo>
                    <a:pt x="84" y="60"/>
                    <a:pt x="84" y="60"/>
                    <a:pt x="84" y="60"/>
                  </a:cubicBezTo>
                  <a:cubicBezTo>
                    <a:pt x="84" y="50"/>
                    <a:pt x="84" y="50"/>
                    <a:pt x="84" y="50"/>
                  </a:cubicBezTo>
                  <a:cubicBezTo>
                    <a:pt x="84" y="47"/>
                    <a:pt x="81" y="44"/>
                    <a:pt x="78" y="44"/>
                  </a:cubicBezTo>
                  <a:cubicBezTo>
                    <a:pt x="75" y="44"/>
                    <a:pt x="72" y="47"/>
                    <a:pt x="72" y="50"/>
                  </a:cubicBezTo>
                  <a:cubicBezTo>
                    <a:pt x="72" y="56"/>
                    <a:pt x="72" y="56"/>
                    <a:pt x="72" y="56"/>
                  </a:cubicBezTo>
                  <a:cubicBezTo>
                    <a:pt x="68" y="56"/>
                    <a:pt x="68" y="56"/>
                    <a:pt x="68" y="56"/>
                  </a:cubicBezTo>
                  <a:cubicBezTo>
                    <a:pt x="68" y="46"/>
                    <a:pt x="68" y="46"/>
                    <a:pt x="68" y="46"/>
                  </a:cubicBezTo>
                  <a:cubicBezTo>
                    <a:pt x="68" y="43"/>
                    <a:pt x="65" y="40"/>
                    <a:pt x="62" y="40"/>
                  </a:cubicBezTo>
                  <a:cubicBezTo>
                    <a:pt x="59" y="40"/>
                    <a:pt x="56" y="43"/>
                    <a:pt x="56" y="46"/>
                  </a:cubicBezTo>
                  <a:cubicBezTo>
                    <a:pt x="56" y="60"/>
                    <a:pt x="56" y="60"/>
                    <a:pt x="56" y="60"/>
                  </a:cubicBezTo>
                  <a:cubicBezTo>
                    <a:pt x="52" y="60"/>
                    <a:pt x="52" y="60"/>
                    <a:pt x="52" y="60"/>
                  </a:cubicBezTo>
                  <a:cubicBezTo>
                    <a:pt x="52" y="18"/>
                    <a:pt x="52" y="18"/>
                    <a:pt x="52" y="18"/>
                  </a:cubicBezTo>
                  <a:cubicBezTo>
                    <a:pt x="52" y="15"/>
                    <a:pt x="49" y="12"/>
                    <a:pt x="46" y="12"/>
                  </a:cubicBezTo>
                  <a:cubicBezTo>
                    <a:pt x="43" y="12"/>
                    <a:pt x="40" y="15"/>
                    <a:pt x="40" y="18"/>
                  </a:cubicBezTo>
                  <a:cubicBezTo>
                    <a:pt x="40" y="63"/>
                    <a:pt x="40" y="63"/>
                    <a:pt x="40" y="63"/>
                  </a:cubicBezTo>
                  <a:cubicBezTo>
                    <a:pt x="32" y="54"/>
                    <a:pt x="21" y="45"/>
                    <a:pt x="17" y="49"/>
                  </a:cubicBezTo>
                  <a:cubicBezTo>
                    <a:pt x="12" y="54"/>
                    <a:pt x="23" y="66"/>
                    <a:pt x="39" y="92"/>
                  </a:cubicBezTo>
                  <a:cubicBezTo>
                    <a:pt x="46" y="104"/>
                    <a:pt x="55" y="112"/>
                    <a:pt x="70"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1" name="Freeform 33"/>
            <p:cNvSpPr>
              <a:spLocks noEditPoints="1"/>
            </p:cNvSpPr>
            <p:nvPr/>
          </p:nvSpPr>
          <p:spPr bwMode="auto">
            <a:xfrm>
              <a:off x="3737053" y="2107975"/>
              <a:ext cx="255588" cy="303213"/>
            </a:xfrm>
            <a:custGeom>
              <a:avLst/>
              <a:gdLst>
                <a:gd name="T0" fmla="*/ 88 w 98"/>
                <a:gd name="T1" fmla="*/ 48 h 116"/>
                <a:gd name="T2" fmla="*/ 82 w 98"/>
                <a:gd name="T3" fmla="*/ 50 h 116"/>
                <a:gd name="T4" fmla="*/ 82 w 98"/>
                <a:gd name="T5" fmla="*/ 50 h 116"/>
                <a:gd name="T6" fmla="*/ 72 w 98"/>
                <a:gd name="T7" fmla="*/ 40 h 116"/>
                <a:gd name="T8" fmla="*/ 66 w 98"/>
                <a:gd name="T9" fmla="*/ 43 h 116"/>
                <a:gd name="T10" fmla="*/ 56 w 98"/>
                <a:gd name="T11" fmla="*/ 36 h 116"/>
                <a:gd name="T12" fmla="*/ 50 w 98"/>
                <a:gd name="T13" fmla="*/ 38 h 116"/>
                <a:gd name="T14" fmla="*/ 50 w 98"/>
                <a:gd name="T15" fmla="*/ 20 h 116"/>
                <a:gd name="T16" fmla="*/ 79 w 98"/>
                <a:gd name="T17" fmla="*/ 20 h 116"/>
                <a:gd name="T18" fmla="*/ 66 w 98"/>
                <a:gd name="T19" fmla="*/ 33 h 116"/>
                <a:gd name="T20" fmla="*/ 69 w 98"/>
                <a:gd name="T21" fmla="*/ 36 h 116"/>
                <a:gd name="T22" fmla="*/ 87 w 98"/>
                <a:gd name="T23" fmla="*/ 18 h 116"/>
                <a:gd name="T24" fmla="*/ 69 w 98"/>
                <a:gd name="T25" fmla="*/ 0 h 116"/>
                <a:gd name="T26" fmla="*/ 66 w 98"/>
                <a:gd name="T27" fmla="*/ 3 h 116"/>
                <a:gd name="T28" fmla="*/ 79 w 98"/>
                <a:gd name="T29" fmla="*/ 16 h 116"/>
                <a:gd name="T30" fmla="*/ 50 w 98"/>
                <a:gd name="T31" fmla="*/ 16 h 116"/>
                <a:gd name="T32" fmla="*/ 40 w 98"/>
                <a:gd name="T33" fmla="*/ 8 h 116"/>
                <a:gd name="T34" fmla="*/ 30 w 98"/>
                <a:gd name="T35" fmla="*/ 18 h 116"/>
                <a:gd name="T36" fmla="*/ 30 w 98"/>
                <a:gd name="T37" fmla="*/ 53 h 116"/>
                <a:gd name="T38" fmla="*/ 8 w 98"/>
                <a:gd name="T39" fmla="*/ 46 h 116"/>
                <a:gd name="T40" fmla="*/ 30 w 98"/>
                <a:gd name="T41" fmla="*/ 94 h 116"/>
                <a:gd name="T42" fmla="*/ 64 w 98"/>
                <a:gd name="T43" fmla="*/ 116 h 116"/>
                <a:gd name="T44" fmla="*/ 98 w 98"/>
                <a:gd name="T45" fmla="*/ 82 h 116"/>
                <a:gd name="T46" fmla="*/ 98 w 98"/>
                <a:gd name="T47" fmla="*/ 58 h 116"/>
                <a:gd name="T48" fmla="*/ 88 w 98"/>
                <a:gd name="T49" fmla="*/ 48 h 116"/>
                <a:gd name="T50" fmla="*/ 94 w 98"/>
                <a:gd name="T51" fmla="*/ 67 h 116"/>
                <a:gd name="T52" fmla="*/ 94 w 98"/>
                <a:gd name="T53" fmla="*/ 82 h 116"/>
                <a:gd name="T54" fmla="*/ 94 w 98"/>
                <a:gd name="T55" fmla="*/ 86 h 116"/>
                <a:gd name="T56" fmla="*/ 94 w 98"/>
                <a:gd name="T57" fmla="*/ 82 h 116"/>
                <a:gd name="T58" fmla="*/ 64 w 98"/>
                <a:gd name="T59" fmla="*/ 112 h 116"/>
                <a:gd name="T60" fmla="*/ 33 w 98"/>
                <a:gd name="T61" fmla="*/ 92 h 116"/>
                <a:gd name="T62" fmla="*/ 11 w 98"/>
                <a:gd name="T63" fmla="*/ 49 h 116"/>
                <a:gd name="T64" fmla="*/ 34 w 98"/>
                <a:gd name="T65" fmla="*/ 63 h 116"/>
                <a:gd name="T66" fmla="*/ 34 w 98"/>
                <a:gd name="T67" fmla="*/ 18 h 116"/>
                <a:gd name="T68" fmla="*/ 40 w 98"/>
                <a:gd name="T69" fmla="*/ 12 h 116"/>
                <a:gd name="T70" fmla="*/ 46 w 98"/>
                <a:gd name="T71" fmla="*/ 18 h 116"/>
                <a:gd name="T72" fmla="*/ 46 w 98"/>
                <a:gd name="T73" fmla="*/ 60 h 116"/>
                <a:gd name="T74" fmla="*/ 50 w 98"/>
                <a:gd name="T75" fmla="*/ 60 h 116"/>
                <a:gd name="T76" fmla="*/ 50 w 98"/>
                <a:gd name="T77" fmla="*/ 46 h 116"/>
                <a:gd name="T78" fmla="*/ 56 w 98"/>
                <a:gd name="T79" fmla="*/ 40 h 116"/>
                <a:gd name="T80" fmla="*/ 62 w 98"/>
                <a:gd name="T81" fmla="*/ 46 h 116"/>
                <a:gd name="T82" fmla="*/ 62 w 98"/>
                <a:gd name="T83" fmla="*/ 56 h 116"/>
                <a:gd name="T84" fmla="*/ 66 w 98"/>
                <a:gd name="T85" fmla="*/ 56 h 116"/>
                <a:gd name="T86" fmla="*/ 66 w 98"/>
                <a:gd name="T87" fmla="*/ 50 h 116"/>
                <a:gd name="T88" fmla="*/ 72 w 98"/>
                <a:gd name="T89" fmla="*/ 44 h 116"/>
                <a:gd name="T90" fmla="*/ 78 w 98"/>
                <a:gd name="T91" fmla="*/ 50 h 116"/>
                <a:gd name="T92" fmla="*/ 78 w 98"/>
                <a:gd name="T93" fmla="*/ 60 h 116"/>
                <a:gd name="T94" fmla="*/ 82 w 98"/>
                <a:gd name="T95" fmla="*/ 60 h 116"/>
                <a:gd name="T96" fmla="*/ 82 w 98"/>
                <a:gd name="T97" fmla="*/ 58 h 116"/>
                <a:gd name="T98" fmla="*/ 88 w 98"/>
                <a:gd name="T99" fmla="*/ 52 h 116"/>
                <a:gd name="T100" fmla="*/ 94 w 98"/>
                <a:gd name="T101" fmla="*/ 58 h 116"/>
                <a:gd name="T102" fmla="*/ 94 w 98"/>
                <a:gd name="T103" fmla="*/ 6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16">
                  <a:moveTo>
                    <a:pt x="88" y="48"/>
                  </a:moveTo>
                  <a:cubicBezTo>
                    <a:pt x="86" y="48"/>
                    <a:pt x="86" y="49"/>
                    <a:pt x="82" y="50"/>
                  </a:cubicBezTo>
                  <a:cubicBezTo>
                    <a:pt x="82" y="50"/>
                    <a:pt x="82" y="50"/>
                    <a:pt x="82" y="50"/>
                  </a:cubicBezTo>
                  <a:cubicBezTo>
                    <a:pt x="82" y="44"/>
                    <a:pt x="78" y="40"/>
                    <a:pt x="72" y="40"/>
                  </a:cubicBezTo>
                  <a:cubicBezTo>
                    <a:pt x="70" y="40"/>
                    <a:pt x="68" y="41"/>
                    <a:pt x="66" y="43"/>
                  </a:cubicBezTo>
                  <a:cubicBezTo>
                    <a:pt x="64" y="39"/>
                    <a:pt x="61" y="36"/>
                    <a:pt x="56" y="36"/>
                  </a:cubicBezTo>
                  <a:cubicBezTo>
                    <a:pt x="54" y="36"/>
                    <a:pt x="54" y="37"/>
                    <a:pt x="50" y="38"/>
                  </a:cubicBezTo>
                  <a:cubicBezTo>
                    <a:pt x="50" y="20"/>
                    <a:pt x="50" y="20"/>
                    <a:pt x="50" y="20"/>
                  </a:cubicBezTo>
                  <a:cubicBezTo>
                    <a:pt x="79" y="20"/>
                    <a:pt x="79" y="20"/>
                    <a:pt x="79" y="20"/>
                  </a:cubicBezTo>
                  <a:cubicBezTo>
                    <a:pt x="66" y="33"/>
                    <a:pt x="66" y="33"/>
                    <a:pt x="66" y="33"/>
                  </a:cubicBezTo>
                  <a:cubicBezTo>
                    <a:pt x="69" y="36"/>
                    <a:pt x="69" y="36"/>
                    <a:pt x="69" y="36"/>
                  </a:cubicBezTo>
                  <a:cubicBezTo>
                    <a:pt x="87" y="18"/>
                    <a:pt x="87" y="18"/>
                    <a:pt x="87" y="18"/>
                  </a:cubicBezTo>
                  <a:cubicBezTo>
                    <a:pt x="69" y="0"/>
                    <a:pt x="69" y="0"/>
                    <a:pt x="69" y="0"/>
                  </a:cubicBezTo>
                  <a:cubicBezTo>
                    <a:pt x="66" y="3"/>
                    <a:pt x="66" y="3"/>
                    <a:pt x="66" y="3"/>
                  </a:cubicBezTo>
                  <a:cubicBezTo>
                    <a:pt x="79" y="16"/>
                    <a:pt x="79" y="16"/>
                    <a:pt x="79" y="16"/>
                  </a:cubicBezTo>
                  <a:cubicBezTo>
                    <a:pt x="50" y="16"/>
                    <a:pt x="50" y="16"/>
                    <a:pt x="50" y="16"/>
                  </a:cubicBezTo>
                  <a:cubicBezTo>
                    <a:pt x="49" y="12"/>
                    <a:pt x="45" y="8"/>
                    <a:pt x="40" y="8"/>
                  </a:cubicBezTo>
                  <a:cubicBezTo>
                    <a:pt x="35" y="8"/>
                    <a:pt x="30" y="12"/>
                    <a:pt x="30" y="18"/>
                  </a:cubicBezTo>
                  <a:cubicBezTo>
                    <a:pt x="30" y="53"/>
                    <a:pt x="30" y="53"/>
                    <a:pt x="30" y="53"/>
                  </a:cubicBezTo>
                  <a:cubicBezTo>
                    <a:pt x="22" y="46"/>
                    <a:pt x="14" y="41"/>
                    <a:pt x="8" y="46"/>
                  </a:cubicBezTo>
                  <a:cubicBezTo>
                    <a:pt x="0" y="54"/>
                    <a:pt x="17" y="70"/>
                    <a:pt x="30" y="94"/>
                  </a:cubicBezTo>
                  <a:cubicBezTo>
                    <a:pt x="39" y="110"/>
                    <a:pt x="52" y="116"/>
                    <a:pt x="64" y="116"/>
                  </a:cubicBezTo>
                  <a:cubicBezTo>
                    <a:pt x="83" y="116"/>
                    <a:pt x="98" y="101"/>
                    <a:pt x="98" y="82"/>
                  </a:cubicBezTo>
                  <a:cubicBezTo>
                    <a:pt x="98" y="58"/>
                    <a:pt x="98" y="58"/>
                    <a:pt x="98" y="58"/>
                  </a:cubicBezTo>
                  <a:cubicBezTo>
                    <a:pt x="98" y="53"/>
                    <a:pt x="94" y="48"/>
                    <a:pt x="88" y="48"/>
                  </a:cubicBezTo>
                  <a:close/>
                  <a:moveTo>
                    <a:pt x="94" y="67"/>
                  </a:moveTo>
                  <a:cubicBezTo>
                    <a:pt x="94" y="82"/>
                    <a:pt x="94" y="82"/>
                    <a:pt x="94" y="82"/>
                  </a:cubicBezTo>
                  <a:cubicBezTo>
                    <a:pt x="94" y="82"/>
                    <a:pt x="94" y="86"/>
                    <a:pt x="94" y="86"/>
                  </a:cubicBezTo>
                  <a:cubicBezTo>
                    <a:pt x="94" y="86"/>
                    <a:pt x="94" y="82"/>
                    <a:pt x="94" y="82"/>
                  </a:cubicBezTo>
                  <a:cubicBezTo>
                    <a:pt x="94" y="98"/>
                    <a:pt x="81" y="112"/>
                    <a:pt x="64" y="112"/>
                  </a:cubicBezTo>
                  <a:cubicBezTo>
                    <a:pt x="49" y="112"/>
                    <a:pt x="41" y="104"/>
                    <a:pt x="33" y="92"/>
                  </a:cubicBezTo>
                  <a:cubicBezTo>
                    <a:pt x="18" y="66"/>
                    <a:pt x="6" y="54"/>
                    <a:pt x="11" y="49"/>
                  </a:cubicBezTo>
                  <a:cubicBezTo>
                    <a:pt x="15" y="45"/>
                    <a:pt x="26" y="54"/>
                    <a:pt x="34" y="63"/>
                  </a:cubicBezTo>
                  <a:cubicBezTo>
                    <a:pt x="34" y="18"/>
                    <a:pt x="34" y="18"/>
                    <a:pt x="34" y="18"/>
                  </a:cubicBezTo>
                  <a:cubicBezTo>
                    <a:pt x="34" y="15"/>
                    <a:pt x="37" y="12"/>
                    <a:pt x="40" y="12"/>
                  </a:cubicBezTo>
                  <a:cubicBezTo>
                    <a:pt x="43" y="12"/>
                    <a:pt x="46" y="15"/>
                    <a:pt x="46" y="18"/>
                  </a:cubicBezTo>
                  <a:cubicBezTo>
                    <a:pt x="46" y="60"/>
                    <a:pt x="46" y="60"/>
                    <a:pt x="46" y="60"/>
                  </a:cubicBezTo>
                  <a:cubicBezTo>
                    <a:pt x="50" y="60"/>
                    <a:pt x="50" y="60"/>
                    <a:pt x="50" y="60"/>
                  </a:cubicBezTo>
                  <a:cubicBezTo>
                    <a:pt x="50" y="46"/>
                    <a:pt x="50" y="46"/>
                    <a:pt x="50" y="46"/>
                  </a:cubicBezTo>
                  <a:cubicBezTo>
                    <a:pt x="50" y="43"/>
                    <a:pt x="53" y="40"/>
                    <a:pt x="56" y="40"/>
                  </a:cubicBezTo>
                  <a:cubicBezTo>
                    <a:pt x="59" y="40"/>
                    <a:pt x="62" y="43"/>
                    <a:pt x="62" y="46"/>
                  </a:cubicBezTo>
                  <a:cubicBezTo>
                    <a:pt x="62" y="56"/>
                    <a:pt x="62" y="56"/>
                    <a:pt x="62" y="56"/>
                  </a:cubicBezTo>
                  <a:cubicBezTo>
                    <a:pt x="66" y="56"/>
                    <a:pt x="66" y="56"/>
                    <a:pt x="66" y="56"/>
                  </a:cubicBezTo>
                  <a:cubicBezTo>
                    <a:pt x="66" y="50"/>
                    <a:pt x="66" y="50"/>
                    <a:pt x="66" y="50"/>
                  </a:cubicBezTo>
                  <a:cubicBezTo>
                    <a:pt x="66" y="47"/>
                    <a:pt x="69" y="44"/>
                    <a:pt x="72" y="44"/>
                  </a:cubicBezTo>
                  <a:cubicBezTo>
                    <a:pt x="75" y="44"/>
                    <a:pt x="78" y="47"/>
                    <a:pt x="78" y="50"/>
                  </a:cubicBezTo>
                  <a:cubicBezTo>
                    <a:pt x="78" y="60"/>
                    <a:pt x="78" y="60"/>
                    <a:pt x="78" y="60"/>
                  </a:cubicBezTo>
                  <a:cubicBezTo>
                    <a:pt x="82" y="60"/>
                    <a:pt x="82" y="60"/>
                    <a:pt x="82" y="60"/>
                  </a:cubicBezTo>
                  <a:cubicBezTo>
                    <a:pt x="82" y="58"/>
                    <a:pt x="82" y="58"/>
                    <a:pt x="82" y="58"/>
                  </a:cubicBezTo>
                  <a:cubicBezTo>
                    <a:pt x="82" y="55"/>
                    <a:pt x="85" y="52"/>
                    <a:pt x="88" y="52"/>
                  </a:cubicBezTo>
                  <a:cubicBezTo>
                    <a:pt x="91" y="52"/>
                    <a:pt x="94" y="55"/>
                    <a:pt x="94" y="58"/>
                  </a:cubicBezTo>
                  <a:lnTo>
                    <a:pt x="94" y="6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2" name="Freeform 34"/>
            <p:cNvSpPr>
              <a:spLocks noEditPoints="1"/>
            </p:cNvSpPr>
            <p:nvPr/>
          </p:nvSpPr>
          <p:spPr bwMode="auto">
            <a:xfrm>
              <a:off x="7419976" y="4191695"/>
              <a:ext cx="254000" cy="280988"/>
            </a:xfrm>
            <a:custGeom>
              <a:avLst/>
              <a:gdLst>
                <a:gd name="T0" fmla="*/ 66 w 98"/>
                <a:gd name="T1" fmla="*/ 104 h 108"/>
                <a:gd name="T2" fmla="*/ 94 w 98"/>
                <a:gd name="T3" fmla="*/ 74 h 108"/>
                <a:gd name="T4" fmla="*/ 94 w 98"/>
                <a:gd name="T5" fmla="*/ 74 h 108"/>
                <a:gd name="T6" fmla="*/ 94 w 98"/>
                <a:gd name="T7" fmla="*/ 59 h 108"/>
                <a:gd name="T8" fmla="*/ 94 w 98"/>
                <a:gd name="T9" fmla="*/ 50 h 108"/>
                <a:gd name="T10" fmla="*/ 88 w 98"/>
                <a:gd name="T11" fmla="*/ 44 h 108"/>
                <a:gd name="T12" fmla="*/ 82 w 98"/>
                <a:gd name="T13" fmla="*/ 50 h 108"/>
                <a:gd name="T14" fmla="*/ 82 w 98"/>
                <a:gd name="T15" fmla="*/ 52 h 108"/>
                <a:gd name="T16" fmla="*/ 78 w 98"/>
                <a:gd name="T17" fmla="*/ 52 h 108"/>
                <a:gd name="T18" fmla="*/ 78 w 98"/>
                <a:gd name="T19" fmla="*/ 42 h 108"/>
                <a:gd name="T20" fmla="*/ 72 w 98"/>
                <a:gd name="T21" fmla="*/ 36 h 108"/>
                <a:gd name="T22" fmla="*/ 66 w 98"/>
                <a:gd name="T23" fmla="*/ 42 h 108"/>
                <a:gd name="T24" fmla="*/ 66 w 98"/>
                <a:gd name="T25" fmla="*/ 48 h 108"/>
                <a:gd name="T26" fmla="*/ 62 w 98"/>
                <a:gd name="T27" fmla="*/ 48 h 108"/>
                <a:gd name="T28" fmla="*/ 62 w 98"/>
                <a:gd name="T29" fmla="*/ 38 h 108"/>
                <a:gd name="T30" fmla="*/ 56 w 98"/>
                <a:gd name="T31" fmla="*/ 32 h 108"/>
                <a:gd name="T32" fmla="*/ 50 w 98"/>
                <a:gd name="T33" fmla="*/ 38 h 108"/>
                <a:gd name="T34" fmla="*/ 50 w 98"/>
                <a:gd name="T35" fmla="*/ 52 h 108"/>
                <a:gd name="T36" fmla="*/ 46 w 98"/>
                <a:gd name="T37" fmla="*/ 52 h 108"/>
                <a:gd name="T38" fmla="*/ 46 w 98"/>
                <a:gd name="T39" fmla="*/ 10 h 108"/>
                <a:gd name="T40" fmla="*/ 40 w 98"/>
                <a:gd name="T41" fmla="*/ 4 h 108"/>
                <a:gd name="T42" fmla="*/ 34 w 98"/>
                <a:gd name="T43" fmla="*/ 10 h 108"/>
                <a:gd name="T44" fmla="*/ 34 w 98"/>
                <a:gd name="T45" fmla="*/ 55 h 108"/>
                <a:gd name="T46" fmla="*/ 11 w 98"/>
                <a:gd name="T47" fmla="*/ 41 h 108"/>
                <a:gd name="T48" fmla="*/ 33 w 98"/>
                <a:gd name="T49" fmla="*/ 84 h 108"/>
                <a:gd name="T50" fmla="*/ 62 w 98"/>
                <a:gd name="T51" fmla="*/ 104 h 108"/>
                <a:gd name="T52" fmla="*/ 62 w 98"/>
                <a:gd name="T53" fmla="*/ 68 h 108"/>
                <a:gd name="T54" fmla="*/ 49 w 98"/>
                <a:gd name="T55" fmla="*/ 81 h 108"/>
                <a:gd name="T56" fmla="*/ 46 w 98"/>
                <a:gd name="T57" fmla="*/ 78 h 108"/>
                <a:gd name="T58" fmla="*/ 64 w 98"/>
                <a:gd name="T59" fmla="*/ 60 h 108"/>
                <a:gd name="T60" fmla="*/ 82 w 98"/>
                <a:gd name="T61" fmla="*/ 78 h 108"/>
                <a:gd name="T62" fmla="*/ 79 w 98"/>
                <a:gd name="T63" fmla="*/ 81 h 108"/>
                <a:gd name="T64" fmla="*/ 66 w 98"/>
                <a:gd name="T65" fmla="*/ 68 h 108"/>
                <a:gd name="T66" fmla="*/ 66 w 98"/>
                <a:gd name="T67" fmla="*/ 104 h 108"/>
                <a:gd name="T68" fmla="*/ 98 w 98"/>
                <a:gd name="T69" fmla="*/ 74 h 108"/>
                <a:gd name="T70" fmla="*/ 64 w 98"/>
                <a:gd name="T71" fmla="*/ 108 h 108"/>
                <a:gd name="T72" fmla="*/ 30 w 98"/>
                <a:gd name="T73" fmla="*/ 86 h 108"/>
                <a:gd name="T74" fmla="*/ 8 w 98"/>
                <a:gd name="T75" fmla="*/ 38 h 108"/>
                <a:gd name="T76" fmla="*/ 30 w 98"/>
                <a:gd name="T77" fmla="*/ 45 h 108"/>
                <a:gd name="T78" fmla="*/ 30 w 98"/>
                <a:gd name="T79" fmla="*/ 45 h 108"/>
                <a:gd name="T80" fmla="*/ 30 w 98"/>
                <a:gd name="T81" fmla="*/ 10 h 108"/>
                <a:gd name="T82" fmla="*/ 40 w 98"/>
                <a:gd name="T83" fmla="*/ 0 h 108"/>
                <a:gd name="T84" fmla="*/ 50 w 98"/>
                <a:gd name="T85" fmla="*/ 10 h 108"/>
                <a:gd name="T86" fmla="*/ 50 w 98"/>
                <a:gd name="T87" fmla="*/ 30 h 108"/>
                <a:gd name="T88" fmla="*/ 56 w 98"/>
                <a:gd name="T89" fmla="*/ 28 h 108"/>
                <a:gd name="T90" fmla="*/ 66 w 98"/>
                <a:gd name="T91" fmla="*/ 35 h 108"/>
                <a:gd name="T92" fmla="*/ 72 w 98"/>
                <a:gd name="T93" fmla="*/ 32 h 108"/>
                <a:gd name="T94" fmla="*/ 82 w 98"/>
                <a:gd name="T95" fmla="*/ 42 h 108"/>
                <a:gd name="T96" fmla="*/ 82 w 98"/>
                <a:gd name="T97" fmla="*/ 42 h 108"/>
                <a:gd name="T98" fmla="*/ 88 w 98"/>
                <a:gd name="T99" fmla="*/ 40 h 108"/>
                <a:gd name="T100" fmla="*/ 98 w 98"/>
                <a:gd name="T101" fmla="*/ 50 h 108"/>
                <a:gd name="T102" fmla="*/ 98 w 98"/>
                <a:gd name="T103" fmla="*/ 7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08">
                  <a:moveTo>
                    <a:pt x="66" y="104"/>
                  </a:moveTo>
                  <a:cubicBezTo>
                    <a:pt x="82" y="103"/>
                    <a:pt x="94" y="89"/>
                    <a:pt x="94" y="74"/>
                  </a:cubicBezTo>
                  <a:cubicBezTo>
                    <a:pt x="94" y="74"/>
                    <a:pt x="94" y="83"/>
                    <a:pt x="94" y="74"/>
                  </a:cubicBezTo>
                  <a:cubicBezTo>
                    <a:pt x="94" y="59"/>
                    <a:pt x="94" y="59"/>
                    <a:pt x="94" y="59"/>
                  </a:cubicBezTo>
                  <a:cubicBezTo>
                    <a:pt x="94" y="50"/>
                    <a:pt x="94" y="50"/>
                    <a:pt x="94" y="50"/>
                  </a:cubicBezTo>
                  <a:cubicBezTo>
                    <a:pt x="94" y="47"/>
                    <a:pt x="92" y="44"/>
                    <a:pt x="88" y="44"/>
                  </a:cubicBezTo>
                  <a:cubicBezTo>
                    <a:pt x="85" y="44"/>
                    <a:pt x="82" y="47"/>
                    <a:pt x="82" y="50"/>
                  </a:cubicBezTo>
                  <a:cubicBezTo>
                    <a:pt x="82" y="52"/>
                    <a:pt x="82" y="52"/>
                    <a:pt x="82" y="52"/>
                  </a:cubicBezTo>
                  <a:cubicBezTo>
                    <a:pt x="78" y="52"/>
                    <a:pt x="78" y="52"/>
                    <a:pt x="78" y="52"/>
                  </a:cubicBezTo>
                  <a:cubicBezTo>
                    <a:pt x="78" y="42"/>
                    <a:pt x="78" y="42"/>
                    <a:pt x="78" y="42"/>
                  </a:cubicBezTo>
                  <a:cubicBezTo>
                    <a:pt x="78" y="39"/>
                    <a:pt x="76" y="36"/>
                    <a:pt x="72" y="36"/>
                  </a:cubicBezTo>
                  <a:cubicBezTo>
                    <a:pt x="69" y="36"/>
                    <a:pt x="66" y="39"/>
                    <a:pt x="66" y="42"/>
                  </a:cubicBezTo>
                  <a:cubicBezTo>
                    <a:pt x="66" y="48"/>
                    <a:pt x="66" y="48"/>
                    <a:pt x="66" y="48"/>
                  </a:cubicBezTo>
                  <a:cubicBezTo>
                    <a:pt x="62" y="48"/>
                    <a:pt x="62" y="48"/>
                    <a:pt x="62" y="48"/>
                  </a:cubicBezTo>
                  <a:cubicBezTo>
                    <a:pt x="62" y="38"/>
                    <a:pt x="62" y="38"/>
                    <a:pt x="62" y="38"/>
                  </a:cubicBezTo>
                  <a:cubicBezTo>
                    <a:pt x="62" y="35"/>
                    <a:pt x="60" y="32"/>
                    <a:pt x="56" y="32"/>
                  </a:cubicBezTo>
                  <a:cubicBezTo>
                    <a:pt x="53" y="32"/>
                    <a:pt x="50" y="35"/>
                    <a:pt x="50" y="38"/>
                  </a:cubicBezTo>
                  <a:cubicBezTo>
                    <a:pt x="50" y="52"/>
                    <a:pt x="50" y="52"/>
                    <a:pt x="50" y="52"/>
                  </a:cubicBezTo>
                  <a:cubicBezTo>
                    <a:pt x="46" y="52"/>
                    <a:pt x="46" y="52"/>
                    <a:pt x="46" y="52"/>
                  </a:cubicBezTo>
                  <a:cubicBezTo>
                    <a:pt x="46" y="10"/>
                    <a:pt x="46" y="10"/>
                    <a:pt x="46" y="10"/>
                  </a:cubicBezTo>
                  <a:cubicBezTo>
                    <a:pt x="46" y="7"/>
                    <a:pt x="44" y="4"/>
                    <a:pt x="40" y="4"/>
                  </a:cubicBezTo>
                  <a:cubicBezTo>
                    <a:pt x="37" y="4"/>
                    <a:pt x="34" y="7"/>
                    <a:pt x="34" y="10"/>
                  </a:cubicBezTo>
                  <a:cubicBezTo>
                    <a:pt x="34" y="55"/>
                    <a:pt x="34" y="55"/>
                    <a:pt x="34" y="55"/>
                  </a:cubicBezTo>
                  <a:cubicBezTo>
                    <a:pt x="26" y="46"/>
                    <a:pt x="15" y="37"/>
                    <a:pt x="11" y="41"/>
                  </a:cubicBezTo>
                  <a:cubicBezTo>
                    <a:pt x="6" y="46"/>
                    <a:pt x="18" y="58"/>
                    <a:pt x="33" y="84"/>
                  </a:cubicBezTo>
                  <a:cubicBezTo>
                    <a:pt x="40" y="95"/>
                    <a:pt x="48" y="103"/>
                    <a:pt x="62" y="104"/>
                  </a:cubicBezTo>
                  <a:cubicBezTo>
                    <a:pt x="62" y="68"/>
                    <a:pt x="62" y="68"/>
                    <a:pt x="62" y="68"/>
                  </a:cubicBezTo>
                  <a:cubicBezTo>
                    <a:pt x="49" y="81"/>
                    <a:pt x="49" y="81"/>
                    <a:pt x="49" y="81"/>
                  </a:cubicBezTo>
                  <a:cubicBezTo>
                    <a:pt x="46" y="78"/>
                    <a:pt x="46" y="78"/>
                    <a:pt x="46" y="78"/>
                  </a:cubicBezTo>
                  <a:cubicBezTo>
                    <a:pt x="64" y="60"/>
                    <a:pt x="64" y="60"/>
                    <a:pt x="64" y="60"/>
                  </a:cubicBezTo>
                  <a:cubicBezTo>
                    <a:pt x="82" y="78"/>
                    <a:pt x="82" y="78"/>
                    <a:pt x="82" y="78"/>
                  </a:cubicBezTo>
                  <a:cubicBezTo>
                    <a:pt x="79" y="81"/>
                    <a:pt x="79" y="81"/>
                    <a:pt x="79" y="81"/>
                  </a:cubicBezTo>
                  <a:cubicBezTo>
                    <a:pt x="66" y="68"/>
                    <a:pt x="66" y="68"/>
                    <a:pt x="66" y="68"/>
                  </a:cubicBezTo>
                  <a:cubicBezTo>
                    <a:pt x="66" y="104"/>
                    <a:pt x="66" y="104"/>
                    <a:pt x="66" y="104"/>
                  </a:cubicBezTo>
                  <a:close/>
                  <a:moveTo>
                    <a:pt x="98" y="74"/>
                  </a:moveTo>
                  <a:cubicBezTo>
                    <a:pt x="98" y="93"/>
                    <a:pt x="83" y="108"/>
                    <a:pt x="64" y="108"/>
                  </a:cubicBezTo>
                  <a:cubicBezTo>
                    <a:pt x="52" y="108"/>
                    <a:pt x="39" y="102"/>
                    <a:pt x="30" y="86"/>
                  </a:cubicBezTo>
                  <a:cubicBezTo>
                    <a:pt x="17" y="62"/>
                    <a:pt x="0" y="46"/>
                    <a:pt x="8" y="38"/>
                  </a:cubicBezTo>
                  <a:cubicBezTo>
                    <a:pt x="14" y="33"/>
                    <a:pt x="22" y="38"/>
                    <a:pt x="30" y="45"/>
                  </a:cubicBezTo>
                  <a:cubicBezTo>
                    <a:pt x="30" y="45"/>
                    <a:pt x="30" y="45"/>
                    <a:pt x="30" y="45"/>
                  </a:cubicBezTo>
                  <a:cubicBezTo>
                    <a:pt x="30" y="10"/>
                    <a:pt x="30" y="10"/>
                    <a:pt x="30" y="10"/>
                  </a:cubicBezTo>
                  <a:cubicBezTo>
                    <a:pt x="30" y="4"/>
                    <a:pt x="35" y="0"/>
                    <a:pt x="40" y="0"/>
                  </a:cubicBezTo>
                  <a:cubicBezTo>
                    <a:pt x="46" y="0"/>
                    <a:pt x="50" y="4"/>
                    <a:pt x="50" y="10"/>
                  </a:cubicBezTo>
                  <a:cubicBezTo>
                    <a:pt x="50" y="30"/>
                    <a:pt x="50" y="30"/>
                    <a:pt x="50" y="30"/>
                  </a:cubicBezTo>
                  <a:cubicBezTo>
                    <a:pt x="52" y="29"/>
                    <a:pt x="54" y="28"/>
                    <a:pt x="56" y="28"/>
                  </a:cubicBezTo>
                  <a:cubicBezTo>
                    <a:pt x="61" y="28"/>
                    <a:pt x="64" y="31"/>
                    <a:pt x="66" y="35"/>
                  </a:cubicBezTo>
                  <a:cubicBezTo>
                    <a:pt x="67" y="33"/>
                    <a:pt x="70" y="32"/>
                    <a:pt x="72" y="32"/>
                  </a:cubicBezTo>
                  <a:cubicBezTo>
                    <a:pt x="78" y="32"/>
                    <a:pt x="82" y="36"/>
                    <a:pt x="82" y="42"/>
                  </a:cubicBezTo>
                  <a:cubicBezTo>
                    <a:pt x="82" y="42"/>
                    <a:pt x="82" y="42"/>
                    <a:pt x="82" y="42"/>
                  </a:cubicBezTo>
                  <a:cubicBezTo>
                    <a:pt x="84" y="41"/>
                    <a:pt x="86" y="40"/>
                    <a:pt x="88" y="40"/>
                  </a:cubicBezTo>
                  <a:cubicBezTo>
                    <a:pt x="94" y="40"/>
                    <a:pt x="98" y="45"/>
                    <a:pt x="98" y="50"/>
                  </a:cubicBezTo>
                  <a:cubicBezTo>
                    <a:pt x="98" y="74"/>
                    <a:pt x="98" y="74"/>
                    <a:pt x="98" y="7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3" name="Freeform 35"/>
            <p:cNvSpPr>
              <a:spLocks noEditPoints="1"/>
            </p:cNvSpPr>
            <p:nvPr/>
          </p:nvSpPr>
          <p:spPr bwMode="auto">
            <a:xfrm>
              <a:off x="3619622" y="592634"/>
              <a:ext cx="254000" cy="280988"/>
            </a:xfrm>
            <a:custGeom>
              <a:avLst/>
              <a:gdLst>
                <a:gd name="T0" fmla="*/ 88 w 98"/>
                <a:gd name="T1" fmla="*/ 40 h 108"/>
                <a:gd name="T2" fmla="*/ 82 w 98"/>
                <a:gd name="T3" fmla="*/ 42 h 108"/>
                <a:gd name="T4" fmla="*/ 82 w 98"/>
                <a:gd name="T5" fmla="*/ 42 h 108"/>
                <a:gd name="T6" fmla="*/ 72 w 98"/>
                <a:gd name="T7" fmla="*/ 32 h 108"/>
                <a:gd name="T8" fmla="*/ 65 w 98"/>
                <a:gd name="T9" fmla="*/ 35 h 108"/>
                <a:gd name="T10" fmla="*/ 56 w 98"/>
                <a:gd name="T11" fmla="*/ 28 h 108"/>
                <a:gd name="T12" fmla="*/ 50 w 98"/>
                <a:gd name="T13" fmla="*/ 30 h 108"/>
                <a:gd name="T14" fmla="*/ 50 w 98"/>
                <a:gd name="T15" fmla="*/ 10 h 108"/>
                <a:gd name="T16" fmla="*/ 40 w 98"/>
                <a:gd name="T17" fmla="*/ 0 h 108"/>
                <a:gd name="T18" fmla="*/ 30 w 98"/>
                <a:gd name="T19" fmla="*/ 10 h 108"/>
                <a:gd name="T20" fmla="*/ 30 w 98"/>
                <a:gd name="T21" fmla="*/ 45 h 108"/>
                <a:gd name="T22" fmla="*/ 8 w 98"/>
                <a:gd name="T23" fmla="*/ 38 h 108"/>
                <a:gd name="T24" fmla="*/ 29 w 98"/>
                <a:gd name="T25" fmla="*/ 86 h 108"/>
                <a:gd name="T26" fmla="*/ 64 w 98"/>
                <a:gd name="T27" fmla="*/ 108 h 108"/>
                <a:gd name="T28" fmla="*/ 98 w 98"/>
                <a:gd name="T29" fmla="*/ 74 h 108"/>
                <a:gd name="T30" fmla="*/ 98 w 98"/>
                <a:gd name="T31" fmla="*/ 50 h 108"/>
                <a:gd name="T32" fmla="*/ 88 w 98"/>
                <a:gd name="T33" fmla="*/ 40 h 108"/>
                <a:gd name="T34" fmla="*/ 94 w 98"/>
                <a:gd name="T35" fmla="*/ 59 h 108"/>
                <a:gd name="T36" fmla="*/ 94 w 98"/>
                <a:gd name="T37" fmla="*/ 74 h 108"/>
                <a:gd name="T38" fmla="*/ 64 w 98"/>
                <a:gd name="T39" fmla="*/ 104 h 108"/>
                <a:gd name="T40" fmla="*/ 33 w 98"/>
                <a:gd name="T41" fmla="*/ 84 h 108"/>
                <a:gd name="T42" fmla="*/ 11 w 98"/>
                <a:gd name="T43" fmla="*/ 41 h 108"/>
                <a:gd name="T44" fmla="*/ 34 w 98"/>
                <a:gd name="T45" fmla="*/ 55 h 108"/>
                <a:gd name="T46" fmla="*/ 34 w 98"/>
                <a:gd name="T47" fmla="*/ 10 h 108"/>
                <a:gd name="T48" fmla="*/ 40 w 98"/>
                <a:gd name="T49" fmla="*/ 4 h 108"/>
                <a:gd name="T50" fmla="*/ 46 w 98"/>
                <a:gd name="T51" fmla="*/ 10 h 108"/>
                <a:gd name="T52" fmla="*/ 46 w 98"/>
                <a:gd name="T53" fmla="*/ 52 h 108"/>
                <a:gd name="T54" fmla="*/ 50 w 98"/>
                <a:gd name="T55" fmla="*/ 52 h 108"/>
                <a:gd name="T56" fmla="*/ 50 w 98"/>
                <a:gd name="T57" fmla="*/ 38 h 108"/>
                <a:gd name="T58" fmla="*/ 56 w 98"/>
                <a:gd name="T59" fmla="*/ 32 h 108"/>
                <a:gd name="T60" fmla="*/ 62 w 98"/>
                <a:gd name="T61" fmla="*/ 38 h 108"/>
                <a:gd name="T62" fmla="*/ 62 w 98"/>
                <a:gd name="T63" fmla="*/ 48 h 108"/>
                <a:gd name="T64" fmla="*/ 62 w 98"/>
                <a:gd name="T65" fmla="*/ 84 h 108"/>
                <a:gd name="T66" fmla="*/ 49 w 98"/>
                <a:gd name="T67" fmla="*/ 71 h 108"/>
                <a:gd name="T68" fmla="*/ 46 w 98"/>
                <a:gd name="T69" fmla="*/ 74 h 108"/>
                <a:gd name="T70" fmla="*/ 64 w 98"/>
                <a:gd name="T71" fmla="*/ 92 h 108"/>
                <a:gd name="T72" fmla="*/ 82 w 98"/>
                <a:gd name="T73" fmla="*/ 74 h 108"/>
                <a:gd name="T74" fmla="*/ 79 w 98"/>
                <a:gd name="T75" fmla="*/ 71 h 108"/>
                <a:gd name="T76" fmla="*/ 66 w 98"/>
                <a:gd name="T77" fmla="*/ 84 h 108"/>
                <a:gd name="T78" fmla="*/ 66 w 98"/>
                <a:gd name="T79" fmla="*/ 48 h 108"/>
                <a:gd name="T80" fmla="*/ 66 w 98"/>
                <a:gd name="T81" fmla="*/ 42 h 108"/>
                <a:gd name="T82" fmla="*/ 72 w 98"/>
                <a:gd name="T83" fmla="*/ 36 h 108"/>
                <a:gd name="T84" fmla="*/ 78 w 98"/>
                <a:gd name="T85" fmla="*/ 42 h 108"/>
                <a:gd name="T86" fmla="*/ 78 w 98"/>
                <a:gd name="T87" fmla="*/ 52 h 108"/>
                <a:gd name="T88" fmla="*/ 82 w 98"/>
                <a:gd name="T89" fmla="*/ 52 h 108"/>
                <a:gd name="T90" fmla="*/ 82 w 98"/>
                <a:gd name="T91" fmla="*/ 50 h 108"/>
                <a:gd name="T92" fmla="*/ 88 w 98"/>
                <a:gd name="T93" fmla="*/ 44 h 108"/>
                <a:gd name="T94" fmla="*/ 94 w 98"/>
                <a:gd name="T95" fmla="*/ 50 h 108"/>
                <a:gd name="T96" fmla="*/ 94 w 98"/>
                <a:gd name="T97" fmla="*/ 59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08">
                  <a:moveTo>
                    <a:pt x="88" y="40"/>
                  </a:moveTo>
                  <a:cubicBezTo>
                    <a:pt x="86" y="40"/>
                    <a:pt x="82" y="41"/>
                    <a:pt x="82" y="42"/>
                  </a:cubicBezTo>
                  <a:cubicBezTo>
                    <a:pt x="82" y="42"/>
                    <a:pt x="82" y="42"/>
                    <a:pt x="82" y="42"/>
                  </a:cubicBezTo>
                  <a:cubicBezTo>
                    <a:pt x="82" y="36"/>
                    <a:pt x="78" y="32"/>
                    <a:pt x="72" y="32"/>
                  </a:cubicBezTo>
                  <a:cubicBezTo>
                    <a:pt x="70" y="32"/>
                    <a:pt x="67" y="33"/>
                    <a:pt x="65" y="35"/>
                  </a:cubicBezTo>
                  <a:cubicBezTo>
                    <a:pt x="64" y="31"/>
                    <a:pt x="60" y="28"/>
                    <a:pt x="56" y="28"/>
                  </a:cubicBezTo>
                  <a:cubicBezTo>
                    <a:pt x="54" y="28"/>
                    <a:pt x="50" y="29"/>
                    <a:pt x="50" y="30"/>
                  </a:cubicBezTo>
                  <a:cubicBezTo>
                    <a:pt x="50" y="10"/>
                    <a:pt x="50" y="10"/>
                    <a:pt x="50" y="10"/>
                  </a:cubicBezTo>
                  <a:cubicBezTo>
                    <a:pt x="50" y="4"/>
                    <a:pt x="46" y="0"/>
                    <a:pt x="40" y="0"/>
                  </a:cubicBezTo>
                  <a:cubicBezTo>
                    <a:pt x="34" y="0"/>
                    <a:pt x="30" y="4"/>
                    <a:pt x="30" y="10"/>
                  </a:cubicBezTo>
                  <a:cubicBezTo>
                    <a:pt x="30" y="45"/>
                    <a:pt x="30" y="45"/>
                    <a:pt x="30" y="45"/>
                  </a:cubicBezTo>
                  <a:cubicBezTo>
                    <a:pt x="22" y="38"/>
                    <a:pt x="13" y="33"/>
                    <a:pt x="8" y="38"/>
                  </a:cubicBezTo>
                  <a:cubicBezTo>
                    <a:pt x="0" y="46"/>
                    <a:pt x="16" y="62"/>
                    <a:pt x="29" y="86"/>
                  </a:cubicBezTo>
                  <a:cubicBezTo>
                    <a:pt x="39" y="102"/>
                    <a:pt x="52" y="108"/>
                    <a:pt x="64" y="108"/>
                  </a:cubicBezTo>
                  <a:cubicBezTo>
                    <a:pt x="83" y="108"/>
                    <a:pt x="98" y="93"/>
                    <a:pt x="98" y="74"/>
                  </a:cubicBezTo>
                  <a:cubicBezTo>
                    <a:pt x="98" y="50"/>
                    <a:pt x="98" y="50"/>
                    <a:pt x="98" y="50"/>
                  </a:cubicBezTo>
                  <a:cubicBezTo>
                    <a:pt x="98" y="45"/>
                    <a:pt x="94" y="40"/>
                    <a:pt x="88" y="40"/>
                  </a:cubicBezTo>
                  <a:close/>
                  <a:moveTo>
                    <a:pt x="94" y="59"/>
                  </a:moveTo>
                  <a:cubicBezTo>
                    <a:pt x="94" y="74"/>
                    <a:pt x="94" y="74"/>
                    <a:pt x="94" y="74"/>
                  </a:cubicBezTo>
                  <a:cubicBezTo>
                    <a:pt x="94" y="90"/>
                    <a:pt x="81" y="104"/>
                    <a:pt x="64" y="104"/>
                  </a:cubicBezTo>
                  <a:cubicBezTo>
                    <a:pt x="49" y="104"/>
                    <a:pt x="40" y="96"/>
                    <a:pt x="33" y="84"/>
                  </a:cubicBezTo>
                  <a:cubicBezTo>
                    <a:pt x="17" y="58"/>
                    <a:pt x="6" y="46"/>
                    <a:pt x="11" y="41"/>
                  </a:cubicBezTo>
                  <a:cubicBezTo>
                    <a:pt x="15" y="37"/>
                    <a:pt x="26" y="46"/>
                    <a:pt x="34" y="55"/>
                  </a:cubicBezTo>
                  <a:cubicBezTo>
                    <a:pt x="34" y="10"/>
                    <a:pt x="34" y="10"/>
                    <a:pt x="34" y="10"/>
                  </a:cubicBezTo>
                  <a:cubicBezTo>
                    <a:pt x="34" y="7"/>
                    <a:pt x="37" y="4"/>
                    <a:pt x="40" y="4"/>
                  </a:cubicBezTo>
                  <a:cubicBezTo>
                    <a:pt x="43" y="4"/>
                    <a:pt x="46" y="7"/>
                    <a:pt x="46" y="10"/>
                  </a:cubicBezTo>
                  <a:cubicBezTo>
                    <a:pt x="46" y="52"/>
                    <a:pt x="46" y="52"/>
                    <a:pt x="46" y="52"/>
                  </a:cubicBezTo>
                  <a:cubicBezTo>
                    <a:pt x="50" y="52"/>
                    <a:pt x="50" y="52"/>
                    <a:pt x="50" y="52"/>
                  </a:cubicBezTo>
                  <a:cubicBezTo>
                    <a:pt x="50" y="38"/>
                    <a:pt x="50" y="38"/>
                    <a:pt x="50" y="38"/>
                  </a:cubicBezTo>
                  <a:cubicBezTo>
                    <a:pt x="50" y="35"/>
                    <a:pt x="53" y="32"/>
                    <a:pt x="56" y="32"/>
                  </a:cubicBezTo>
                  <a:cubicBezTo>
                    <a:pt x="59" y="32"/>
                    <a:pt x="62" y="35"/>
                    <a:pt x="62" y="38"/>
                  </a:cubicBezTo>
                  <a:cubicBezTo>
                    <a:pt x="62" y="48"/>
                    <a:pt x="62" y="48"/>
                    <a:pt x="62" y="48"/>
                  </a:cubicBezTo>
                  <a:cubicBezTo>
                    <a:pt x="62" y="84"/>
                    <a:pt x="62" y="84"/>
                    <a:pt x="62" y="84"/>
                  </a:cubicBezTo>
                  <a:cubicBezTo>
                    <a:pt x="49" y="71"/>
                    <a:pt x="49" y="71"/>
                    <a:pt x="49" y="71"/>
                  </a:cubicBezTo>
                  <a:cubicBezTo>
                    <a:pt x="46" y="74"/>
                    <a:pt x="46" y="74"/>
                    <a:pt x="46" y="74"/>
                  </a:cubicBezTo>
                  <a:cubicBezTo>
                    <a:pt x="64" y="92"/>
                    <a:pt x="64" y="92"/>
                    <a:pt x="64" y="92"/>
                  </a:cubicBezTo>
                  <a:cubicBezTo>
                    <a:pt x="82" y="74"/>
                    <a:pt x="82" y="74"/>
                    <a:pt x="82" y="74"/>
                  </a:cubicBezTo>
                  <a:cubicBezTo>
                    <a:pt x="79" y="71"/>
                    <a:pt x="79" y="71"/>
                    <a:pt x="79" y="71"/>
                  </a:cubicBezTo>
                  <a:cubicBezTo>
                    <a:pt x="66" y="84"/>
                    <a:pt x="66" y="84"/>
                    <a:pt x="66" y="84"/>
                  </a:cubicBezTo>
                  <a:cubicBezTo>
                    <a:pt x="66" y="48"/>
                    <a:pt x="66" y="48"/>
                    <a:pt x="66" y="48"/>
                  </a:cubicBezTo>
                  <a:cubicBezTo>
                    <a:pt x="66" y="42"/>
                    <a:pt x="66" y="42"/>
                    <a:pt x="66" y="42"/>
                  </a:cubicBezTo>
                  <a:cubicBezTo>
                    <a:pt x="66" y="39"/>
                    <a:pt x="69" y="36"/>
                    <a:pt x="72" y="36"/>
                  </a:cubicBezTo>
                  <a:cubicBezTo>
                    <a:pt x="75" y="36"/>
                    <a:pt x="78" y="39"/>
                    <a:pt x="78" y="42"/>
                  </a:cubicBezTo>
                  <a:cubicBezTo>
                    <a:pt x="78" y="52"/>
                    <a:pt x="78" y="52"/>
                    <a:pt x="78" y="52"/>
                  </a:cubicBezTo>
                  <a:cubicBezTo>
                    <a:pt x="82" y="52"/>
                    <a:pt x="82" y="52"/>
                    <a:pt x="82" y="52"/>
                  </a:cubicBezTo>
                  <a:cubicBezTo>
                    <a:pt x="82" y="50"/>
                    <a:pt x="82" y="50"/>
                    <a:pt x="82" y="50"/>
                  </a:cubicBezTo>
                  <a:cubicBezTo>
                    <a:pt x="82" y="47"/>
                    <a:pt x="85" y="44"/>
                    <a:pt x="88" y="44"/>
                  </a:cubicBezTo>
                  <a:cubicBezTo>
                    <a:pt x="91" y="44"/>
                    <a:pt x="94" y="47"/>
                    <a:pt x="94" y="50"/>
                  </a:cubicBezTo>
                  <a:lnTo>
                    <a:pt x="94" y="5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4" name="Freeform 36"/>
            <p:cNvSpPr>
              <a:spLocks noEditPoints="1"/>
            </p:cNvSpPr>
            <p:nvPr/>
          </p:nvSpPr>
          <p:spPr bwMode="auto">
            <a:xfrm>
              <a:off x="9288155" y="3676336"/>
              <a:ext cx="255588" cy="280988"/>
            </a:xfrm>
            <a:custGeom>
              <a:avLst/>
              <a:gdLst>
                <a:gd name="T0" fmla="*/ 64 w 98"/>
                <a:gd name="T1" fmla="*/ 104 h 108"/>
                <a:gd name="T2" fmla="*/ 94 w 98"/>
                <a:gd name="T3" fmla="*/ 74 h 108"/>
                <a:gd name="T4" fmla="*/ 94 w 98"/>
                <a:gd name="T5" fmla="*/ 74 h 108"/>
                <a:gd name="T6" fmla="*/ 94 w 98"/>
                <a:gd name="T7" fmla="*/ 59 h 108"/>
                <a:gd name="T8" fmla="*/ 94 w 98"/>
                <a:gd name="T9" fmla="*/ 50 h 108"/>
                <a:gd name="T10" fmla="*/ 88 w 98"/>
                <a:gd name="T11" fmla="*/ 44 h 108"/>
                <a:gd name="T12" fmla="*/ 82 w 98"/>
                <a:gd name="T13" fmla="*/ 50 h 108"/>
                <a:gd name="T14" fmla="*/ 82 w 98"/>
                <a:gd name="T15" fmla="*/ 52 h 108"/>
                <a:gd name="T16" fmla="*/ 78 w 98"/>
                <a:gd name="T17" fmla="*/ 52 h 108"/>
                <a:gd name="T18" fmla="*/ 78 w 98"/>
                <a:gd name="T19" fmla="*/ 42 h 108"/>
                <a:gd name="T20" fmla="*/ 72 w 98"/>
                <a:gd name="T21" fmla="*/ 36 h 108"/>
                <a:gd name="T22" fmla="*/ 66 w 98"/>
                <a:gd name="T23" fmla="*/ 42 h 108"/>
                <a:gd name="T24" fmla="*/ 66 w 98"/>
                <a:gd name="T25" fmla="*/ 48 h 108"/>
                <a:gd name="T26" fmla="*/ 62 w 98"/>
                <a:gd name="T27" fmla="*/ 48 h 108"/>
                <a:gd name="T28" fmla="*/ 62 w 98"/>
                <a:gd name="T29" fmla="*/ 38 h 108"/>
                <a:gd name="T30" fmla="*/ 56 w 98"/>
                <a:gd name="T31" fmla="*/ 32 h 108"/>
                <a:gd name="T32" fmla="*/ 50 w 98"/>
                <a:gd name="T33" fmla="*/ 38 h 108"/>
                <a:gd name="T34" fmla="*/ 50 w 98"/>
                <a:gd name="T35" fmla="*/ 52 h 108"/>
                <a:gd name="T36" fmla="*/ 46 w 98"/>
                <a:gd name="T37" fmla="*/ 52 h 108"/>
                <a:gd name="T38" fmla="*/ 46 w 98"/>
                <a:gd name="T39" fmla="*/ 10 h 108"/>
                <a:gd name="T40" fmla="*/ 40 w 98"/>
                <a:gd name="T41" fmla="*/ 4 h 108"/>
                <a:gd name="T42" fmla="*/ 34 w 98"/>
                <a:gd name="T43" fmla="*/ 10 h 108"/>
                <a:gd name="T44" fmla="*/ 34 w 98"/>
                <a:gd name="T45" fmla="*/ 55 h 108"/>
                <a:gd name="T46" fmla="*/ 11 w 98"/>
                <a:gd name="T47" fmla="*/ 41 h 108"/>
                <a:gd name="T48" fmla="*/ 33 w 98"/>
                <a:gd name="T49" fmla="*/ 84 h 108"/>
                <a:gd name="T50" fmla="*/ 64 w 98"/>
                <a:gd name="T51" fmla="*/ 104 h 108"/>
                <a:gd name="T52" fmla="*/ 64 w 98"/>
                <a:gd name="T53" fmla="*/ 104 h 108"/>
                <a:gd name="T54" fmla="*/ 98 w 98"/>
                <a:gd name="T55" fmla="*/ 74 h 108"/>
                <a:gd name="T56" fmla="*/ 64 w 98"/>
                <a:gd name="T57" fmla="*/ 108 h 108"/>
                <a:gd name="T58" fmla="*/ 30 w 98"/>
                <a:gd name="T59" fmla="*/ 86 h 108"/>
                <a:gd name="T60" fmla="*/ 8 w 98"/>
                <a:gd name="T61" fmla="*/ 38 h 108"/>
                <a:gd name="T62" fmla="*/ 30 w 98"/>
                <a:gd name="T63" fmla="*/ 45 h 108"/>
                <a:gd name="T64" fmla="*/ 30 w 98"/>
                <a:gd name="T65" fmla="*/ 45 h 108"/>
                <a:gd name="T66" fmla="*/ 30 w 98"/>
                <a:gd name="T67" fmla="*/ 10 h 108"/>
                <a:gd name="T68" fmla="*/ 40 w 98"/>
                <a:gd name="T69" fmla="*/ 0 h 108"/>
                <a:gd name="T70" fmla="*/ 50 w 98"/>
                <a:gd name="T71" fmla="*/ 10 h 108"/>
                <a:gd name="T72" fmla="*/ 50 w 98"/>
                <a:gd name="T73" fmla="*/ 30 h 108"/>
                <a:gd name="T74" fmla="*/ 56 w 98"/>
                <a:gd name="T75" fmla="*/ 28 h 108"/>
                <a:gd name="T76" fmla="*/ 66 w 98"/>
                <a:gd name="T77" fmla="*/ 35 h 108"/>
                <a:gd name="T78" fmla="*/ 72 w 98"/>
                <a:gd name="T79" fmla="*/ 32 h 108"/>
                <a:gd name="T80" fmla="*/ 82 w 98"/>
                <a:gd name="T81" fmla="*/ 42 h 108"/>
                <a:gd name="T82" fmla="*/ 82 w 98"/>
                <a:gd name="T83" fmla="*/ 42 h 108"/>
                <a:gd name="T84" fmla="*/ 88 w 98"/>
                <a:gd name="T85" fmla="*/ 40 h 108"/>
                <a:gd name="T86" fmla="*/ 98 w 98"/>
                <a:gd name="T87" fmla="*/ 50 h 108"/>
                <a:gd name="T88" fmla="*/ 98 w 98"/>
                <a:gd name="T89" fmla="*/ 7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8" h="108">
                  <a:moveTo>
                    <a:pt x="64" y="104"/>
                  </a:moveTo>
                  <a:cubicBezTo>
                    <a:pt x="81" y="104"/>
                    <a:pt x="94" y="90"/>
                    <a:pt x="94" y="74"/>
                  </a:cubicBezTo>
                  <a:cubicBezTo>
                    <a:pt x="94" y="74"/>
                    <a:pt x="94" y="83"/>
                    <a:pt x="94" y="74"/>
                  </a:cubicBezTo>
                  <a:cubicBezTo>
                    <a:pt x="94" y="59"/>
                    <a:pt x="94" y="59"/>
                    <a:pt x="94" y="59"/>
                  </a:cubicBezTo>
                  <a:cubicBezTo>
                    <a:pt x="94" y="50"/>
                    <a:pt x="94" y="50"/>
                    <a:pt x="94" y="50"/>
                  </a:cubicBezTo>
                  <a:cubicBezTo>
                    <a:pt x="94" y="47"/>
                    <a:pt x="92" y="44"/>
                    <a:pt x="88" y="44"/>
                  </a:cubicBezTo>
                  <a:cubicBezTo>
                    <a:pt x="85" y="44"/>
                    <a:pt x="82" y="47"/>
                    <a:pt x="82" y="50"/>
                  </a:cubicBezTo>
                  <a:cubicBezTo>
                    <a:pt x="82" y="52"/>
                    <a:pt x="82" y="52"/>
                    <a:pt x="82" y="52"/>
                  </a:cubicBezTo>
                  <a:cubicBezTo>
                    <a:pt x="78" y="52"/>
                    <a:pt x="78" y="52"/>
                    <a:pt x="78" y="52"/>
                  </a:cubicBezTo>
                  <a:cubicBezTo>
                    <a:pt x="78" y="42"/>
                    <a:pt x="78" y="42"/>
                    <a:pt x="78" y="42"/>
                  </a:cubicBezTo>
                  <a:cubicBezTo>
                    <a:pt x="78" y="39"/>
                    <a:pt x="76" y="36"/>
                    <a:pt x="72" y="36"/>
                  </a:cubicBezTo>
                  <a:cubicBezTo>
                    <a:pt x="69" y="36"/>
                    <a:pt x="66" y="39"/>
                    <a:pt x="66" y="42"/>
                  </a:cubicBezTo>
                  <a:cubicBezTo>
                    <a:pt x="66" y="48"/>
                    <a:pt x="66" y="48"/>
                    <a:pt x="66" y="48"/>
                  </a:cubicBezTo>
                  <a:cubicBezTo>
                    <a:pt x="62" y="48"/>
                    <a:pt x="62" y="48"/>
                    <a:pt x="62" y="48"/>
                  </a:cubicBezTo>
                  <a:cubicBezTo>
                    <a:pt x="62" y="38"/>
                    <a:pt x="62" y="38"/>
                    <a:pt x="62" y="38"/>
                  </a:cubicBezTo>
                  <a:cubicBezTo>
                    <a:pt x="62" y="35"/>
                    <a:pt x="60" y="32"/>
                    <a:pt x="56" y="32"/>
                  </a:cubicBezTo>
                  <a:cubicBezTo>
                    <a:pt x="53" y="32"/>
                    <a:pt x="50" y="35"/>
                    <a:pt x="50" y="38"/>
                  </a:cubicBezTo>
                  <a:cubicBezTo>
                    <a:pt x="50" y="52"/>
                    <a:pt x="50" y="52"/>
                    <a:pt x="50" y="52"/>
                  </a:cubicBezTo>
                  <a:cubicBezTo>
                    <a:pt x="46" y="52"/>
                    <a:pt x="46" y="52"/>
                    <a:pt x="46" y="52"/>
                  </a:cubicBezTo>
                  <a:cubicBezTo>
                    <a:pt x="46" y="10"/>
                    <a:pt x="46" y="10"/>
                    <a:pt x="46" y="10"/>
                  </a:cubicBezTo>
                  <a:cubicBezTo>
                    <a:pt x="46" y="7"/>
                    <a:pt x="44" y="4"/>
                    <a:pt x="40" y="4"/>
                  </a:cubicBezTo>
                  <a:cubicBezTo>
                    <a:pt x="37" y="4"/>
                    <a:pt x="34" y="7"/>
                    <a:pt x="34" y="10"/>
                  </a:cubicBezTo>
                  <a:cubicBezTo>
                    <a:pt x="34" y="55"/>
                    <a:pt x="34" y="55"/>
                    <a:pt x="34" y="55"/>
                  </a:cubicBezTo>
                  <a:cubicBezTo>
                    <a:pt x="26" y="46"/>
                    <a:pt x="15" y="37"/>
                    <a:pt x="11" y="41"/>
                  </a:cubicBezTo>
                  <a:cubicBezTo>
                    <a:pt x="6" y="46"/>
                    <a:pt x="18" y="58"/>
                    <a:pt x="33" y="84"/>
                  </a:cubicBezTo>
                  <a:cubicBezTo>
                    <a:pt x="40" y="96"/>
                    <a:pt x="49" y="104"/>
                    <a:pt x="64" y="104"/>
                  </a:cubicBezTo>
                  <a:cubicBezTo>
                    <a:pt x="64" y="104"/>
                    <a:pt x="64" y="104"/>
                    <a:pt x="64" y="104"/>
                  </a:cubicBezTo>
                  <a:close/>
                  <a:moveTo>
                    <a:pt x="98" y="74"/>
                  </a:moveTo>
                  <a:cubicBezTo>
                    <a:pt x="98" y="93"/>
                    <a:pt x="83" y="108"/>
                    <a:pt x="64" y="108"/>
                  </a:cubicBezTo>
                  <a:cubicBezTo>
                    <a:pt x="52" y="108"/>
                    <a:pt x="39" y="102"/>
                    <a:pt x="30" y="86"/>
                  </a:cubicBezTo>
                  <a:cubicBezTo>
                    <a:pt x="17" y="62"/>
                    <a:pt x="0" y="46"/>
                    <a:pt x="8" y="38"/>
                  </a:cubicBezTo>
                  <a:cubicBezTo>
                    <a:pt x="14" y="33"/>
                    <a:pt x="22" y="38"/>
                    <a:pt x="30" y="45"/>
                  </a:cubicBezTo>
                  <a:cubicBezTo>
                    <a:pt x="30" y="45"/>
                    <a:pt x="30" y="45"/>
                    <a:pt x="30" y="45"/>
                  </a:cubicBezTo>
                  <a:cubicBezTo>
                    <a:pt x="30" y="10"/>
                    <a:pt x="30" y="10"/>
                    <a:pt x="30" y="10"/>
                  </a:cubicBezTo>
                  <a:cubicBezTo>
                    <a:pt x="30" y="4"/>
                    <a:pt x="35" y="0"/>
                    <a:pt x="40" y="0"/>
                  </a:cubicBezTo>
                  <a:cubicBezTo>
                    <a:pt x="46" y="0"/>
                    <a:pt x="50" y="4"/>
                    <a:pt x="50" y="10"/>
                  </a:cubicBezTo>
                  <a:cubicBezTo>
                    <a:pt x="50" y="30"/>
                    <a:pt x="50" y="30"/>
                    <a:pt x="50" y="30"/>
                  </a:cubicBezTo>
                  <a:cubicBezTo>
                    <a:pt x="52" y="29"/>
                    <a:pt x="54" y="28"/>
                    <a:pt x="56" y="28"/>
                  </a:cubicBezTo>
                  <a:cubicBezTo>
                    <a:pt x="61" y="28"/>
                    <a:pt x="64" y="31"/>
                    <a:pt x="66" y="35"/>
                  </a:cubicBezTo>
                  <a:cubicBezTo>
                    <a:pt x="67" y="33"/>
                    <a:pt x="70" y="32"/>
                    <a:pt x="72" y="32"/>
                  </a:cubicBezTo>
                  <a:cubicBezTo>
                    <a:pt x="78" y="32"/>
                    <a:pt x="82" y="36"/>
                    <a:pt x="82" y="42"/>
                  </a:cubicBezTo>
                  <a:cubicBezTo>
                    <a:pt x="82" y="42"/>
                    <a:pt x="82" y="42"/>
                    <a:pt x="82" y="42"/>
                  </a:cubicBezTo>
                  <a:cubicBezTo>
                    <a:pt x="84" y="41"/>
                    <a:pt x="86" y="40"/>
                    <a:pt x="88" y="40"/>
                  </a:cubicBezTo>
                  <a:cubicBezTo>
                    <a:pt x="94" y="40"/>
                    <a:pt x="98" y="45"/>
                    <a:pt x="98" y="50"/>
                  </a:cubicBezTo>
                  <a:cubicBezTo>
                    <a:pt x="98" y="74"/>
                    <a:pt x="98" y="74"/>
                    <a:pt x="98" y="7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5" name="Freeform 37"/>
            <p:cNvSpPr>
              <a:spLocks noEditPoints="1"/>
            </p:cNvSpPr>
            <p:nvPr/>
          </p:nvSpPr>
          <p:spPr bwMode="auto">
            <a:xfrm>
              <a:off x="320572" y="184483"/>
              <a:ext cx="254000" cy="322263"/>
            </a:xfrm>
            <a:custGeom>
              <a:avLst/>
              <a:gdLst>
                <a:gd name="T0" fmla="*/ 66 w 98"/>
                <a:gd name="T1" fmla="*/ 26 h 124"/>
                <a:gd name="T2" fmla="*/ 14 w 98"/>
                <a:gd name="T3" fmla="*/ 26 h 124"/>
                <a:gd name="T4" fmla="*/ 26 w 98"/>
                <a:gd name="T5" fmla="*/ 43 h 124"/>
                <a:gd name="T6" fmla="*/ 40 w 98"/>
                <a:gd name="T7" fmla="*/ 4 h 124"/>
                <a:gd name="T8" fmla="*/ 57 w 98"/>
                <a:gd name="T9" fmla="*/ 40 h 124"/>
                <a:gd name="T10" fmla="*/ 61 w 98"/>
                <a:gd name="T11" fmla="*/ 41 h 124"/>
                <a:gd name="T12" fmla="*/ 58 w 98"/>
                <a:gd name="T13" fmla="*/ 26 h 124"/>
                <a:gd name="T14" fmla="*/ 22 w 98"/>
                <a:gd name="T15" fmla="*/ 26 h 124"/>
                <a:gd name="T16" fmla="*/ 26 w 98"/>
                <a:gd name="T17" fmla="*/ 26 h 124"/>
                <a:gd name="T18" fmla="*/ 54 w 98"/>
                <a:gd name="T19" fmla="*/ 26 h 124"/>
                <a:gd name="T20" fmla="*/ 54 w 98"/>
                <a:gd name="T21" fmla="*/ 37 h 124"/>
                <a:gd name="T22" fmla="*/ 94 w 98"/>
                <a:gd name="T23" fmla="*/ 90 h 124"/>
                <a:gd name="T24" fmla="*/ 94 w 98"/>
                <a:gd name="T25" fmla="*/ 75 h 124"/>
                <a:gd name="T26" fmla="*/ 88 w 98"/>
                <a:gd name="T27" fmla="*/ 60 h 124"/>
                <a:gd name="T28" fmla="*/ 82 w 98"/>
                <a:gd name="T29" fmla="*/ 68 h 124"/>
                <a:gd name="T30" fmla="*/ 78 w 98"/>
                <a:gd name="T31" fmla="*/ 58 h 124"/>
                <a:gd name="T32" fmla="*/ 66 w 98"/>
                <a:gd name="T33" fmla="*/ 58 h 124"/>
                <a:gd name="T34" fmla="*/ 62 w 98"/>
                <a:gd name="T35" fmla="*/ 64 h 124"/>
                <a:gd name="T36" fmla="*/ 56 w 98"/>
                <a:gd name="T37" fmla="*/ 48 h 124"/>
                <a:gd name="T38" fmla="*/ 50 w 98"/>
                <a:gd name="T39" fmla="*/ 68 h 124"/>
                <a:gd name="T40" fmla="*/ 46 w 98"/>
                <a:gd name="T41" fmla="*/ 26 h 124"/>
                <a:gd name="T42" fmla="*/ 34 w 98"/>
                <a:gd name="T43" fmla="*/ 26 h 124"/>
                <a:gd name="T44" fmla="*/ 11 w 98"/>
                <a:gd name="T45" fmla="*/ 57 h 124"/>
                <a:gd name="T46" fmla="*/ 64 w 98"/>
                <a:gd name="T47" fmla="*/ 120 h 124"/>
                <a:gd name="T48" fmla="*/ 64 w 98"/>
                <a:gd name="T49" fmla="*/ 124 h 124"/>
                <a:gd name="T50" fmla="*/ 8 w 98"/>
                <a:gd name="T51" fmla="*/ 54 h 124"/>
                <a:gd name="T52" fmla="*/ 30 w 98"/>
                <a:gd name="T53" fmla="*/ 61 h 124"/>
                <a:gd name="T54" fmla="*/ 40 w 98"/>
                <a:gd name="T55" fmla="*/ 16 h 124"/>
                <a:gd name="T56" fmla="*/ 50 w 98"/>
                <a:gd name="T57" fmla="*/ 46 h 124"/>
                <a:gd name="T58" fmla="*/ 66 w 98"/>
                <a:gd name="T59" fmla="*/ 51 h 124"/>
                <a:gd name="T60" fmla="*/ 82 w 98"/>
                <a:gd name="T61" fmla="*/ 58 h 124"/>
                <a:gd name="T62" fmla="*/ 88 w 98"/>
                <a:gd name="T63" fmla="*/ 56 h 124"/>
                <a:gd name="T64" fmla="*/ 98 w 98"/>
                <a:gd name="T65" fmla="*/ 9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8" h="124">
                  <a:moveTo>
                    <a:pt x="61" y="41"/>
                  </a:moveTo>
                  <a:cubicBezTo>
                    <a:pt x="64" y="37"/>
                    <a:pt x="66" y="32"/>
                    <a:pt x="66" y="26"/>
                  </a:cubicBezTo>
                  <a:cubicBezTo>
                    <a:pt x="66" y="12"/>
                    <a:pt x="55" y="0"/>
                    <a:pt x="40" y="0"/>
                  </a:cubicBezTo>
                  <a:cubicBezTo>
                    <a:pt x="26" y="0"/>
                    <a:pt x="14" y="12"/>
                    <a:pt x="14" y="26"/>
                  </a:cubicBezTo>
                  <a:cubicBezTo>
                    <a:pt x="14" y="35"/>
                    <a:pt x="19" y="43"/>
                    <a:pt x="26" y="48"/>
                  </a:cubicBezTo>
                  <a:cubicBezTo>
                    <a:pt x="26" y="43"/>
                    <a:pt x="26" y="43"/>
                    <a:pt x="26" y="43"/>
                  </a:cubicBezTo>
                  <a:cubicBezTo>
                    <a:pt x="21" y="39"/>
                    <a:pt x="18" y="33"/>
                    <a:pt x="18" y="26"/>
                  </a:cubicBezTo>
                  <a:cubicBezTo>
                    <a:pt x="18" y="14"/>
                    <a:pt x="28" y="4"/>
                    <a:pt x="40" y="4"/>
                  </a:cubicBezTo>
                  <a:cubicBezTo>
                    <a:pt x="52" y="4"/>
                    <a:pt x="62" y="14"/>
                    <a:pt x="62" y="26"/>
                  </a:cubicBezTo>
                  <a:cubicBezTo>
                    <a:pt x="62" y="31"/>
                    <a:pt x="60" y="36"/>
                    <a:pt x="57" y="40"/>
                  </a:cubicBezTo>
                  <a:cubicBezTo>
                    <a:pt x="59" y="40"/>
                    <a:pt x="60" y="40"/>
                    <a:pt x="61" y="41"/>
                  </a:cubicBezTo>
                  <a:cubicBezTo>
                    <a:pt x="61" y="41"/>
                    <a:pt x="61" y="41"/>
                    <a:pt x="61" y="41"/>
                  </a:cubicBezTo>
                  <a:close/>
                  <a:moveTo>
                    <a:pt x="54" y="37"/>
                  </a:moveTo>
                  <a:cubicBezTo>
                    <a:pt x="57" y="34"/>
                    <a:pt x="58" y="30"/>
                    <a:pt x="58" y="26"/>
                  </a:cubicBezTo>
                  <a:cubicBezTo>
                    <a:pt x="58" y="16"/>
                    <a:pt x="50" y="8"/>
                    <a:pt x="40" y="8"/>
                  </a:cubicBezTo>
                  <a:cubicBezTo>
                    <a:pt x="30" y="8"/>
                    <a:pt x="22" y="16"/>
                    <a:pt x="22" y="26"/>
                  </a:cubicBezTo>
                  <a:cubicBezTo>
                    <a:pt x="22" y="30"/>
                    <a:pt x="24" y="34"/>
                    <a:pt x="26" y="37"/>
                  </a:cubicBezTo>
                  <a:cubicBezTo>
                    <a:pt x="26" y="26"/>
                    <a:pt x="26" y="26"/>
                    <a:pt x="26" y="26"/>
                  </a:cubicBezTo>
                  <a:cubicBezTo>
                    <a:pt x="26" y="18"/>
                    <a:pt x="33" y="12"/>
                    <a:pt x="40" y="12"/>
                  </a:cubicBezTo>
                  <a:cubicBezTo>
                    <a:pt x="48" y="12"/>
                    <a:pt x="54" y="18"/>
                    <a:pt x="54" y="26"/>
                  </a:cubicBezTo>
                  <a:cubicBezTo>
                    <a:pt x="54" y="37"/>
                    <a:pt x="54" y="37"/>
                    <a:pt x="54" y="37"/>
                  </a:cubicBezTo>
                  <a:cubicBezTo>
                    <a:pt x="54" y="37"/>
                    <a:pt x="54" y="37"/>
                    <a:pt x="54" y="37"/>
                  </a:cubicBezTo>
                  <a:close/>
                  <a:moveTo>
                    <a:pt x="64" y="120"/>
                  </a:moveTo>
                  <a:cubicBezTo>
                    <a:pt x="81" y="120"/>
                    <a:pt x="94" y="106"/>
                    <a:pt x="94" y="90"/>
                  </a:cubicBezTo>
                  <a:cubicBezTo>
                    <a:pt x="94" y="90"/>
                    <a:pt x="94" y="99"/>
                    <a:pt x="94" y="90"/>
                  </a:cubicBezTo>
                  <a:cubicBezTo>
                    <a:pt x="94" y="75"/>
                    <a:pt x="94" y="75"/>
                    <a:pt x="94" y="75"/>
                  </a:cubicBezTo>
                  <a:cubicBezTo>
                    <a:pt x="94" y="66"/>
                    <a:pt x="94" y="66"/>
                    <a:pt x="94" y="66"/>
                  </a:cubicBezTo>
                  <a:cubicBezTo>
                    <a:pt x="94" y="63"/>
                    <a:pt x="92" y="60"/>
                    <a:pt x="88" y="60"/>
                  </a:cubicBezTo>
                  <a:cubicBezTo>
                    <a:pt x="85" y="60"/>
                    <a:pt x="82" y="63"/>
                    <a:pt x="82" y="66"/>
                  </a:cubicBezTo>
                  <a:cubicBezTo>
                    <a:pt x="82" y="68"/>
                    <a:pt x="82" y="68"/>
                    <a:pt x="82" y="68"/>
                  </a:cubicBezTo>
                  <a:cubicBezTo>
                    <a:pt x="78" y="68"/>
                    <a:pt x="78" y="68"/>
                    <a:pt x="78" y="68"/>
                  </a:cubicBezTo>
                  <a:cubicBezTo>
                    <a:pt x="78" y="58"/>
                    <a:pt x="78" y="58"/>
                    <a:pt x="78" y="58"/>
                  </a:cubicBezTo>
                  <a:cubicBezTo>
                    <a:pt x="78" y="55"/>
                    <a:pt x="76" y="52"/>
                    <a:pt x="72" y="52"/>
                  </a:cubicBezTo>
                  <a:cubicBezTo>
                    <a:pt x="69" y="52"/>
                    <a:pt x="66" y="55"/>
                    <a:pt x="66" y="58"/>
                  </a:cubicBezTo>
                  <a:cubicBezTo>
                    <a:pt x="66" y="64"/>
                    <a:pt x="66" y="64"/>
                    <a:pt x="66" y="64"/>
                  </a:cubicBezTo>
                  <a:cubicBezTo>
                    <a:pt x="62" y="64"/>
                    <a:pt x="62" y="64"/>
                    <a:pt x="62" y="64"/>
                  </a:cubicBezTo>
                  <a:cubicBezTo>
                    <a:pt x="62" y="54"/>
                    <a:pt x="62" y="54"/>
                    <a:pt x="62" y="54"/>
                  </a:cubicBezTo>
                  <a:cubicBezTo>
                    <a:pt x="62" y="51"/>
                    <a:pt x="60" y="48"/>
                    <a:pt x="56" y="48"/>
                  </a:cubicBezTo>
                  <a:cubicBezTo>
                    <a:pt x="53" y="48"/>
                    <a:pt x="50" y="51"/>
                    <a:pt x="50" y="54"/>
                  </a:cubicBezTo>
                  <a:cubicBezTo>
                    <a:pt x="50" y="68"/>
                    <a:pt x="50" y="68"/>
                    <a:pt x="50" y="68"/>
                  </a:cubicBezTo>
                  <a:cubicBezTo>
                    <a:pt x="46" y="68"/>
                    <a:pt x="46" y="68"/>
                    <a:pt x="46" y="68"/>
                  </a:cubicBezTo>
                  <a:cubicBezTo>
                    <a:pt x="46" y="26"/>
                    <a:pt x="46" y="26"/>
                    <a:pt x="46" y="26"/>
                  </a:cubicBezTo>
                  <a:cubicBezTo>
                    <a:pt x="46" y="23"/>
                    <a:pt x="44" y="20"/>
                    <a:pt x="40" y="20"/>
                  </a:cubicBezTo>
                  <a:cubicBezTo>
                    <a:pt x="37" y="20"/>
                    <a:pt x="34" y="23"/>
                    <a:pt x="34" y="26"/>
                  </a:cubicBezTo>
                  <a:cubicBezTo>
                    <a:pt x="34" y="71"/>
                    <a:pt x="34" y="71"/>
                    <a:pt x="34" y="71"/>
                  </a:cubicBezTo>
                  <a:cubicBezTo>
                    <a:pt x="26" y="62"/>
                    <a:pt x="15" y="53"/>
                    <a:pt x="11" y="57"/>
                  </a:cubicBezTo>
                  <a:cubicBezTo>
                    <a:pt x="6" y="62"/>
                    <a:pt x="18" y="74"/>
                    <a:pt x="33" y="100"/>
                  </a:cubicBezTo>
                  <a:cubicBezTo>
                    <a:pt x="40" y="112"/>
                    <a:pt x="49" y="120"/>
                    <a:pt x="64" y="120"/>
                  </a:cubicBezTo>
                  <a:close/>
                  <a:moveTo>
                    <a:pt x="98" y="90"/>
                  </a:moveTo>
                  <a:cubicBezTo>
                    <a:pt x="98" y="109"/>
                    <a:pt x="83" y="124"/>
                    <a:pt x="64" y="124"/>
                  </a:cubicBezTo>
                  <a:cubicBezTo>
                    <a:pt x="52" y="124"/>
                    <a:pt x="39" y="118"/>
                    <a:pt x="30" y="102"/>
                  </a:cubicBezTo>
                  <a:cubicBezTo>
                    <a:pt x="17" y="78"/>
                    <a:pt x="0" y="62"/>
                    <a:pt x="8" y="54"/>
                  </a:cubicBezTo>
                  <a:cubicBezTo>
                    <a:pt x="14" y="49"/>
                    <a:pt x="22" y="54"/>
                    <a:pt x="30" y="61"/>
                  </a:cubicBezTo>
                  <a:cubicBezTo>
                    <a:pt x="30" y="61"/>
                    <a:pt x="30" y="61"/>
                    <a:pt x="30" y="61"/>
                  </a:cubicBezTo>
                  <a:cubicBezTo>
                    <a:pt x="30" y="26"/>
                    <a:pt x="30" y="26"/>
                    <a:pt x="30" y="26"/>
                  </a:cubicBezTo>
                  <a:cubicBezTo>
                    <a:pt x="30" y="20"/>
                    <a:pt x="35" y="16"/>
                    <a:pt x="40" y="16"/>
                  </a:cubicBezTo>
                  <a:cubicBezTo>
                    <a:pt x="46" y="16"/>
                    <a:pt x="50" y="20"/>
                    <a:pt x="50" y="26"/>
                  </a:cubicBezTo>
                  <a:cubicBezTo>
                    <a:pt x="50" y="46"/>
                    <a:pt x="50" y="46"/>
                    <a:pt x="50" y="46"/>
                  </a:cubicBezTo>
                  <a:cubicBezTo>
                    <a:pt x="52" y="45"/>
                    <a:pt x="54" y="44"/>
                    <a:pt x="56" y="44"/>
                  </a:cubicBezTo>
                  <a:cubicBezTo>
                    <a:pt x="61" y="44"/>
                    <a:pt x="64" y="47"/>
                    <a:pt x="66" y="51"/>
                  </a:cubicBezTo>
                  <a:cubicBezTo>
                    <a:pt x="67" y="49"/>
                    <a:pt x="70" y="48"/>
                    <a:pt x="72" y="48"/>
                  </a:cubicBezTo>
                  <a:cubicBezTo>
                    <a:pt x="78" y="48"/>
                    <a:pt x="82" y="52"/>
                    <a:pt x="82" y="58"/>
                  </a:cubicBezTo>
                  <a:cubicBezTo>
                    <a:pt x="82" y="58"/>
                    <a:pt x="82" y="58"/>
                    <a:pt x="82" y="58"/>
                  </a:cubicBezTo>
                  <a:cubicBezTo>
                    <a:pt x="84" y="57"/>
                    <a:pt x="86" y="56"/>
                    <a:pt x="88" y="56"/>
                  </a:cubicBezTo>
                  <a:cubicBezTo>
                    <a:pt x="94" y="56"/>
                    <a:pt x="98" y="61"/>
                    <a:pt x="98" y="66"/>
                  </a:cubicBezTo>
                  <a:cubicBezTo>
                    <a:pt x="98" y="90"/>
                    <a:pt x="98" y="90"/>
                    <a:pt x="98" y="9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6" name="Freeform 38"/>
            <p:cNvSpPr>
              <a:spLocks noEditPoints="1"/>
            </p:cNvSpPr>
            <p:nvPr/>
          </p:nvSpPr>
          <p:spPr bwMode="auto">
            <a:xfrm>
              <a:off x="8269432" y="4112575"/>
              <a:ext cx="254000" cy="303213"/>
            </a:xfrm>
            <a:custGeom>
              <a:avLst/>
              <a:gdLst>
                <a:gd name="T0" fmla="*/ 54 w 98"/>
                <a:gd name="T1" fmla="*/ 29 h 116"/>
                <a:gd name="T2" fmla="*/ 58 w 98"/>
                <a:gd name="T3" fmla="*/ 18 h 116"/>
                <a:gd name="T4" fmla="*/ 40 w 98"/>
                <a:gd name="T5" fmla="*/ 0 h 116"/>
                <a:gd name="T6" fmla="*/ 22 w 98"/>
                <a:gd name="T7" fmla="*/ 18 h 116"/>
                <a:gd name="T8" fmla="*/ 26 w 98"/>
                <a:gd name="T9" fmla="*/ 29 h 116"/>
                <a:gd name="T10" fmla="*/ 26 w 98"/>
                <a:gd name="T11" fmla="*/ 18 h 116"/>
                <a:gd name="T12" fmla="*/ 40 w 98"/>
                <a:gd name="T13" fmla="*/ 4 h 116"/>
                <a:gd name="T14" fmla="*/ 54 w 98"/>
                <a:gd name="T15" fmla="*/ 18 h 116"/>
                <a:gd name="T16" fmla="*/ 54 w 98"/>
                <a:gd name="T17" fmla="*/ 29 h 116"/>
                <a:gd name="T18" fmla="*/ 54 w 98"/>
                <a:gd name="T19" fmla="*/ 29 h 116"/>
                <a:gd name="T20" fmla="*/ 64 w 98"/>
                <a:gd name="T21" fmla="*/ 112 h 116"/>
                <a:gd name="T22" fmla="*/ 94 w 98"/>
                <a:gd name="T23" fmla="*/ 82 h 116"/>
                <a:gd name="T24" fmla="*/ 94 w 98"/>
                <a:gd name="T25" fmla="*/ 82 h 116"/>
                <a:gd name="T26" fmla="*/ 94 w 98"/>
                <a:gd name="T27" fmla="*/ 67 h 116"/>
                <a:gd name="T28" fmla="*/ 94 w 98"/>
                <a:gd name="T29" fmla="*/ 58 h 116"/>
                <a:gd name="T30" fmla="*/ 88 w 98"/>
                <a:gd name="T31" fmla="*/ 52 h 116"/>
                <a:gd name="T32" fmla="*/ 82 w 98"/>
                <a:gd name="T33" fmla="*/ 58 h 116"/>
                <a:gd name="T34" fmla="*/ 82 w 98"/>
                <a:gd name="T35" fmla="*/ 60 h 116"/>
                <a:gd name="T36" fmla="*/ 78 w 98"/>
                <a:gd name="T37" fmla="*/ 60 h 116"/>
                <a:gd name="T38" fmla="*/ 78 w 98"/>
                <a:gd name="T39" fmla="*/ 50 h 116"/>
                <a:gd name="T40" fmla="*/ 72 w 98"/>
                <a:gd name="T41" fmla="*/ 44 h 116"/>
                <a:gd name="T42" fmla="*/ 66 w 98"/>
                <a:gd name="T43" fmla="*/ 50 h 116"/>
                <a:gd name="T44" fmla="*/ 66 w 98"/>
                <a:gd name="T45" fmla="*/ 56 h 116"/>
                <a:gd name="T46" fmla="*/ 62 w 98"/>
                <a:gd name="T47" fmla="*/ 56 h 116"/>
                <a:gd name="T48" fmla="*/ 62 w 98"/>
                <a:gd name="T49" fmla="*/ 46 h 116"/>
                <a:gd name="T50" fmla="*/ 56 w 98"/>
                <a:gd name="T51" fmla="*/ 40 h 116"/>
                <a:gd name="T52" fmla="*/ 50 w 98"/>
                <a:gd name="T53" fmla="*/ 46 h 116"/>
                <a:gd name="T54" fmla="*/ 50 w 98"/>
                <a:gd name="T55" fmla="*/ 60 h 116"/>
                <a:gd name="T56" fmla="*/ 46 w 98"/>
                <a:gd name="T57" fmla="*/ 60 h 116"/>
                <a:gd name="T58" fmla="*/ 46 w 98"/>
                <a:gd name="T59" fmla="*/ 18 h 116"/>
                <a:gd name="T60" fmla="*/ 40 w 98"/>
                <a:gd name="T61" fmla="*/ 12 h 116"/>
                <a:gd name="T62" fmla="*/ 34 w 98"/>
                <a:gd name="T63" fmla="*/ 18 h 116"/>
                <a:gd name="T64" fmla="*/ 34 w 98"/>
                <a:gd name="T65" fmla="*/ 63 h 116"/>
                <a:gd name="T66" fmla="*/ 11 w 98"/>
                <a:gd name="T67" fmla="*/ 49 h 116"/>
                <a:gd name="T68" fmla="*/ 33 w 98"/>
                <a:gd name="T69" fmla="*/ 92 h 116"/>
                <a:gd name="T70" fmla="*/ 64 w 98"/>
                <a:gd name="T71" fmla="*/ 112 h 116"/>
                <a:gd name="T72" fmla="*/ 98 w 98"/>
                <a:gd name="T73" fmla="*/ 82 h 116"/>
                <a:gd name="T74" fmla="*/ 64 w 98"/>
                <a:gd name="T75" fmla="*/ 116 h 116"/>
                <a:gd name="T76" fmla="*/ 30 w 98"/>
                <a:gd name="T77" fmla="*/ 94 h 116"/>
                <a:gd name="T78" fmla="*/ 8 w 98"/>
                <a:gd name="T79" fmla="*/ 46 h 116"/>
                <a:gd name="T80" fmla="*/ 30 w 98"/>
                <a:gd name="T81" fmla="*/ 53 h 116"/>
                <a:gd name="T82" fmla="*/ 30 w 98"/>
                <a:gd name="T83" fmla="*/ 53 h 116"/>
                <a:gd name="T84" fmla="*/ 30 w 98"/>
                <a:gd name="T85" fmla="*/ 18 h 116"/>
                <a:gd name="T86" fmla="*/ 40 w 98"/>
                <a:gd name="T87" fmla="*/ 8 h 116"/>
                <a:gd name="T88" fmla="*/ 50 w 98"/>
                <a:gd name="T89" fmla="*/ 18 h 116"/>
                <a:gd name="T90" fmla="*/ 50 w 98"/>
                <a:gd name="T91" fmla="*/ 38 h 116"/>
                <a:gd name="T92" fmla="*/ 56 w 98"/>
                <a:gd name="T93" fmla="*/ 36 h 116"/>
                <a:gd name="T94" fmla="*/ 66 w 98"/>
                <a:gd name="T95" fmla="*/ 43 h 116"/>
                <a:gd name="T96" fmla="*/ 72 w 98"/>
                <a:gd name="T97" fmla="*/ 40 h 116"/>
                <a:gd name="T98" fmla="*/ 82 w 98"/>
                <a:gd name="T99" fmla="*/ 50 h 116"/>
                <a:gd name="T100" fmla="*/ 82 w 98"/>
                <a:gd name="T101" fmla="*/ 50 h 116"/>
                <a:gd name="T102" fmla="*/ 88 w 98"/>
                <a:gd name="T103" fmla="*/ 48 h 116"/>
                <a:gd name="T104" fmla="*/ 98 w 98"/>
                <a:gd name="T105" fmla="*/ 58 h 116"/>
                <a:gd name="T106" fmla="*/ 98 w 98"/>
                <a:gd name="T107" fmla="*/ 8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 h="116">
                  <a:moveTo>
                    <a:pt x="54" y="29"/>
                  </a:moveTo>
                  <a:cubicBezTo>
                    <a:pt x="57" y="26"/>
                    <a:pt x="58" y="22"/>
                    <a:pt x="58" y="18"/>
                  </a:cubicBezTo>
                  <a:cubicBezTo>
                    <a:pt x="58" y="8"/>
                    <a:pt x="50" y="0"/>
                    <a:pt x="40" y="0"/>
                  </a:cubicBezTo>
                  <a:cubicBezTo>
                    <a:pt x="30" y="0"/>
                    <a:pt x="22" y="8"/>
                    <a:pt x="22" y="18"/>
                  </a:cubicBezTo>
                  <a:cubicBezTo>
                    <a:pt x="22" y="22"/>
                    <a:pt x="24" y="26"/>
                    <a:pt x="26" y="29"/>
                  </a:cubicBezTo>
                  <a:cubicBezTo>
                    <a:pt x="26" y="18"/>
                    <a:pt x="26" y="18"/>
                    <a:pt x="26" y="18"/>
                  </a:cubicBezTo>
                  <a:cubicBezTo>
                    <a:pt x="26" y="10"/>
                    <a:pt x="33" y="4"/>
                    <a:pt x="40" y="4"/>
                  </a:cubicBezTo>
                  <a:cubicBezTo>
                    <a:pt x="48" y="4"/>
                    <a:pt x="54" y="10"/>
                    <a:pt x="54" y="18"/>
                  </a:cubicBezTo>
                  <a:cubicBezTo>
                    <a:pt x="54" y="29"/>
                    <a:pt x="54" y="29"/>
                    <a:pt x="54" y="29"/>
                  </a:cubicBezTo>
                  <a:cubicBezTo>
                    <a:pt x="54" y="29"/>
                    <a:pt x="54" y="29"/>
                    <a:pt x="54" y="29"/>
                  </a:cubicBezTo>
                  <a:close/>
                  <a:moveTo>
                    <a:pt x="64" y="112"/>
                  </a:moveTo>
                  <a:cubicBezTo>
                    <a:pt x="81" y="112"/>
                    <a:pt x="94" y="98"/>
                    <a:pt x="94" y="82"/>
                  </a:cubicBezTo>
                  <a:cubicBezTo>
                    <a:pt x="94" y="82"/>
                    <a:pt x="94" y="91"/>
                    <a:pt x="94" y="82"/>
                  </a:cubicBezTo>
                  <a:cubicBezTo>
                    <a:pt x="94" y="67"/>
                    <a:pt x="94" y="67"/>
                    <a:pt x="94" y="67"/>
                  </a:cubicBezTo>
                  <a:cubicBezTo>
                    <a:pt x="94" y="58"/>
                    <a:pt x="94" y="58"/>
                    <a:pt x="94" y="58"/>
                  </a:cubicBezTo>
                  <a:cubicBezTo>
                    <a:pt x="94" y="55"/>
                    <a:pt x="92" y="52"/>
                    <a:pt x="88" y="52"/>
                  </a:cubicBezTo>
                  <a:cubicBezTo>
                    <a:pt x="85" y="52"/>
                    <a:pt x="82" y="55"/>
                    <a:pt x="82" y="58"/>
                  </a:cubicBezTo>
                  <a:cubicBezTo>
                    <a:pt x="82" y="60"/>
                    <a:pt x="82" y="60"/>
                    <a:pt x="82" y="60"/>
                  </a:cubicBezTo>
                  <a:cubicBezTo>
                    <a:pt x="78" y="60"/>
                    <a:pt x="78" y="60"/>
                    <a:pt x="78" y="60"/>
                  </a:cubicBezTo>
                  <a:cubicBezTo>
                    <a:pt x="78" y="50"/>
                    <a:pt x="78" y="50"/>
                    <a:pt x="78" y="50"/>
                  </a:cubicBezTo>
                  <a:cubicBezTo>
                    <a:pt x="78" y="47"/>
                    <a:pt x="76" y="44"/>
                    <a:pt x="72" y="44"/>
                  </a:cubicBezTo>
                  <a:cubicBezTo>
                    <a:pt x="69" y="44"/>
                    <a:pt x="66" y="47"/>
                    <a:pt x="66" y="50"/>
                  </a:cubicBezTo>
                  <a:cubicBezTo>
                    <a:pt x="66" y="56"/>
                    <a:pt x="66" y="56"/>
                    <a:pt x="66" y="56"/>
                  </a:cubicBezTo>
                  <a:cubicBezTo>
                    <a:pt x="62" y="56"/>
                    <a:pt x="62" y="56"/>
                    <a:pt x="62" y="56"/>
                  </a:cubicBezTo>
                  <a:cubicBezTo>
                    <a:pt x="62" y="46"/>
                    <a:pt x="62" y="46"/>
                    <a:pt x="62" y="46"/>
                  </a:cubicBezTo>
                  <a:cubicBezTo>
                    <a:pt x="62" y="43"/>
                    <a:pt x="60" y="40"/>
                    <a:pt x="56" y="40"/>
                  </a:cubicBezTo>
                  <a:cubicBezTo>
                    <a:pt x="53" y="40"/>
                    <a:pt x="50" y="43"/>
                    <a:pt x="50" y="46"/>
                  </a:cubicBezTo>
                  <a:cubicBezTo>
                    <a:pt x="50" y="60"/>
                    <a:pt x="50" y="60"/>
                    <a:pt x="50" y="60"/>
                  </a:cubicBezTo>
                  <a:cubicBezTo>
                    <a:pt x="46" y="60"/>
                    <a:pt x="46" y="60"/>
                    <a:pt x="46" y="60"/>
                  </a:cubicBezTo>
                  <a:cubicBezTo>
                    <a:pt x="46" y="18"/>
                    <a:pt x="46" y="18"/>
                    <a:pt x="46" y="18"/>
                  </a:cubicBezTo>
                  <a:cubicBezTo>
                    <a:pt x="46" y="15"/>
                    <a:pt x="44" y="12"/>
                    <a:pt x="40" y="12"/>
                  </a:cubicBezTo>
                  <a:cubicBezTo>
                    <a:pt x="37" y="12"/>
                    <a:pt x="34" y="15"/>
                    <a:pt x="34" y="18"/>
                  </a:cubicBezTo>
                  <a:cubicBezTo>
                    <a:pt x="34" y="63"/>
                    <a:pt x="34" y="63"/>
                    <a:pt x="34" y="63"/>
                  </a:cubicBezTo>
                  <a:cubicBezTo>
                    <a:pt x="26" y="54"/>
                    <a:pt x="15" y="45"/>
                    <a:pt x="11" y="49"/>
                  </a:cubicBezTo>
                  <a:cubicBezTo>
                    <a:pt x="6" y="54"/>
                    <a:pt x="18" y="66"/>
                    <a:pt x="33" y="92"/>
                  </a:cubicBezTo>
                  <a:cubicBezTo>
                    <a:pt x="40" y="104"/>
                    <a:pt x="49" y="112"/>
                    <a:pt x="64" y="112"/>
                  </a:cubicBezTo>
                  <a:close/>
                  <a:moveTo>
                    <a:pt x="98" y="82"/>
                  </a:moveTo>
                  <a:cubicBezTo>
                    <a:pt x="98" y="101"/>
                    <a:pt x="83" y="116"/>
                    <a:pt x="64" y="116"/>
                  </a:cubicBezTo>
                  <a:cubicBezTo>
                    <a:pt x="52" y="116"/>
                    <a:pt x="39" y="110"/>
                    <a:pt x="30" y="94"/>
                  </a:cubicBezTo>
                  <a:cubicBezTo>
                    <a:pt x="17" y="70"/>
                    <a:pt x="0" y="54"/>
                    <a:pt x="8" y="46"/>
                  </a:cubicBezTo>
                  <a:cubicBezTo>
                    <a:pt x="14" y="41"/>
                    <a:pt x="22" y="46"/>
                    <a:pt x="30" y="53"/>
                  </a:cubicBezTo>
                  <a:cubicBezTo>
                    <a:pt x="30" y="53"/>
                    <a:pt x="30" y="53"/>
                    <a:pt x="30" y="53"/>
                  </a:cubicBezTo>
                  <a:cubicBezTo>
                    <a:pt x="30" y="18"/>
                    <a:pt x="30" y="18"/>
                    <a:pt x="30" y="18"/>
                  </a:cubicBezTo>
                  <a:cubicBezTo>
                    <a:pt x="30" y="12"/>
                    <a:pt x="35" y="8"/>
                    <a:pt x="40" y="8"/>
                  </a:cubicBezTo>
                  <a:cubicBezTo>
                    <a:pt x="46" y="8"/>
                    <a:pt x="50" y="12"/>
                    <a:pt x="50" y="18"/>
                  </a:cubicBezTo>
                  <a:cubicBezTo>
                    <a:pt x="50" y="38"/>
                    <a:pt x="50" y="38"/>
                    <a:pt x="50" y="38"/>
                  </a:cubicBezTo>
                  <a:cubicBezTo>
                    <a:pt x="52" y="37"/>
                    <a:pt x="54" y="36"/>
                    <a:pt x="56" y="36"/>
                  </a:cubicBezTo>
                  <a:cubicBezTo>
                    <a:pt x="61" y="36"/>
                    <a:pt x="64" y="39"/>
                    <a:pt x="66" y="43"/>
                  </a:cubicBezTo>
                  <a:cubicBezTo>
                    <a:pt x="67" y="41"/>
                    <a:pt x="70" y="40"/>
                    <a:pt x="72" y="40"/>
                  </a:cubicBezTo>
                  <a:cubicBezTo>
                    <a:pt x="78" y="40"/>
                    <a:pt x="82" y="44"/>
                    <a:pt x="82" y="50"/>
                  </a:cubicBezTo>
                  <a:cubicBezTo>
                    <a:pt x="82" y="50"/>
                    <a:pt x="82" y="50"/>
                    <a:pt x="82" y="50"/>
                  </a:cubicBezTo>
                  <a:cubicBezTo>
                    <a:pt x="84" y="49"/>
                    <a:pt x="86" y="48"/>
                    <a:pt x="88" y="48"/>
                  </a:cubicBezTo>
                  <a:cubicBezTo>
                    <a:pt x="94" y="48"/>
                    <a:pt x="98" y="53"/>
                    <a:pt x="98" y="58"/>
                  </a:cubicBezTo>
                  <a:cubicBezTo>
                    <a:pt x="98" y="82"/>
                    <a:pt x="98" y="82"/>
                    <a:pt x="98" y="8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77" name="Group 76"/>
            <p:cNvGrpSpPr/>
            <p:nvPr/>
          </p:nvGrpSpPr>
          <p:grpSpPr>
            <a:xfrm>
              <a:off x="5865835" y="6228619"/>
              <a:ext cx="423070" cy="514475"/>
              <a:chOff x="7593013" y="2532063"/>
              <a:chExt cx="257175" cy="312738"/>
            </a:xfrm>
            <a:grpFill/>
          </p:grpSpPr>
          <p:sp>
            <p:nvSpPr>
              <p:cNvPr id="217" name="Freeform 39"/>
              <p:cNvSpPr>
                <a:spLocks noEditPoints="1"/>
              </p:cNvSpPr>
              <p:nvPr/>
            </p:nvSpPr>
            <p:spPr bwMode="auto">
              <a:xfrm>
                <a:off x="7753350" y="2532063"/>
                <a:ext cx="93663" cy="93663"/>
              </a:xfrm>
              <a:custGeom>
                <a:avLst/>
                <a:gdLst>
                  <a:gd name="T0" fmla="*/ 18 w 36"/>
                  <a:gd name="T1" fmla="*/ 36 h 36"/>
                  <a:gd name="T2" fmla="*/ 36 w 36"/>
                  <a:gd name="T3" fmla="*/ 18 h 36"/>
                  <a:gd name="T4" fmla="*/ 18 w 36"/>
                  <a:gd name="T5" fmla="*/ 0 h 36"/>
                  <a:gd name="T6" fmla="*/ 0 w 36"/>
                  <a:gd name="T7" fmla="*/ 18 h 36"/>
                  <a:gd name="T8" fmla="*/ 18 w 36"/>
                  <a:gd name="T9" fmla="*/ 36 h 36"/>
                  <a:gd name="T10" fmla="*/ 17 w 36"/>
                  <a:gd name="T11" fmla="*/ 4 h 36"/>
                  <a:gd name="T12" fmla="*/ 17 w 36"/>
                  <a:gd name="T13" fmla="*/ 18 h 36"/>
                  <a:gd name="T14" fmla="*/ 19 w 36"/>
                  <a:gd name="T15" fmla="*/ 18 h 36"/>
                  <a:gd name="T16" fmla="*/ 29 w 36"/>
                  <a:gd name="T17" fmla="*/ 18 h 36"/>
                  <a:gd name="T18" fmla="*/ 29 w 36"/>
                  <a:gd name="T19" fmla="*/ 14 h 36"/>
                  <a:gd name="T20" fmla="*/ 21 w 36"/>
                  <a:gd name="T21" fmla="*/ 14 h 36"/>
                  <a:gd name="T22" fmla="*/ 21 w 36"/>
                  <a:gd name="T23" fmla="*/ 4 h 36"/>
                  <a:gd name="T24" fmla="*/ 33 w 36"/>
                  <a:gd name="T25" fmla="*/ 18 h 36"/>
                  <a:gd name="T26" fmla="*/ 18 w 36"/>
                  <a:gd name="T27" fmla="*/ 32 h 36"/>
                  <a:gd name="T28" fmla="*/ 5 w 36"/>
                  <a:gd name="T29" fmla="*/ 18 h 36"/>
                  <a:gd name="T30" fmla="*/ 17 w 36"/>
                  <a:gd name="T31"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 h="36">
                    <a:moveTo>
                      <a:pt x="18" y="36"/>
                    </a:moveTo>
                    <a:cubicBezTo>
                      <a:pt x="28" y="36"/>
                      <a:pt x="36" y="28"/>
                      <a:pt x="36" y="18"/>
                    </a:cubicBezTo>
                    <a:cubicBezTo>
                      <a:pt x="36" y="8"/>
                      <a:pt x="28" y="0"/>
                      <a:pt x="18" y="0"/>
                    </a:cubicBezTo>
                    <a:cubicBezTo>
                      <a:pt x="8" y="0"/>
                      <a:pt x="0" y="8"/>
                      <a:pt x="0" y="18"/>
                    </a:cubicBezTo>
                    <a:cubicBezTo>
                      <a:pt x="0" y="28"/>
                      <a:pt x="8" y="36"/>
                      <a:pt x="18" y="36"/>
                    </a:cubicBezTo>
                    <a:close/>
                    <a:moveTo>
                      <a:pt x="17" y="4"/>
                    </a:moveTo>
                    <a:cubicBezTo>
                      <a:pt x="17" y="18"/>
                      <a:pt x="17" y="18"/>
                      <a:pt x="17" y="18"/>
                    </a:cubicBezTo>
                    <a:cubicBezTo>
                      <a:pt x="19" y="18"/>
                      <a:pt x="19" y="18"/>
                      <a:pt x="19" y="18"/>
                    </a:cubicBezTo>
                    <a:cubicBezTo>
                      <a:pt x="29" y="18"/>
                      <a:pt x="29" y="18"/>
                      <a:pt x="29" y="18"/>
                    </a:cubicBezTo>
                    <a:cubicBezTo>
                      <a:pt x="29" y="14"/>
                      <a:pt x="29" y="14"/>
                      <a:pt x="29" y="14"/>
                    </a:cubicBezTo>
                    <a:cubicBezTo>
                      <a:pt x="21" y="14"/>
                      <a:pt x="21" y="14"/>
                      <a:pt x="21" y="14"/>
                    </a:cubicBezTo>
                    <a:cubicBezTo>
                      <a:pt x="21" y="4"/>
                      <a:pt x="21" y="4"/>
                      <a:pt x="21" y="4"/>
                    </a:cubicBezTo>
                    <a:cubicBezTo>
                      <a:pt x="25" y="5"/>
                      <a:pt x="33" y="11"/>
                      <a:pt x="33" y="18"/>
                    </a:cubicBezTo>
                    <a:cubicBezTo>
                      <a:pt x="33" y="26"/>
                      <a:pt x="26" y="32"/>
                      <a:pt x="18" y="32"/>
                    </a:cubicBezTo>
                    <a:cubicBezTo>
                      <a:pt x="11" y="32"/>
                      <a:pt x="5" y="26"/>
                      <a:pt x="5" y="18"/>
                    </a:cubicBezTo>
                    <a:cubicBezTo>
                      <a:pt x="5" y="11"/>
                      <a:pt x="9" y="5"/>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8" name="Freeform 40"/>
              <p:cNvSpPr>
                <a:spLocks noEditPoints="1"/>
              </p:cNvSpPr>
              <p:nvPr/>
            </p:nvSpPr>
            <p:spPr bwMode="auto">
              <a:xfrm>
                <a:off x="7593013" y="2563813"/>
                <a:ext cx="257175" cy="280988"/>
              </a:xfrm>
              <a:custGeom>
                <a:avLst/>
                <a:gdLst>
                  <a:gd name="T0" fmla="*/ 89 w 99"/>
                  <a:gd name="T1" fmla="*/ 40 h 108"/>
                  <a:gd name="T2" fmla="*/ 82 w 99"/>
                  <a:gd name="T3" fmla="*/ 42 h 108"/>
                  <a:gd name="T4" fmla="*/ 72 w 99"/>
                  <a:gd name="T5" fmla="*/ 32 h 108"/>
                  <a:gd name="T6" fmla="*/ 66 w 99"/>
                  <a:gd name="T7" fmla="*/ 35 h 108"/>
                  <a:gd name="T8" fmla="*/ 57 w 99"/>
                  <a:gd name="T9" fmla="*/ 28 h 108"/>
                  <a:gd name="T10" fmla="*/ 51 w 99"/>
                  <a:gd name="T11" fmla="*/ 30 h 108"/>
                  <a:gd name="T12" fmla="*/ 51 w 99"/>
                  <a:gd name="T13" fmla="*/ 10 h 108"/>
                  <a:gd name="T14" fmla="*/ 41 w 99"/>
                  <a:gd name="T15" fmla="*/ 0 h 108"/>
                  <a:gd name="T16" fmla="*/ 31 w 99"/>
                  <a:gd name="T17" fmla="*/ 10 h 108"/>
                  <a:gd name="T18" fmla="*/ 31 w 99"/>
                  <a:gd name="T19" fmla="*/ 45 h 108"/>
                  <a:gd name="T20" fmla="*/ 8 w 99"/>
                  <a:gd name="T21" fmla="*/ 38 h 108"/>
                  <a:gd name="T22" fmla="*/ 30 w 99"/>
                  <a:gd name="T23" fmla="*/ 86 h 108"/>
                  <a:gd name="T24" fmla="*/ 65 w 99"/>
                  <a:gd name="T25" fmla="*/ 108 h 108"/>
                  <a:gd name="T26" fmla="*/ 99 w 99"/>
                  <a:gd name="T27" fmla="*/ 74 h 108"/>
                  <a:gd name="T28" fmla="*/ 99 w 99"/>
                  <a:gd name="T29" fmla="*/ 50 h 108"/>
                  <a:gd name="T30" fmla="*/ 89 w 99"/>
                  <a:gd name="T31" fmla="*/ 40 h 108"/>
                  <a:gd name="T32" fmla="*/ 95 w 99"/>
                  <a:gd name="T33" fmla="*/ 59 h 108"/>
                  <a:gd name="T34" fmla="*/ 95 w 99"/>
                  <a:gd name="T35" fmla="*/ 74 h 108"/>
                  <a:gd name="T36" fmla="*/ 95 w 99"/>
                  <a:gd name="T37" fmla="*/ 78 h 108"/>
                  <a:gd name="T38" fmla="*/ 95 w 99"/>
                  <a:gd name="T39" fmla="*/ 74 h 108"/>
                  <a:gd name="T40" fmla="*/ 65 w 99"/>
                  <a:gd name="T41" fmla="*/ 104 h 108"/>
                  <a:gd name="T42" fmla="*/ 33 w 99"/>
                  <a:gd name="T43" fmla="*/ 84 h 108"/>
                  <a:gd name="T44" fmla="*/ 11 w 99"/>
                  <a:gd name="T45" fmla="*/ 41 h 108"/>
                  <a:gd name="T46" fmla="*/ 35 w 99"/>
                  <a:gd name="T47" fmla="*/ 55 h 108"/>
                  <a:gd name="T48" fmla="*/ 35 w 99"/>
                  <a:gd name="T49" fmla="*/ 10 h 108"/>
                  <a:gd name="T50" fmla="*/ 41 w 99"/>
                  <a:gd name="T51" fmla="*/ 4 h 108"/>
                  <a:gd name="T52" fmla="*/ 47 w 99"/>
                  <a:gd name="T53" fmla="*/ 10 h 108"/>
                  <a:gd name="T54" fmla="*/ 47 w 99"/>
                  <a:gd name="T55" fmla="*/ 50 h 108"/>
                  <a:gd name="T56" fmla="*/ 51 w 99"/>
                  <a:gd name="T57" fmla="*/ 50 h 108"/>
                  <a:gd name="T58" fmla="*/ 51 w 99"/>
                  <a:gd name="T59" fmla="*/ 38 h 108"/>
                  <a:gd name="T60" fmla="*/ 57 w 99"/>
                  <a:gd name="T61" fmla="*/ 32 h 108"/>
                  <a:gd name="T62" fmla="*/ 63 w 99"/>
                  <a:gd name="T63" fmla="*/ 38 h 108"/>
                  <a:gd name="T64" fmla="*/ 63 w 99"/>
                  <a:gd name="T65" fmla="*/ 46 h 108"/>
                  <a:gd name="T66" fmla="*/ 67 w 99"/>
                  <a:gd name="T67" fmla="*/ 46 h 108"/>
                  <a:gd name="T68" fmla="*/ 67 w 99"/>
                  <a:gd name="T69" fmla="*/ 42 h 108"/>
                  <a:gd name="T70" fmla="*/ 73 w 99"/>
                  <a:gd name="T71" fmla="*/ 36 h 108"/>
                  <a:gd name="T72" fmla="*/ 79 w 99"/>
                  <a:gd name="T73" fmla="*/ 42 h 108"/>
                  <a:gd name="T74" fmla="*/ 79 w 99"/>
                  <a:gd name="T75" fmla="*/ 50 h 108"/>
                  <a:gd name="T76" fmla="*/ 83 w 99"/>
                  <a:gd name="T77" fmla="*/ 50 h 108"/>
                  <a:gd name="T78" fmla="*/ 83 w 99"/>
                  <a:gd name="T79" fmla="*/ 50 h 108"/>
                  <a:gd name="T80" fmla="*/ 89 w 99"/>
                  <a:gd name="T81" fmla="*/ 44 h 108"/>
                  <a:gd name="T82" fmla="*/ 95 w 99"/>
                  <a:gd name="T83" fmla="*/ 50 h 108"/>
                  <a:gd name="T84" fmla="*/ 95 w 99"/>
                  <a:gd name="T85" fmla="*/ 59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108">
                    <a:moveTo>
                      <a:pt x="89" y="40"/>
                    </a:moveTo>
                    <a:cubicBezTo>
                      <a:pt x="86" y="40"/>
                      <a:pt x="84" y="41"/>
                      <a:pt x="82" y="42"/>
                    </a:cubicBezTo>
                    <a:cubicBezTo>
                      <a:pt x="82" y="36"/>
                      <a:pt x="78" y="32"/>
                      <a:pt x="72" y="32"/>
                    </a:cubicBezTo>
                    <a:cubicBezTo>
                      <a:pt x="70" y="32"/>
                      <a:pt x="67" y="33"/>
                      <a:pt x="66" y="35"/>
                    </a:cubicBezTo>
                    <a:cubicBezTo>
                      <a:pt x="64" y="31"/>
                      <a:pt x="61" y="28"/>
                      <a:pt x="57" y="28"/>
                    </a:cubicBezTo>
                    <a:cubicBezTo>
                      <a:pt x="54" y="28"/>
                      <a:pt x="51" y="29"/>
                      <a:pt x="51" y="30"/>
                    </a:cubicBezTo>
                    <a:cubicBezTo>
                      <a:pt x="51" y="10"/>
                      <a:pt x="51" y="10"/>
                      <a:pt x="51" y="10"/>
                    </a:cubicBezTo>
                    <a:cubicBezTo>
                      <a:pt x="51" y="4"/>
                      <a:pt x="47" y="0"/>
                      <a:pt x="41" y="0"/>
                    </a:cubicBezTo>
                    <a:cubicBezTo>
                      <a:pt x="35" y="0"/>
                      <a:pt x="31" y="4"/>
                      <a:pt x="31" y="10"/>
                    </a:cubicBezTo>
                    <a:cubicBezTo>
                      <a:pt x="31" y="45"/>
                      <a:pt x="31" y="45"/>
                      <a:pt x="31" y="45"/>
                    </a:cubicBezTo>
                    <a:cubicBezTo>
                      <a:pt x="23" y="38"/>
                      <a:pt x="14" y="33"/>
                      <a:pt x="8" y="38"/>
                    </a:cubicBezTo>
                    <a:cubicBezTo>
                      <a:pt x="0" y="46"/>
                      <a:pt x="17" y="62"/>
                      <a:pt x="30" y="86"/>
                    </a:cubicBezTo>
                    <a:cubicBezTo>
                      <a:pt x="39" y="102"/>
                      <a:pt x="52" y="108"/>
                      <a:pt x="65" y="108"/>
                    </a:cubicBezTo>
                    <a:cubicBezTo>
                      <a:pt x="83" y="108"/>
                      <a:pt x="99" y="93"/>
                      <a:pt x="99" y="74"/>
                    </a:cubicBezTo>
                    <a:cubicBezTo>
                      <a:pt x="99" y="50"/>
                      <a:pt x="99" y="50"/>
                      <a:pt x="99" y="50"/>
                    </a:cubicBezTo>
                    <a:cubicBezTo>
                      <a:pt x="99" y="45"/>
                      <a:pt x="94" y="40"/>
                      <a:pt x="89" y="40"/>
                    </a:cubicBezTo>
                    <a:close/>
                    <a:moveTo>
                      <a:pt x="95" y="59"/>
                    </a:moveTo>
                    <a:cubicBezTo>
                      <a:pt x="95" y="74"/>
                      <a:pt x="95" y="74"/>
                      <a:pt x="95" y="74"/>
                    </a:cubicBezTo>
                    <a:cubicBezTo>
                      <a:pt x="95" y="74"/>
                      <a:pt x="95" y="78"/>
                      <a:pt x="95" y="78"/>
                    </a:cubicBezTo>
                    <a:cubicBezTo>
                      <a:pt x="95" y="78"/>
                      <a:pt x="95" y="74"/>
                      <a:pt x="95" y="74"/>
                    </a:cubicBezTo>
                    <a:cubicBezTo>
                      <a:pt x="95" y="90"/>
                      <a:pt x="81" y="104"/>
                      <a:pt x="65" y="104"/>
                    </a:cubicBezTo>
                    <a:cubicBezTo>
                      <a:pt x="50" y="104"/>
                      <a:pt x="40" y="96"/>
                      <a:pt x="33" y="84"/>
                    </a:cubicBezTo>
                    <a:cubicBezTo>
                      <a:pt x="18" y="58"/>
                      <a:pt x="7" y="46"/>
                      <a:pt x="11" y="41"/>
                    </a:cubicBezTo>
                    <a:cubicBezTo>
                      <a:pt x="16" y="37"/>
                      <a:pt x="27" y="46"/>
                      <a:pt x="35" y="55"/>
                    </a:cubicBezTo>
                    <a:cubicBezTo>
                      <a:pt x="35" y="10"/>
                      <a:pt x="35" y="10"/>
                      <a:pt x="35" y="10"/>
                    </a:cubicBezTo>
                    <a:cubicBezTo>
                      <a:pt x="35" y="7"/>
                      <a:pt x="38" y="4"/>
                      <a:pt x="41" y="4"/>
                    </a:cubicBezTo>
                    <a:cubicBezTo>
                      <a:pt x="44" y="4"/>
                      <a:pt x="47" y="7"/>
                      <a:pt x="47" y="10"/>
                    </a:cubicBezTo>
                    <a:cubicBezTo>
                      <a:pt x="47" y="50"/>
                      <a:pt x="47" y="50"/>
                      <a:pt x="47" y="50"/>
                    </a:cubicBezTo>
                    <a:cubicBezTo>
                      <a:pt x="51" y="50"/>
                      <a:pt x="51" y="50"/>
                      <a:pt x="51" y="50"/>
                    </a:cubicBezTo>
                    <a:cubicBezTo>
                      <a:pt x="51" y="38"/>
                      <a:pt x="51" y="38"/>
                      <a:pt x="51" y="38"/>
                    </a:cubicBezTo>
                    <a:cubicBezTo>
                      <a:pt x="51" y="35"/>
                      <a:pt x="54" y="32"/>
                      <a:pt x="57" y="32"/>
                    </a:cubicBezTo>
                    <a:cubicBezTo>
                      <a:pt x="60" y="32"/>
                      <a:pt x="63" y="35"/>
                      <a:pt x="63" y="38"/>
                    </a:cubicBezTo>
                    <a:cubicBezTo>
                      <a:pt x="63" y="46"/>
                      <a:pt x="63" y="46"/>
                      <a:pt x="63" y="46"/>
                    </a:cubicBezTo>
                    <a:cubicBezTo>
                      <a:pt x="67" y="46"/>
                      <a:pt x="67" y="46"/>
                      <a:pt x="67" y="46"/>
                    </a:cubicBezTo>
                    <a:cubicBezTo>
                      <a:pt x="67" y="42"/>
                      <a:pt x="67" y="42"/>
                      <a:pt x="67" y="42"/>
                    </a:cubicBezTo>
                    <a:cubicBezTo>
                      <a:pt x="67" y="39"/>
                      <a:pt x="70" y="36"/>
                      <a:pt x="73" y="36"/>
                    </a:cubicBezTo>
                    <a:cubicBezTo>
                      <a:pt x="76" y="36"/>
                      <a:pt x="79" y="39"/>
                      <a:pt x="79" y="42"/>
                    </a:cubicBezTo>
                    <a:cubicBezTo>
                      <a:pt x="79" y="50"/>
                      <a:pt x="79" y="50"/>
                      <a:pt x="79" y="50"/>
                    </a:cubicBezTo>
                    <a:cubicBezTo>
                      <a:pt x="83" y="50"/>
                      <a:pt x="83" y="50"/>
                      <a:pt x="83" y="50"/>
                    </a:cubicBezTo>
                    <a:cubicBezTo>
                      <a:pt x="83" y="50"/>
                      <a:pt x="83" y="50"/>
                      <a:pt x="83" y="50"/>
                    </a:cubicBezTo>
                    <a:cubicBezTo>
                      <a:pt x="83" y="47"/>
                      <a:pt x="86" y="44"/>
                      <a:pt x="89" y="44"/>
                    </a:cubicBezTo>
                    <a:cubicBezTo>
                      <a:pt x="92" y="44"/>
                      <a:pt x="95" y="47"/>
                      <a:pt x="95" y="50"/>
                    </a:cubicBezTo>
                    <a:lnTo>
                      <a:pt x="95"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78" name="Freeform 41"/>
            <p:cNvSpPr>
              <a:spLocks noEditPoints="1"/>
            </p:cNvSpPr>
            <p:nvPr/>
          </p:nvSpPr>
          <p:spPr bwMode="auto">
            <a:xfrm>
              <a:off x="10844274" y="4674806"/>
              <a:ext cx="269875" cy="303213"/>
            </a:xfrm>
            <a:custGeom>
              <a:avLst/>
              <a:gdLst>
                <a:gd name="T0" fmla="*/ 18 w 104"/>
                <a:gd name="T1" fmla="*/ 32 h 116"/>
                <a:gd name="T2" fmla="*/ 13 w 104"/>
                <a:gd name="T3" fmla="*/ 67 h 116"/>
                <a:gd name="T4" fmla="*/ 4 w 104"/>
                <a:gd name="T5" fmla="*/ 50 h 116"/>
                <a:gd name="T6" fmla="*/ 31 w 104"/>
                <a:gd name="T7" fmla="*/ 44 h 116"/>
                <a:gd name="T8" fmla="*/ 32 w 104"/>
                <a:gd name="T9" fmla="*/ 39 h 116"/>
                <a:gd name="T10" fmla="*/ 60 w 104"/>
                <a:gd name="T11" fmla="*/ 29 h 116"/>
                <a:gd name="T12" fmla="*/ 46 w 104"/>
                <a:gd name="T13" fmla="*/ 0 h 116"/>
                <a:gd name="T14" fmla="*/ 32 w 104"/>
                <a:gd name="T15" fmla="*/ 29 h 116"/>
                <a:gd name="T16" fmla="*/ 46 w 104"/>
                <a:gd name="T17" fmla="*/ 4 h 116"/>
                <a:gd name="T18" fmla="*/ 60 w 104"/>
                <a:gd name="T19" fmla="*/ 29 h 116"/>
                <a:gd name="T20" fmla="*/ 70 w 104"/>
                <a:gd name="T21" fmla="*/ 112 h 116"/>
                <a:gd name="T22" fmla="*/ 100 w 104"/>
                <a:gd name="T23" fmla="*/ 82 h 116"/>
                <a:gd name="T24" fmla="*/ 100 w 104"/>
                <a:gd name="T25" fmla="*/ 58 h 116"/>
                <a:gd name="T26" fmla="*/ 88 w 104"/>
                <a:gd name="T27" fmla="*/ 58 h 116"/>
                <a:gd name="T28" fmla="*/ 84 w 104"/>
                <a:gd name="T29" fmla="*/ 60 h 116"/>
                <a:gd name="T30" fmla="*/ 78 w 104"/>
                <a:gd name="T31" fmla="*/ 44 h 116"/>
                <a:gd name="T32" fmla="*/ 72 w 104"/>
                <a:gd name="T33" fmla="*/ 56 h 116"/>
                <a:gd name="T34" fmla="*/ 68 w 104"/>
                <a:gd name="T35" fmla="*/ 46 h 116"/>
                <a:gd name="T36" fmla="*/ 56 w 104"/>
                <a:gd name="T37" fmla="*/ 46 h 116"/>
                <a:gd name="T38" fmla="*/ 52 w 104"/>
                <a:gd name="T39" fmla="*/ 60 h 116"/>
                <a:gd name="T40" fmla="*/ 46 w 104"/>
                <a:gd name="T41" fmla="*/ 12 h 116"/>
                <a:gd name="T42" fmla="*/ 40 w 104"/>
                <a:gd name="T43" fmla="*/ 63 h 116"/>
                <a:gd name="T44" fmla="*/ 39 w 104"/>
                <a:gd name="T45" fmla="*/ 92 h 116"/>
                <a:gd name="T46" fmla="*/ 104 w 104"/>
                <a:gd name="T47" fmla="*/ 82 h 116"/>
                <a:gd name="T48" fmla="*/ 35 w 104"/>
                <a:gd name="T49" fmla="*/ 94 h 116"/>
                <a:gd name="T50" fmla="*/ 36 w 104"/>
                <a:gd name="T51" fmla="*/ 53 h 116"/>
                <a:gd name="T52" fmla="*/ 36 w 104"/>
                <a:gd name="T53" fmla="*/ 18 h 116"/>
                <a:gd name="T54" fmla="*/ 56 w 104"/>
                <a:gd name="T55" fmla="*/ 18 h 116"/>
                <a:gd name="T56" fmla="*/ 62 w 104"/>
                <a:gd name="T57" fmla="*/ 36 h 116"/>
                <a:gd name="T58" fmla="*/ 78 w 104"/>
                <a:gd name="T59" fmla="*/ 40 h 116"/>
                <a:gd name="T60" fmla="*/ 88 w 104"/>
                <a:gd name="T61" fmla="*/ 50 h 116"/>
                <a:gd name="T62" fmla="*/ 104 w 104"/>
                <a:gd name="T63"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4" h="116">
                  <a:moveTo>
                    <a:pt x="32" y="39"/>
                  </a:moveTo>
                  <a:cubicBezTo>
                    <a:pt x="29" y="35"/>
                    <a:pt x="24" y="32"/>
                    <a:pt x="18" y="32"/>
                  </a:cubicBezTo>
                  <a:cubicBezTo>
                    <a:pt x="8" y="32"/>
                    <a:pt x="0" y="40"/>
                    <a:pt x="0" y="50"/>
                  </a:cubicBezTo>
                  <a:cubicBezTo>
                    <a:pt x="0" y="58"/>
                    <a:pt x="6" y="65"/>
                    <a:pt x="13" y="67"/>
                  </a:cubicBezTo>
                  <a:cubicBezTo>
                    <a:pt x="12" y="66"/>
                    <a:pt x="11" y="64"/>
                    <a:pt x="11" y="62"/>
                  </a:cubicBezTo>
                  <a:cubicBezTo>
                    <a:pt x="7" y="59"/>
                    <a:pt x="4" y="55"/>
                    <a:pt x="4" y="50"/>
                  </a:cubicBezTo>
                  <a:cubicBezTo>
                    <a:pt x="4" y="42"/>
                    <a:pt x="10" y="36"/>
                    <a:pt x="18" y="36"/>
                  </a:cubicBezTo>
                  <a:cubicBezTo>
                    <a:pt x="24" y="36"/>
                    <a:pt x="28" y="39"/>
                    <a:pt x="31" y="44"/>
                  </a:cubicBezTo>
                  <a:cubicBezTo>
                    <a:pt x="31" y="44"/>
                    <a:pt x="32" y="45"/>
                    <a:pt x="32" y="45"/>
                  </a:cubicBezTo>
                  <a:cubicBezTo>
                    <a:pt x="32" y="39"/>
                    <a:pt x="32" y="39"/>
                    <a:pt x="32" y="39"/>
                  </a:cubicBezTo>
                  <a:cubicBezTo>
                    <a:pt x="32" y="39"/>
                    <a:pt x="32" y="39"/>
                    <a:pt x="32" y="39"/>
                  </a:cubicBezTo>
                  <a:close/>
                  <a:moveTo>
                    <a:pt x="60" y="29"/>
                  </a:moveTo>
                  <a:cubicBezTo>
                    <a:pt x="63" y="26"/>
                    <a:pt x="64" y="22"/>
                    <a:pt x="64" y="18"/>
                  </a:cubicBezTo>
                  <a:cubicBezTo>
                    <a:pt x="64" y="8"/>
                    <a:pt x="56" y="0"/>
                    <a:pt x="46" y="0"/>
                  </a:cubicBezTo>
                  <a:cubicBezTo>
                    <a:pt x="36" y="0"/>
                    <a:pt x="28" y="8"/>
                    <a:pt x="28" y="18"/>
                  </a:cubicBezTo>
                  <a:cubicBezTo>
                    <a:pt x="28" y="22"/>
                    <a:pt x="30" y="26"/>
                    <a:pt x="32" y="29"/>
                  </a:cubicBezTo>
                  <a:cubicBezTo>
                    <a:pt x="32" y="18"/>
                    <a:pt x="32" y="18"/>
                    <a:pt x="32" y="18"/>
                  </a:cubicBezTo>
                  <a:cubicBezTo>
                    <a:pt x="32" y="10"/>
                    <a:pt x="38" y="4"/>
                    <a:pt x="46" y="4"/>
                  </a:cubicBezTo>
                  <a:cubicBezTo>
                    <a:pt x="54" y="4"/>
                    <a:pt x="60" y="10"/>
                    <a:pt x="60" y="18"/>
                  </a:cubicBezTo>
                  <a:cubicBezTo>
                    <a:pt x="60" y="29"/>
                    <a:pt x="60" y="29"/>
                    <a:pt x="60" y="29"/>
                  </a:cubicBezTo>
                  <a:cubicBezTo>
                    <a:pt x="60" y="29"/>
                    <a:pt x="60" y="29"/>
                    <a:pt x="60" y="29"/>
                  </a:cubicBezTo>
                  <a:close/>
                  <a:moveTo>
                    <a:pt x="70" y="112"/>
                  </a:moveTo>
                  <a:cubicBezTo>
                    <a:pt x="87" y="112"/>
                    <a:pt x="100" y="98"/>
                    <a:pt x="100" y="82"/>
                  </a:cubicBezTo>
                  <a:cubicBezTo>
                    <a:pt x="100" y="82"/>
                    <a:pt x="100" y="91"/>
                    <a:pt x="100" y="82"/>
                  </a:cubicBezTo>
                  <a:cubicBezTo>
                    <a:pt x="100" y="67"/>
                    <a:pt x="100" y="67"/>
                    <a:pt x="100" y="67"/>
                  </a:cubicBezTo>
                  <a:cubicBezTo>
                    <a:pt x="100" y="58"/>
                    <a:pt x="100" y="58"/>
                    <a:pt x="100" y="58"/>
                  </a:cubicBezTo>
                  <a:cubicBezTo>
                    <a:pt x="100" y="55"/>
                    <a:pt x="97" y="52"/>
                    <a:pt x="94" y="52"/>
                  </a:cubicBezTo>
                  <a:cubicBezTo>
                    <a:pt x="91" y="52"/>
                    <a:pt x="88" y="55"/>
                    <a:pt x="88" y="58"/>
                  </a:cubicBezTo>
                  <a:cubicBezTo>
                    <a:pt x="88" y="60"/>
                    <a:pt x="88" y="60"/>
                    <a:pt x="88" y="60"/>
                  </a:cubicBezTo>
                  <a:cubicBezTo>
                    <a:pt x="84" y="60"/>
                    <a:pt x="84" y="60"/>
                    <a:pt x="84" y="60"/>
                  </a:cubicBezTo>
                  <a:cubicBezTo>
                    <a:pt x="84" y="50"/>
                    <a:pt x="84" y="50"/>
                    <a:pt x="84" y="50"/>
                  </a:cubicBezTo>
                  <a:cubicBezTo>
                    <a:pt x="84" y="47"/>
                    <a:pt x="81" y="44"/>
                    <a:pt x="78" y="44"/>
                  </a:cubicBezTo>
                  <a:cubicBezTo>
                    <a:pt x="75" y="44"/>
                    <a:pt x="72" y="47"/>
                    <a:pt x="72" y="50"/>
                  </a:cubicBezTo>
                  <a:cubicBezTo>
                    <a:pt x="72" y="56"/>
                    <a:pt x="72" y="56"/>
                    <a:pt x="72" y="56"/>
                  </a:cubicBezTo>
                  <a:cubicBezTo>
                    <a:pt x="68" y="56"/>
                    <a:pt x="68" y="56"/>
                    <a:pt x="68" y="56"/>
                  </a:cubicBezTo>
                  <a:cubicBezTo>
                    <a:pt x="68" y="46"/>
                    <a:pt x="68" y="46"/>
                    <a:pt x="68" y="46"/>
                  </a:cubicBezTo>
                  <a:cubicBezTo>
                    <a:pt x="68" y="43"/>
                    <a:pt x="65" y="40"/>
                    <a:pt x="62" y="40"/>
                  </a:cubicBezTo>
                  <a:cubicBezTo>
                    <a:pt x="59" y="40"/>
                    <a:pt x="56" y="43"/>
                    <a:pt x="56" y="46"/>
                  </a:cubicBezTo>
                  <a:cubicBezTo>
                    <a:pt x="56" y="60"/>
                    <a:pt x="56" y="60"/>
                    <a:pt x="56" y="60"/>
                  </a:cubicBezTo>
                  <a:cubicBezTo>
                    <a:pt x="52" y="60"/>
                    <a:pt x="52" y="60"/>
                    <a:pt x="52" y="60"/>
                  </a:cubicBezTo>
                  <a:cubicBezTo>
                    <a:pt x="52" y="18"/>
                    <a:pt x="52" y="18"/>
                    <a:pt x="52" y="18"/>
                  </a:cubicBezTo>
                  <a:cubicBezTo>
                    <a:pt x="52" y="15"/>
                    <a:pt x="49" y="12"/>
                    <a:pt x="46" y="12"/>
                  </a:cubicBezTo>
                  <a:cubicBezTo>
                    <a:pt x="43" y="12"/>
                    <a:pt x="40" y="15"/>
                    <a:pt x="40" y="18"/>
                  </a:cubicBezTo>
                  <a:cubicBezTo>
                    <a:pt x="40" y="63"/>
                    <a:pt x="40" y="63"/>
                    <a:pt x="40" y="63"/>
                  </a:cubicBezTo>
                  <a:cubicBezTo>
                    <a:pt x="32" y="54"/>
                    <a:pt x="21" y="45"/>
                    <a:pt x="16" y="49"/>
                  </a:cubicBezTo>
                  <a:cubicBezTo>
                    <a:pt x="12" y="54"/>
                    <a:pt x="23" y="66"/>
                    <a:pt x="39" y="92"/>
                  </a:cubicBezTo>
                  <a:cubicBezTo>
                    <a:pt x="46" y="104"/>
                    <a:pt x="55" y="112"/>
                    <a:pt x="70" y="112"/>
                  </a:cubicBezTo>
                  <a:close/>
                  <a:moveTo>
                    <a:pt x="104" y="82"/>
                  </a:moveTo>
                  <a:cubicBezTo>
                    <a:pt x="104" y="101"/>
                    <a:pt x="89" y="116"/>
                    <a:pt x="70" y="116"/>
                  </a:cubicBezTo>
                  <a:cubicBezTo>
                    <a:pt x="58" y="116"/>
                    <a:pt x="44" y="110"/>
                    <a:pt x="35" y="94"/>
                  </a:cubicBezTo>
                  <a:cubicBezTo>
                    <a:pt x="22" y="70"/>
                    <a:pt x="6" y="54"/>
                    <a:pt x="14" y="46"/>
                  </a:cubicBezTo>
                  <a:cubicBezTo>
                    <a:pt x="19" y="41"/>
                    <a:pt x="28" y="46"/>
                    <a:pt x="36" y="53"/>
                  </a:cubicBezTo>
                  <a:cubicBezTo>
                    <a:pt x="36" y="53"/>
                    <a:pt x="36" y="53"/>
                    <a:pt x="36" y="53"/>
                  </a:cubicBezTo>
                  <a:cubicBezTo>
                    <a:pt x="36" y="18"/>
                    <a:pt x="36" y="18"/>
                    <a:pt x="36" y="18"/>
                  </a:cubicBezTo>
                  <a:cubicBezTo>
                    <a:pt x="36" y="12"/>
                    <a:pt x="40" y="8"/>
                    <a:pt x="46" y="8"/>
                  </a:cubicBezTo>
                  <a:cubicBezTo>
                    <a:pt x="52" y="8"/>
                    <a:pt x="56" y="12"/>
                    <a:pt x="56" y="18"/>
                  </a:cubicBezTo>
                  <a:cubicBezTo>
                    <a:pt x="56" y="38"/>
                    <a:pt x="56" y="38"/>
                    <a:pt x="56" y="38"/>
                  </a:cubicBezTo>
                  <a:cubicBezTo>
                    <a:pt x="58" y="37"/>
                    <a:pt x="60" y="36"/>
                    <a:pt x="62" y="36"/>
                  </a:cubicBezTo>
                  <a:cubicBezTo>
                    <a:pt x="66" y="36"/>
                    <a:pt x="70" y="39"/>
                    <a:pt x="71" y="43"/>
                  </a:cubicBezTo>
                  <a:cubicBezTo>
                    <a:pt x="73" y="41"/>
                    <a:pt x="75" y="40"/>
                    <a:pt x="78" y="40"/>
                  </a:cubicBezTo>
                  <a:cubicBezTo>
                    <a:pt x="84" y="40"/>
                    <a:pt x="88" y="44"/>
                    <a:pt x="88" y="50"/>
                  </a:cubicBezTo>
                  <a:cubicBezTo>
                    <a:pt x="88" y="50"/>
                    <a:pt x="88" y="50"/>
                    <a:pt x="88" y="50"/>
                  </a:cubicBezTo>
                  <a:cubicBezTo>
                    <a:pt x="90" y="49"/>
                    <a:pt x="92" y="48"/>
                    <a:pt x="94" y="48"/>
                  </a:cubicBezTo>
                  <a:cubicBezTo>
                    <a:pt x="100" y="48"/>
                    <a:pt x="104" y="53"/>
                    <a:pt x="104" y="58"/>
                  </a:cubicBezTo>
                  <a:cubicBezTo>
                    <a:pt x="104" y="82"/>
                    <a:pt x="104" y="82"/>
                    <a:pt x="104" y="8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9" name="Freeform 42"/>
            <p:cNvSpPr>
              <a:spLocks noEditPoints="1"/>
            </p:cNvSpPr>
            <p:nvPr/>
          </p:nvSpPr>
          <p:spPr bwMode="auto">
            <a:xfrm>
              <a:off x="575703" y="3405013"/>
              <a:ext cx="254000" cy="333375"/>
            </a:xfrm>
            <a:custGeom>
              <a:avLst/>
              <a:gdLst>
                <a:gd name="T0" fmla="*/ 38 w 98"/>
                <a:gd name="T1" fmla="*/ 16 h 128"/>
                <a:gd name="T2" fmla="*/ 42 w 98"/>
                <a:gd name="T3" fmla="*/ 0 h 128"/>
                <a:gd name="T4" fmla="*/ 64 w 98"/>
                <a:gd name="T5" fmla="*/ 10 h 128"/>
                <a:gd name="T6" fmla="*/ 54 w 98"/>
                <a:gd name="T7" fmla="*/ 23 h 128"/>
                <a:gd name="T8" fmla="*/ 64 w 98"/>
                <a:gd name="T9" fmla="*/ 10 h 128"/>
                <a:gd name="T10" fmla="*/ 56 w 98"/>
                <a:gd name="T11" fmla="*/ 34 h 128"/>
                <a:gd name="T12" fmla="*/ 71 w 98"/>
                <a:gd name="T13" fmla="*/ 41 h 128"/>
                <a:gd name="T14" fmla="*/ 10 w 98"/>
                <a:gd name="T15" fmla="*/ 41 h 128"/>
                <a:gd name="T16" fmla="*/ 24 w 98"/>
                <a:gd name="T17" fmla="*/ 34 h 128"/>
                <a:gd name="T18" fmla="*/ 10 w 98"/>
                <a:gd name="T19" fmla="*/ 41 h 128"/>
                <a:gd name="T20" fmla="*/ 27 w 98"/>
                <a:gd name="T21" fmla="*/ 23 h 128"/>
                <a:gd name="T22" fmla="*/ 17 w 98"/>
                <a:gd name="T23" fmla="*/ 10 h 128"/>
                <a:gd name="T24" fmla="*/ 64 w 98"/>
                <a:gd name="T25" fmla="*/ 124 h 128"/>
                <a:gd name="T26" fmla="*/ 94 w 98"/>
                <a:gd name="T27" fmla="*/ 94 h 128"/>
                <a:gd name="T28" fmla="*/ 94 w 98"/>
                <a:gd name="T29" fmla="*/ 70 h 128"/>
                <a:gd name="T30" fmla="*/ 82 w 98"/>
                <a:gd name="T31" fmla="*/ 70 h 128"/>
                <a:gd name="T32" fmla="*/ 78 w 98"/>
                <a:gd name="T33" fmla="*/ 72 h 128"/>
                <a:gd name="T34" fmla="*/ 72 w 98"/>
                <a:gd name="T35" fmla="*/ 56 h 128"/>
                <a:gd name="T36" fmla="*/ 66 w 98"/>
                <a:gd name="T37" fmla="*/ 68 h 128"/>
                <a:gd name="T38" fmla="*/ 62 w 98"/>
                <a:gd name="T39" fmla="*/ 58 h 128"/>
                <a:gd name="T40" fmla="*/ 50 w 98"/>
                <a:gd name="T41" fmla="*/ 58 h 128"/>
                <a:gd name="T42" fmla="*/ 46 w 98"/>
                <a:gd name="T43" fmla="*/ 72 h 128"/>
                <a:gd name="T44" fmla="*/ 40 w 98"/>
                <a:gd name="T45" fmla="*/ 24 h 128"/>
                <a:gd name="T46" fmla="*/ 34 w 98"/>
                <a:gd name="T47" fmla="*/ 75 h 128"/>
                <a:gd name="T48" fmla="*/ 33 w 98"/>
                <a:gd name="T49" fmla="*/ 104 h 128"/>
                <a:gd name="T50" fmla="*/ 98 w 98"/>
                <a:gd name="T51" fmla="*/ 94 h 128"/>
                <a:gd name="T52" fmla="*/ 30 w 98"/>
                <a:gd name="T53" fmla="*/ 106 h 128"/>
                <a:gd name="T54" fmla="*/ 30 w 98"/>
                <a:gd name="T55" fmla="*/ 65 h 128"/>
                <a:gd name="T56" fmla="*/ 30 w 98"/>
                <a:gd name="T57" fmla="*/ 30 h 128"/>
                <a:gd name="T58" fmla="*/ 50 w 98"/>
                <a:gd name="T59" fmla="*/ 30 h 128"/>
                <a:gd name="T60" fmla="*/ 56 w 98"/>
                <a:gd name="T61" fmla="*/ 48 h 128"/>
                <a:gd name="T62" fmla="*/ 72 w 98"/>
                <a:gd name="T63" fmla="*/ 52 h 128"/>
                <a:gd name="T64" fmla="*/ 82 w 98"/>
                <a:gd name="T65" fmla="*/ 62 h 128"/>
                <a:gd name="T66" fmla="*/ 98 w 98"/>
                <a:gd name="T67" fmla="*/ 7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8" h="128">
                  <a:moveTo>
                    <a:pt x="38" y="0"/>
                  </a:moveTo>
                  <a:cubicBezTo>
                    <a:pt x="38" y="16"/>
                    <a:pt x="38" y="16"/>
                    <a:pt x="38" y="16"/>
                  </a:cubicBezTo>
                  <a:cubicBezTo>
                    <a:pt x="42" y="16"/>
                    <a:pt x="42" y="16"/>
                    <a:pt x="42" y="16"/>
                  </a:cubicBezTo>
                  <a:cubicBezTo>
                    <a:pt x="42" y="0"/>
                    <a:pt x="42" y="0"/>
                    <a:pt x="42" y="0"/>
                  </a:cubicBezTo>
                  <a:cubicBezTo>
                    <a:pt x="38" y="0"/>
                    <a:pt x="38" y="0"/>
                    <a:pt x="38" y="0"/>
                  </a:cubicBezTo>
                  <a:close/>
                  <a:moveTo>
                    <a:pt x="64" y="10"/>
                  </a:moveTo>
                  <a:cubicBezTo>
                    <a:pt x="51" y="20"/>
                    <a:pt x="51" y="20"/>
                    <a:pt x="51" y="20"/>
                  </a:cubicBezTo>
                  <a:cubicBezTo>
                    <a:pt x="54" y="23"/>
                    <a:pt x="54" y="23"/>
                    <a:pt x="54" y="23"/>
                  </a:cubicBezTo>
                  <a:cubicBezTo>
                    <a:pt x="66" y="13"/>
                    <a:pt x="66" y="13"/>
                    <a:pt x="66" y="13"/>
                  </a:cubicBezTo>
                  <a:cubicBezTo>
                    <a:pt x="64" y="10"/>
                    <a:pt x="64" y="10"/>
                    <a:pt x="64" y="10"/>
                  </a:cubicBezTo>
                  <a:close/>
                  <a:moveTo>
                    <a:pt x="72" y="37"/>
                  </a:moveTo>
                  <a:cubicBezTo>
                    <a:pt x="56" y="34"/>
                    <a:pt x="56" y="34"/>
                    <a:pt x="56" y="34"/>
                  </a:cubicBezTo>
                  <a:cubicBezTo>
                    <a:pt x="55" y="38"/>
                    <a:pt x="55" y="38"/>
                    <a:pt x="55" y="38"/>
                  </a:cubicBezTo>
                  <a:cubicBezTo>
                    <a:pt x="71" y="41"/>
                    <a:pt x="71" y="41"/>
                    <a:pt x="71" y="41"/>
                  </a:cubicBezTo>
                  <a:cubicBezTo>
                    <a:pt x="72" y="37"/>
                    <a:pt x="72" y="37"/>
                    <a:pt x="72" y="37"/>
                  </a:cubicBezTo>
                  <a:close/>
                  <a:moveTo>
                    <a:pt x="10" y="41"/>
                  </a:moveTo>
                  <a:cubicBezTo>
                    <a:pt x="25" y="38"/>
                    <a:pt x="25" y="38"/>
                    <a:pt x="25" y="38"/>
                  </a:cubicBezTo>
                  <a:cubicBezTo>
                    <a:pt x="24" y="34"/>
                    <a:pt x="24" y="34"/>
                    <a:pt x="24" y="34"/>
                  </a:cubicBezTo>
                  <a:cubicBezTo>
                    <a:pt x="9" y="37"/>
                    <a:pt x="9" y="37"/>
                    <a:pt x="9" y="37"/>
                  </a:cubicBezTo>
                  <a:cubicBezTo>
                    <a:pt x="10" y="41"/>
                    <a:pt x="10" y="41"/>
                    <a:pt x="10" y="41"/>
                  </a:cubicBezTo>
                  <a:close/>
                  <a:moveTo>
                    <a:pt x="14" y="13"/>
                  </a:moveTo>
                  <a:cubicBezTo>
                    <a:pt x="27" y="23"/>
                    <a:pt x="27" y="23"/>
                    <a:pt x="27" y="23"/>
                  </a:cubicBezTo>
                  <a:cubicBezTo>
                    <a:pt x="29" y="20"/>
                    <a:pt x="29" y="20"/>
                    <a:pt x="29" y="20"/>
                  </a:cubicBezTo>
                  <a:cubicBezTo>
                    <a:pt x="17" y="10"/>
                    <a:pt x="17" y="10"/>
                    <a:pt x="17" y="10"/>
                  </a:cubicBezTo>
                  <a:cubicBezTo>
                    <a:pt x="14" y="13"/>
                    <a:pt x="14" y="13"/>
                    <a:pt x="14" y="13"/>
                  </a:cubicBezTo>
                  <a:close/>
                  <a:moveTo>
                    <a:pt x="64" y="124"/>
                  </a:moveTo>
                  <a:cubicBezTo>
                    <a:pt x="81" y="124"/>
                    <a:pt x="94" y="110"/>
                    <a:pt x="94" y="94"/>
                  </a:cubicBezTo>
                  <a:cubicBezTo>
                    <a:pt x="94" y="94"/>
                    <a:pt x="94" y="103"/>
                    <a:pt x="94" y="94"/>
                  </a:cubicBezTo>
                  <a:cubicBezTo>
                    <a:pt x="94" y="79"/>
                    <a:pt x="94" y="79"/>
                    <a:pt x="94" y="79"/>
                  </a:cubicBezTo>
                  <a:cubicBezTo>
                    <a:pt x="94" y="70"/>
                    <a:pt x="94" y="70"/>
                    <a:pt x="94" y="70"/>
                  </a:cubicBezTo>
                  <a:cubicBezTo>
                    <a:pt x="94" y="67"/>
                    <a:pt x="92" y="64"/>
                    <a:pt x="88" y="64"/>
                  </a:cubicBezTo>
                  <a:cubicBezTo>
                    <a:pt x="85" y="64"/>
                    <a:pt x="82" y="67"/>
                    <a:pt x="82" y="70"/>
                  </a:cubicBezTo>
                  <a:cubicBezTo>
                    <a:pt x="82" y="72"/>
                    <a:pt x="82" y="72"/>
                    <a:pt x="82" y="72"/>
                  </a:cubicBezTo>
                  <a:cubicBezTo>
                    <a:pt x="78" y="72"/>
                    <a:pt x="78" y="72"/>
                    <a:pt x="78" y="72"/>
                  </a:cubicBezTo>
                  <a:cubicBezTo>
                    <a:pt x="78" y="62"/>
                    <a:pt x="78" y="62"/>
                    <a:pt x="78" y="62"/>
                  </a:cubicBezTo>
                  <a:cubicBezTo>
                    <a:pt x="78" y="59"/>
                    <a:pt x="76" y="56"/>
                    <a:pt x="72" y="56"/>
                  </a:cubicBezTo>
                  <a:cubicBezTo>
                    <a:pt x="69" y="56"/>
                    <a:pt x="66" y="59"/>
                    <a:pt x="66" y="62"/>
                  </a:cubicBezTo>
                  <a:cubicBezTo>
                    <a:pt x="66" y="68"/>
                    <a:pt x="66" y="68"/>
                    <a:pt x="66" y="68"/>
                  </a:cubicBezTo>
                  <a:cubicBezTo>
                    <a:pt x="62" y="68"/>
                    <a:pt x="62" y="68"/>
                    <a:pt x="62" y="68"/>
                  </a:cubicBezTo>
                  <a:cubicBezTo>
                    <a:pt x="62" y="58"/>
                    <a:pt x="62" y="58"/>
                    <a:pt x="62" y="58"/>
                  </a:cubicBezTo>
                  <a:cubicBezTo>
                    <a:pt x="62" y="55"/>
                    <a:pt x="60" y="52"/>
                    <a:pt x="56" y="52"/>
                  </a:cubicBezTo>
                  <a:cubicBezTo>
                    <a:pt x="53" y="52"/>
                    <a:pt x="50" y="55"/>
                    <a:pt x="50" y="58"/>
                  </a:cubicBezTo>
                  <a:cubicBezTo>
                    <a:pt x="50" y="72"/>
                    <a:pt x="50" y="72"/>
                    <a:pt x="50" y="72"/>
                  </a:cubicBezTo>
                  <a:cubicBezTo>
                    <a:pt x="46" y="72"/>
                    <a:pt x="46" y="72"/>
                    <a:pt x="46" y="72"/>
                  </a:cubicBezTo>
                  <a:cubicBezTo>
                    <a:pt x="46" y="30"/>
                    <a:pt x="46" y="30"/>
                    <a:pt x="46" y="30"/>
                  </a:cubicBezTo>
                  <a:cubicBezTo>
                    <a:pt x="46" y="27"/>
                    <a:pt x="44" y="24"/>
                    <a:pt x="40" y="24"/>
                  </a:cubicBezTo>
                  <a:cubicBezTo>
                    <a:pt x="37" y="24"/>
                    <a:pt x="34" y="27"/>
                    <a:pt x="34" y="30"/>
                  </a:cubicBezTo>
                  <a:cubicBezTo>
                    <a:pt x="34" y="75"/>
                    <a:pt x="34" y="75"/>
                    <a:pt x="34" y="75"/>
                  </a:cubicBezTo>
                  <a:cubicBezTo>
                    <a:pt x="26" y="66"/>
                    <a:pt x="15" y="57"/>
                    <a:pt x="11" y="61"/>
                  </a:cubicBezTo>
                  <a:cubicBezTo>
                    <a:pt x="6" y="66"/>
                    <a:pt x="18" y="78"/>
                    <a:pt x="33" y="104"/>
                  </a:cubicBezTo>
                  <a:cubicBezTo>
                    <a:pt x="40" y="116"/>
                    <a:pt x="49" y="124"/>
                    <a:pt x="64" y="124"/>
                  </a:cubicBezTo>
                  <a:close/>
                  <a:moveTo>
                    <a:pt x="98" y="94"/>
                  </a:moveTo>
                  <a:cubicBezTo>
                    <a:pt x="98" y="113"/>
                    <a:pt x="83" y="128"/>
                    <a:pt x="64" y="128"/>
                  </a:cubicBezTo>
                  <a:cubicBezTo>
                    <a:pt x="52" y="128"/>
                    <a:pt x="39" y="122"/>
                    <a:pt x="30" y="106"/>
                  </a:cubicBezTo>
                  <a:cubicBezTo>
                    <a:pt x="17" y="82"/>
                    <a:pt x="0" y="66"/>
                    <a:pt x="8" y="58"/>
                  </a:cubicBezTo>
                  <a:cubicBezTo>
                    <a:pt x="14" y="53"/>
                    <a:pt x="22" y="58"/>
                    <a:pt x="30" y="65"/>
                  </a:cubicBezTo>
                  <a:cubicBezTo>
                    <a:pt x="30" y="65"/>
                    <a:pt x="30" y="65"/>
                    <a:pt x="30" y="65"/>
                  </a:cubicBezTo>
                  <a:cubicBezTo>
                    <a:pt x="30" y="30"/>
                    <a:pt x="30" y="30"/>
                    <a:pt x="30" y="30"/>
                  </a:cubicBezTo>
                  <a:cubicBezTo>
                    <a:pt x="30" y="24"/>
                    <a:pt x="35" y="20"/>
                    <a:pt x="40" y="20"/>
                  </a:cubicBezTo>
                  <a:cubicBezTo>
                    <a:pt x="46" y="20"/>
                    <a:pt x="50" y="24"/>
                    <a:pt x="50" y="30"/>
                  </a:cubicBezTo>
                  <a:cubicBezTo>
                    <a:pt x="50" y="50"/>
                    <a:pt x="50" y="50"/>
                    <a:pt x="50" y="50"/>
                  </a:cubicBezTo>
                  <a:cubicBezTo>
                    <a:pt x="52" y="49"/>
                    <a:pt x="54" y="48"/>
                    <a:pt x="56" y="48"/>
                  </a:cubicBezTo>
                  <a:cubicBezTo>
                    <a:pt x="61" y="48"/>
                    <a:pt x="64" y="51"/>
                    <a:pt x="66" y="55"/>
                  </a:cubicBezTo>
                  <a:cubicBezTo>
                    <a:pt x="67" y="53"/>
                    <a:pt x="70" y="52"/>
                    <a:pt x="72" y="52"/>
                  </a:cubicBezTo>
                  <a:cubicBezTo>
                    <a:pt x="78" y="52"/>
                    <a:pt x="82" y="56"/>
                    <a:pt x="82" y="62"/>
                  </a:cubicBezTo>
                  <a:cubicBezTo>
                    <a:pt x="82" y="62"/>
                    <a:pt x="82" y="62"/>
                    <a:pt x="82" y="62"/>
                  </a:cubicBezTo>
                  <a:cubicBezTo>
                    <a:pt x="84" y="61"/>
                    <a:pt x="86" y="60"/>
                    <a:pt x="88" y="60"/>
                  </a:cubicBezTo>
                  <a:cubicBezTo>
                    <a:pt x="94" y="60"/>
                    <a:pt x="98" y="65"/>
                    <a:pt x="98" y="70"/>
                  </a:cubicBezTo>
                  <a:cubicBezTo>
                    <a:pt x="98" y="94"/>
                    <a:pt x="98" y="94"/>
                    <a:pt x="98" y="9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0" name="Freeform 43"/>
            <p:cNvSpPr>
              <a:spLocks noEditPoints="1"/>
            </p:cNvSpPr>
            <p:nvPr/>
          </p:nvSpPr>
          <p:spPr bwMode="auto">
            <a:xfrm>
              <a:off x="4244976" y="4821932"/>
              <a:ext cx="276225" cy="292100"/>
            </a:xfrm>
            <a:custGeom>
              <a:avLst/>
              <a:gdLst>
                <a:gd name="T0" fmla="*/ 38 w 106"/>
                <a:gd name="T1" fmla="*/ 20 h 112"/>
                <a:gd name="T2" fmla="*/ 38 w 106"/>
                <a:gd name="T3" fmla="*/ 49 h 112"/>
                <a:gd name="T4" fmla="*/ 38 w 106"/>
                <a:gd name="T5" fmla="*/ 49 h 112"/>
                <a:gd name="T6" fmla="*/ 16 w 106"/>
                <a:gd name="T7" fmla="*/ 42 h 112"/>
                <a:gd name="T8" fmla="*/ 37 w 106"/>
                <a:gd name="T9" fmla="*/ 90 h 112"/>
                <a:gd name="T10" fmla="*/ 72 w 106"/>
                <a:gd name="T11" fmla="*/ 112 h 112"/>
                <a:gd name="T12" fmla="*/ 106 w 106"/>
                <a:gd name="T13" fmla="*/ 78 h 112"/>
                <a:gd name="T14" fmla="*/ 106 w 106"/>
                <a:gd name="T15" fmla="*/ 54 h 112"/>
                <a:gd name="T16" fmla="*/ 96 w 106"/>
                <a:gd name="T17" fmla="*/ 44 h 112"/>
                <a:gd name="T18" fmla="*/ 90 w 106"/>
                <a:gd name="T19" fmla="*/ 46 h 112"/>
                <a:gd name="T20" fmla="*/ 90 w 106"/>
                <a:gd name="T21" fmla="*/ 14 h 112"/>
                <a:gd name="T22" fmla="*/ 80 w 106"/>
                <a:gd name="T23" fmla="*/ 4 h 112"/>
                <a:gd name="T24" fmla="*/ 73 w 106"/>
                <a:gd name="T25" fmla="*/ 7 h 112"/>
                <a:gd name="T26" fmla="*/ 64 w 106"/>
                <a:gd name="T27" fmla="*/ 0 h 112"/>
                <a:gd name="T28" fmla="*/ 55 w 106"/>
                <a:gd name="T29" fmla="*/ 7 h 112"/>
                <a:gd name="T30" fmla="*/ 48 w 106"/>
                <a:gd name="T31" fmla="*/ 4 h 112"/>
                <a:gd name="T32" fmla="*/ 38 w 106"/>
                <a:gd name="T33" fmla="*/ 14 h 112"/>
                <a:gd name="T34" fmla="*/ 38 w 106"/>
                <a:gd name="T35" fmla="*/ 16 h 112"/>
                <a:gd name="T36" fmla="*/ 8 w 106"/>
                <a:gd name="T37" fmla="*/ 16 h 112"/>
                <a:gd name="T38" fmla="*/ 21 w 106"/>
                <a:gd name="T39" fmla="*/ 3 h 112"/>
                <a:gd name="T40" fmla="*/ 18 w 106"/>
                <a:gd name="T41" fmla="*/ 0 h 112"/>
                <a:gd name="T42" fmla="*/ 0 w 106"/>
                <a:gd name="T43" fmla="*/ 18 h 112"/>
                <a:gd name="T44" fmla="*/ 18 w 106"/>
                <a:gd name="T45" fmla="*/ 36 h 112"/>
                <a:gd name="T46" fmla="*/ 21 w 106"/>
                <a:gd name="T47" fmla="*/ 33 h 112"/>
                <a:gd name="T48" fmla="*/ 8 w 106"/>
                <a:gd name="T49" fmla="*/ 20 h 112"/>
                <a:gd name="T50" fmla="*/ 38 w 106"/>
                <a:gd name="T51" fmla="*/ 20 h 112"/>
                <a:gd name="T52" fmla="*/ 72 w 106"/>
                <a:gd name="T53" fmla="*/ 108 h 112"/>
                <a:gd name="T54" fmla="*/ 41 w 106"/>
                <a:gd name="T55" fmla="*/ 88 h 112"/>
                <a:gd name="T56" fmla="*/ 19 w 106"/>
                <a:gd name="T57" fmla="*/ 45 h 112"/>
                <a:gd name="T58" fmla="*/ 42 w 106"/>
                <a:gd name="T59" fmla="*/ 59 h 112"/>
                <a:gd name="T60" fmla="*/ 42 w 106"/>
                <a:gd name="T61" fmla="*/ 14 h 112"/>
                <a:gd name="T62" fmla="*/ 48 w 106"/>
                <a:gd name="T63" fmla="*/ 8 h 112"/>
                <a:gd name="T64" fmla="*/ 54 w 106"/>
                <a:gd name="T65" fmla="*/ 14 h 112"/>
                <a:gd name="T66" fmla="*/ 54 w 106"/>
                <a:gd name="T67" fmla="*/ 56 h 112"/>
                <a:gd name="T68" fmla="*/ 58 w 106"/>
                <a:gd name="T69" fmla="*/ 56 h 112"/>
                <a:gd name="T70" fmla="*/ 58 w 106"/>
                <a:gd name="T71" fmla="*/ 10 h 112"/>
                <a:gd name="T72" fmla="*/ 64 w 106"/>
                <a:gd name="T73" fmla="*/ 4 h 112"/>
                <a:gd name="T74" fmla="*/ 70 w 106"/>
                <a:gd name="T75" fmla="*/ 10 h 112"/>
                <a:gd name="T76" fmla="*/ 70 w 106"/>
                <a:gd name="T77" fmla="*/ 52 h 112"/>
                <a:gd name="T78" fmla="*/ 74 w 106"/>
                <a:gd name="T79" fmla="*/ 52 h 112"/>
                <a:gd name="T80" fmla="*/ 74 w 106"/>
                <a:gd name="T81" fmla="*/ 14 h 112"/>
                <a:gd name="T82" fmla="*/ 80 w 106"/>
                <a:gd name="T83" fmla="*/ 8 h 112"/>
                <a:gd name="T84" fmla="*/ 86 w 106"/>
                <a:gd name="T85" fmla="*/ 14 h 112"/>
                <a:gd name="T86" fmla="*/ 86 w 106"/>
                <a:gd name="T87" fmla="*/ 56 h 112"/>
                <a:gd name="T88" fmla="*/ 90 w 106"/>
                <a:gd name="T89" fmla="*/ 56 h 112"/>
                <a:gd name="T90" fmla="*/ 90 w 106"/>
                <a:gd name="T91" fmla="*/ 54 h 112"/>
                <a:gd name="T92" fmla="*/ 96 w 106"/>
                <a:gd name="T93" fmla="*/ 48 h 112"/>
                <a:gd name="T94" fmla="*/ 102 w 106"/>
                <a:gd name="T95" fmla="*/ 54 h 112"/>
                <a:gd name="T96" fmla="*/ 102 w 106"/>
                <a:gd name="T97" fmla="*/ 63 h 112"/>
                <a:gd name="T98" fmla="*/ 102 w 106"/>
                <a:gd name="T99" fmla="*/ 78 h 112"/>
                <a:gd name="T100" fmla="*/ 72 w 106"/>
                <a:gd name="T101" fmla="*/ 10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6" h="112">
                  <a:moveTo>
                    <a:pt x="38" y="20"/>
                  </a:moveTo>
                  <a:cubicBezTo>
                    <a:pt x="38" y="49"/>
                    <a:pt x="38" y="49"/>
                    <a:pt x="38" y="49"/>
                  </a:cubicBezTo>
                  <a:cubicBezTo>
                    <a:pt x="38" y="49"/>
                    <a:pt x="38" y="49"/>
                    <a:pt x="38" y="49"/>
                  </a:cubicBezTo>
                  <a:cubicBezTo>
                    <a:pt x="30" y="42"/>
                    <a:pt x="21" y="37"/>
                    <a:pt x="16" y="42"/>
                  </a:cubicBezTo>
                  <a:cubicBezTo>
                    <a:pt x="8" y="50"/>
                    <a:pt x="24" y="66"/>
                    <a:pt x="37" y="90"/>
                  </a:cubicBezTo>
                  <a:cubicBezTo>
                    <a:pt x="47" y="106"/>
                    <a:pt x="60" y="112"/>
                    <a:pt x="72" y="112"/>
                  </a:cubicBezTo>
                  <a:cubicBezTo>
                    <a:pt x="91" y="112"/>
                    <a:pt x="106" y="97"/>
                    <a:pt x="106" y="78"/>
                  </a:cubicBezTo>
                  <a:cubicBezTo>
                    <a:pt x="106" y="54"/>
                    <a:pt x="106" y="54"/>
                    <a:pt x="106" y="54"/>
                  </a:cubicBezTo>
                  <a:cubicBezTo>
                    <a:pt x="106" y="49"/>
                    <a:pt x="102" y="44"/>
                    <a:pt x="96" y="44"/>
                  </a:cubicBezTo>
                  <a:cubicBezTo>
                    <a:pt x="94" y="44"/>
                    <a:pt x="92" y="45"/>
                    <a:pt x="90" y="46"/>
                  </a:cubicBezTo>
                  <a:cubicBezTo>
                    <a:pt x="90" y="14"/>
                    <a:pt x="90" y="14"/>
                    <a:pt x="90" y="14"/>
                  </a:cubicBezTo>
                  <a:cubicBezTo>
                    <a:pt x="90" y="8"/>
                    <a:pt x="86" y="4"/>
                    <a:pt x="80" y="4"/>
                  </a:cubicBezTo>
                  <a:cubicBezTo>
                    <a:pt x="78" y="4"/>
                    <a:pt x="75" y="5"/>
                    <a:pt x="73" y="7"/>
                  </a:cubicBezTo>
                  <a:cubicBezTo>
                    <a:pt x="72" y="3"/>
                    <a:pt x="68" y="0"/>
                    <a:pt x="64" y="0"/>
                  </a:cubicBezTo>
                  <a:cubicBezTo>
                    <a:pt x="60" y="0"/>
                    <a:pt x="56" y="3"/>
                    <a:pt x="55" y="7"/>
                  </a:cubicBezTo>
                  <a:cubicBezTo>
                    <a:pt x="53" y="5"/>
                    <a:pt x="51" y="4"/>
                    <a:pt x="48" y="4"/>
                  </a:cubicBezTo>
                  <a:cubicBezTo>
                    <a:pt x="43" y="4"/>
                    <a:pt x="38" y="9"/>
                    <a:pt x="38" y="14"/>
                  </a:cubicBezTo>
                  <a:cubicBezTo>
                    <a:pt x="38" y="16"/>
                    <a:pt x="38" y="16"/>
                    <a:pt x="38" y="16"/>
                  </a:cubicBezTo>
                  <a:cubicBezTo>
                    <a:pt x="8" y="16"/>
                    <a:pt x="8" y="16"/>
                    <a:pt x="8" y="16"/>
                  </a:cubicBezTo>
                  <a:cubicBezTo>
                    <a:pt x="21" y="3"/>
                    <a:pt x="21" y="3"/>
                    <a:pt x="21" y="3"/>
                  </a:cubicBezTo>
                  <a:cubicBezTo>
                    <a:pt x="18" y="0"/>
                    <a:pt x="18" y="0"/>
                    <a:pt x="18" y="0"/>
                  </a:cubicBezTo>
                  <a:cubicBezTo>
                    <a:pt x="0" y="18"/>
                    <a:pt x="0" y="18"/>
                    <a:pt x="0" y="18"/>
                  </a:cubicBezTo>
                  <a:cubicBezTo>
                    <a:pt x="18" y="36"/>
                    <a:pt x="18" y="36"/>
                    <a:pt x="18" y="36"/>
                  </a:cubicBezTo>
                  <a:cubicBezTo>
                    <a:pt x="21" y="33"/>
                    <a:pt x="21" y="33"/>
                    <a:pt x="21" y="33"/>
                  </a:cubicBezTo>
                  <a:cubicBezTo>
                    <a:pt x="8" y="20"/>
                    <a:pt x="8" y="20"/>
                    <a:pt x="8" y="20"/>
                  </a:cubicBezTo>
                  <a:cubicBezTo>
                    <a:pt x="38" y="20"/>
                    <a:pt x="38" y="20"/>
                    <a:pt x="38" y="20"/>
                  </a:cubicBezTo>
                  <a:close/>
                  <a:moveTo>
                    <a:pt x="72" y="108"/>
                  </a:moveTo>
                  <a:cubicBezTo>
                    <a:pt x="57" y="108"/>
                    <a:pt x="48" y="100"/>
                    <a:pt x="41" y="88"/>
                  </a:cubicBezTo>
                  <a:cubicBezTo>
                    <a:pt x="25" y="62"/>
                    <a:pt x="14" y="50"/>
                    <a:pt x="19" y="45"/>
                  </a:cubicBezTo>
                  <a:cubicBezTo>
                    <a:pt x="23" y="41"/>
                    <a:pt x="34" y="50"/>
                    <a:pt x="42" y="59"/>
                  </a:cubicBezTo>
                  <a:cubicBezTo>
                    <a:pt x="42" y="14"/>
                    <a:pt x="42" y="14"/>
                    <a:pt x="42" y="14"/>
                  </a:cubicBezTo>
                  <a:cubicBezTo>
                    <a:pt x="42" y="11"/>
                    <a:pt x="45" y="8"/>
                    <a:pt x="48" y="8"/>
                  </a:cubicBezTo>
                  <a:cubicBezTo>
                    <a:pt x="51" y="8"/>
                    <a:pt x="54" y="11"/>
                    <a:pt x="54" y="14"/>
                  </a:cubicBezTo>
                  <a:cubicBezTo>
                    <a:pt x="54" y="56"/>
                    <a:pt x="54" y="56"/>
                    <a:pt x="54" y="56"/>
                  </a:cubicBezTo>
                  <a:cubicBezTo>
                    <a:pt x="58" y="56"/>
                    <a:pt x="58" y="56"/>
                    <a:pt x="58" y="56"/>
                  </a:cubicBezTo>
                  <a:cubicBezTo>
                    <a:pt x="58" y="10"/>
                    <a:pt x="58" y="10"/>
                    <a:pt x="58" y="10"/>
                  </a:cubicBezTo>
                  <a:cubicBezTo>
                    <a:pt x="58" y="7"/>
                    <a:pt x="61" y="4"/>
                    <a:pt x="64" y="4"/>
                  </a:cubicBezTo>
                  <a:cubicBezTo>
                    <a:pt x="67" y="4"/>
                    <a:pt x="70" y="7"/>
                    <a:pt x="70" y="10"/>
                  </a:cubicBezTo>
                  <a:cubicBezTo>
                    <a:pt x="70" y="52"/>
                    <a:pt x="70" y="52"/>
                    <a:pt x="70" y="52"/>
                  </a:cubicBezTo>
                  <a:cubicBezTo>
                    <a:pt x="74" y="52"/>
                    <a:pt x="74" y="52"/>
                    <a:pt x="74" y="52"/>
                  </a:cubicBezTo>
                  <a:cubicBezTo>
                    <a:pt x="74" y="14"/>
                    <a:pt x="74" y="14"/>
                    <a:pt x="74" y="14"/>
                  </a:cubicBezTo>
                  <a:cubicBezTo>
                    <a:pt x="74" y="11"/>
                    <a:pt x="77" y="8"/>
                    <a:pt x="80" y="8"/>
                  </a:cubicBezTo>
                  <a:cubicBezTo>
                    <a:pt x="83" y="8"/>
                    <a:pt x="86" y="11"/>
                    <a:pt x="86" y="14"/>
                  </a:cubicBezTo>
                  <a:cubicBezTo>
                    <a:pt x="86" y="56"/>
                    <a:pt x="86" y="56"/>
                    <a:pt x="86" y="56"/>
                  </a:cubicBezTo>
                  <a:cubicBezTo>
                    <a:pt x="90" y="56"/>
                    <a:pt x="90" y="56"/>
                    <a:pt x="90" y="56"/>
                  </a:cubicBezTo>
                  <a:cubicBezTo>
                    <a:pt x="90" y="54"/>
                    <a:pt x="90" y="54"/>
                    <a:pt x="90" y="54"/>
                  </a:cubicBezTo>
                  <a:cubicBezTo>
                    <a:pt x="90" y="51"/>
                    <a:pt x="93" y="48"/>
                    <a:pt x="96" y="48"/>
                  </a:cubicBezTo>
                  <a:cubicBezTo>
                    <a:pt x="99" y="48"/>
                    <a:pt x="102" y="51"/>
                    <a:pt x="102" y="54"/>
                  </a:cubicBezTo>
                  <a:cubicBezTo>
                    <a:pt x="102" y="63"/>
                    <a:pt x="102" y="63"/>
                    <a:pt x="102" y="63"/>
                  </a:cubicBezTo>
                  <a:cubicBezTo>
                    <a:pt x="102" y="78"/>
                    <a:pt x="102" y="78"/>
                    <a:pt x="102" y="78"/>
                  </a:cubicBezTo>
                  <a:cubicBezTo>
                    <a:pt x="102" y="95"/>
                    <a:pt x="89" y="108"/>
                    <a:pt x="72" y="10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1" name="Freeform 44"/>
            <p:cNvSpPr>
              <a:spLocks noEditPoints="1"/>
            </p:cNvSpPr>
            <p:nvPr/>
          </p:nvSpPr>
          <p:spPr bwMode="auto">
            <a:xfrm>
              <a:off x="11682414" y="3032156"/>
              <a:ext cx="306388" cy="292100"/>
            </a:xfrm>
            <a:custGeom>
              <a:avLst/>
              <a:gdLst>
                <a:gd name="T0" fmla="*/ 82 w 118"/>
                <a:gd name="T1" fmla="*/ 16 h 112"/>
                <a:gd name="T2" fmla="*/ 82 w 118"/>
                <a:gd name="T3" fmla="*/ 14 h 112"/>
                <a:gd name="T4" fmla="*/ 72 w 118"/>
                <a:gd name="T5" fmla="*/ 4 h 112"/>
                <a:gd name="T6" fmla="*/ 66 w 118"/>
                <a:gd name="T7" fmla="*/ 7 h 112"/>
                <a:gd name="T8" fmla="*/ 56 w 118"/>
                <a:gd name="T9" fmla="*/ 0 h 112"/>
                <a:gd name="T10" fmla="*/ 47 w 118"/>
                <a:gd name="T11" fmla="*/ 7 h 112"/>
                <a:gd name="T12" fmla="*/ 40 w 118"/>
                <a:gd name="T13" fmla="*/ 4 h 112"/>
                <a:gd name="T14" fmla="*/ 30 w 118"/>
                <a:gd name="T15" fmla="*/ 14 h 112"/>
                <a:gd name="T16" fmla="*/ 30 w 118"/>
                <a:gd name="T17" fmla="*/ 49 h 112"/>
                <a:gd name="T18" fmla="*/ 30 w 118"/>
                <a:gd name="T19" fmla="*/ 49 h 112"/>
                <a:gd name="T20" fmla="*/ 8 w 118"/>
                <a:gd name="T21" fmla="*/ 42 h 112"/>
                <a:gd name="T22" fmla="*/ 30 w 118"/>
                <a:gd name="T23" fmla="*/ 90 h 112"/>
                <a:gd name="T24" fmla="*/ 64 w 118"/>
                <a:gd name="T25" fmla="*/ 112 h 112"/>
                <a:gd name="T26" fmla="*/ 98 w 118"/>
                <a:gd name="T27" fmla="*/ 78 h 112"/>
                <a:gd name="T28" fmla="*/ 98 w 118"/>
                <a:gd name="T29" fmla="*/ 54 h 112"/>
                <a:gd name="T30" fmla="*/ 88 w 118"/>
                <a:gd name="T31" fmla="*/ 44 h 112"/>
                <a:gd name="T32" fmla="*/ 82 w 118"/>
                <a:gd name="T33" fmla="*/ 46 h 112"/>
                <a:gd name="T34" fmla="*/ 82 w 118"/>
                <a:gd name="T35" fmla="*/ 20 h 112"/>
                <a:gd name="T36" fmla="*/ 110 w 118"/>
                <a:gd name="T37" fmla="*/ 20 h 112"/>
                <a:gd name="T38" fmla="*/ 97 w 118"/>
                <a:gd name="T39" fmla="*/ 33 h 112"/>
                <a:gd name="T40" fmla="*/ 100 w 118"/>
                <a:gd name="T41" fmla="*/ 36 h 112"/>
                <a:gd name="T42" fmla="*/ 118 w 118"/>
                <a:gd name="T43" fmla="*/ 18 h 112"/>
                <a:gd name="T44" fmla="*/ 100 w 118"/>
                <a:gd name="T45" fmla="*/ 0 h 112"/>
                <a:gd name="T46" fmla="*/ 97 w 118"/>
                <a:gd name="T47" fmla="*/ 3 h 112"/>
                <a:gd name="T48" fmla="*/ 110 w 118"/>
                <a:gd name="T49" fmla="*/ 16 h 112"/>
                <a:gd name="T50" fmla="*/ 82 w 118"/>
                <a:gd name="T51" fmla="*/ 16 h 112"/>
                <a:gd name="T52" fmla="*/ 64 w 118"/>
                <a:gd name="T53" fmla="*/ 108 h 112"/>
                <a:gd name="T54" fmla="*/ 33 w 118"/>
                <a:gd name="T55" fmla="*/ 88 h 112"/>
                <a:gd name="T56" fmla="*/ 11 w 118"/>
                <a:gd name="T57" fmla="*/ 45 h 112"/>
                <a:gd name="T58" fmla="*/ 34 w 118"/>
                <a:gd name="T59" fmla="*/ 59 h 112"/>
                <a:gd name="T60" fmla="*/ 34 w 118"/>
                <a:gd name="T61" fmla="*/ 14 h 112"/>
                <a:gd name="T62" fmla="*/ 40 w 118"/>
                <a:gd name="T63" fmla="*/ 8 h 112"/>
                <a:gd name="T64" fmla="*/ 46 w 118"/>
                <a:gd name="T65" fmla="*/ 14 h 112"/>
                <a:gd name="T66" fmla="*/ 46 w 118"/>
                <a:gd name="T67" fmla="*/ 56 h 112"/>
                <a:gd name="T68" fmla="*/ 50 w 118"/>
                <a:gd name="T69" fmla="*/ 56 h 112"/>
                <a:gd name="T70" fmla="*/ 50 w 118"/>
                <a:gd name="T71" fmla="*/ 10 h 112"/>
                <a:gd name="T72" fmla="*/ 56 w 118"/>
                <a:gd name="T73" fmla="*/ 4 h 112"/>
                <a:gd name="T74" fmla="*/ 62 w 118"/>
                <a:gd name="T75" fmla="*/ 10 h 112"/>
                <a:gd name="T76" fmla="*/ 62 w 118"/>
                <a:gd name="T77" fmla="*/ 52 h 112"/>
                <a:gd name="T78" fmla="*/ 66 w 118"/>
                <a:gd name="T79" fmla="*/ 52 h 112"/>
                <a:gd name="T80" fmla="*/ 66 w 118"/>
                <a:gd name="T81" fmla="*/ 14 h 112"/>
                <a:gd name="T82" fmla="*/ 72 w 118"/>
                <a:gd name="T83" fmla="*/ 8 h 112"/>
                <a:gd name="T84" fmla="*/ 78 w 118"/>
                <a:gd name="T85" fmla="*/ 14 h 112"/>
                <a:gd name="T86" fmla="*/ 78 w 118"/>
                <a:gd name="T87" fmla="*/ 56 h 112"/>
                <a:gd name="T88" fmla="*/ 82 w 118"/>
                <a:gd name="T89" fmla="*/ 56 h 112"/>
                <a:gd name="T90" fmla="*/ 82 w 118"/>
                <a:gd name="T91" fmla="*/ 54 h 112"/>
                <a:gd name="T92" fmla="*/ 88 w 118"/>
                <a:gd name="T93" fmla="*/ 48 h 112"/>
                <a:gd name="T94" fmla="*/ 94 w 118"/>
                <a:gd name="T95" fmla="*/ 54 h 112"/>
                <a:gd name="T96" fmla="*/ 94 w 118"/>
                <a:gd name="T97" fmla="*/ 63 h 112"/>
                <a:gd name="T98" fmla="*/ 94 w 118"/>
                <a:gd name="T99" fmla="*/ 78 h 112"/>
                <a:gd name="T100" fmla="*/ 64 w 118"/>
                <a:gd name="T101" fmla="*/ 10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8" h="112">
                  <a:moveTo>
                    <a:pt x="82" y="16"/>
                  </a:moveTo>
                  <a:cubicBezTo>
                    <a:pt x="82" y="14"/>
                    <a:pt x="82" y="14"/>
                    <a:pt x="82" y="14"/>
                  </a:cubicBezTo>
                  <a:cubicBezTo>
                    <a:pt x="82" y="8"/>
                    <a:pt x="78" y="4"/>
                    <a:pt x="72" y="4"/>
                  </a:cubicBezTo>
                  <a:cubicBezTo>
                    <a:pt x="70" y="4"/>
                    <a:pt x="67" y="5"/>
                    <a:pt x="66" y="7"/>
                  </a:cubicBezTo>
                  <a:cubicBezTo>
                    <a:pt x="64" y="3"/>
                    <a:pt x="60" y="0"/>
                    <a:pt x="56" y="0"/>
                  </a:cubicBezTo>
                  <a:cubicBezTo>
                    <a:pt x="52" y="0"/>
                    <a:pt x="48" y="3"/>
                    <a:pt x="47" y="7"/>
                  </a:cubicBezTo>
                  <a:cubicBezTo>
                    <a:pt x="45" y="5"/>
                    <a:pt x="43" y="4"/>
                    <a:pt x="40" y="4"/>
                  </a:cubicBezTo>
                  <a:cubicBezTo>
                    <a:pt x="35" y="4"/>
                    <a:pt x="30" y="9"/>
                    <a:pt x="30" y="14"/>
                  </a:cubicBezTo>
                  <a:cubicBezTo>
                    <a:pt x="30" y="49"/>
                    <a:pt x="30" y="49"/>
                    <a:pt x="30" y="49"/>
                  </a:cubicBezTo>
                  <a:cubicBezTo>
                    <a:pt x="30" y="49"/>
                    <a:pt x="30" y="49"/>
                    <a:pt x="30" y="49"/>
                  </a:cubicBezTo>
                  <a:cubicBezTo>
                    <a:pt x="22" y="42"/>
                    <a:pt x="13" y="37"/>
                    <a:pt x="8" y="42"/>
                  </a:cubicBezTo>
                  <a:cubicBezTo>
                    <a:pt x="0" y="50"/>
                    <a:pt x="16" y="66"/>
                    <a:pt x="30" y="90"/>
                  </a:cubicBezTo>
                  <a:cubicBezTo>
                    <a:pt x="39" y="106"/>
                    <a:pt x="52" y="112"/>
                    <a:pt x="64" y="112"/>
                  </a:cubicBezTo>
                  <a:cubicBezTo>
                    <a:pt x="83" y="112"/>
                    <a:pt x="98" y="97"/>
                    <a:pt x="98" y="78"/>
                  </a:cubicBezTo>
                  <a:cubicBezTo>
                    <a:pt x="98" y="54"/>
                    <a:pt x="98" y="54"/>
                    <a:pt x="98" y="54"/>
                  </a:cubicBezTo>
                  <a:cubicBezTo>
                    <a:pt x="98" y="49"/>
                    <a:pt x="94" y="44"/>
                    <a:pt x="88" y="44"/>
                  </a:cubicBezTo>
                  <a:cubicBezTo>
                    <a:pt x="86" y="44"/>
                    <a:pt x="84" y="45"/>
                    <a:pt x="82" y="46"/>
                  </a:cubicBezTo>
                  <a:cubicBezTo>
                    <a:pt x="82" y="20"/>
                    <a:pt x="82" y="20"/>
                    <a:pt x="82" y="20"/>
                  </a:cubicBezTo>
                  <a:cubicBezTo>
                    <a:pt x="110" y="20"/>
                    <a:pt x="110" y="20"/>
                    <a:pt x="110" y="20"/>
                  </a:cubicBezTo>
                  <a:cubicBezTo>
                    <a:pt x="97" y="33"/>
                    <a:pt x="97" y="33"/>
                    <a:pt x="97" y="33"/>
                  </a:cubicBezTo>
                  <a:cubicBezTo>
                    <a:pt x="100" y="36"/>
                    <a:pt x="100" y="36"/>
                    <a:pt x="100" y="36"/>
                  </a:cubicBezTo>
                  <a:cubicBezTo>
                    <a:pt x="118" y="18"/>
                    <a:pt x="118" y="18"/>
                    <a:pt x="118" y="18"/>
                  </a:cubicBezTo>
                  <a:cubicBezTo>
                    <a:pt x="100" y="0"/>
                    <a:pt x="100" y="0"/>
                    <a:pt x="100" y="0"/>
                  </a:cubicBezTo>
                  <a:cubicBezTo>
                    <a:pt x="97" y="3"/>
                    <a:pt x="97" y="3"/>
                    <a:pt x="97" y="3"/>
                  </a:cubicBezTo>
                  <a:cubicBezTo>
                    <a:pt x="110" y="16"/>
                    <a:pt x="110" y="16"/>
                    <a:pt x="110" y="16"/>
                  </a:cubicBezTo>
                  <a:cubicBezTo>
                    <a:pt x="82" y="16"/>
                    <a:pt x="82" y="16"/>
                    <a:pt x="82" y="16"/>
                  </a:cubicBezTo>
                  <a:close/>
                  <a:moveTo>
                    <a:pt x="64" y="108"/>
                  </a:moveTo>
                  <a:cubicBezTo>
                    <a:pt x="49" y="108"/>
                    <a:pt x="40" y="100"/>
                    <a:pt x="33" y="88"/>
                  </a:cubicBezTo>
                  <a:cubicBezTo>
                    <a:pt x="17"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6"/>
                    <a:pt x="46" y="56"/>
                    <a:pt x="46" y="56"/>
                  </a:cubicBezTo>
                  <a:cubicBezTo>
                    <a:pt x="50" y="56"/>
                    <a:pt x="50" y="56"/>
                    <a:pt x="50" y="56"/>
                  </a:cubicBezTo>
                  <a:cubicBezTo>
                    <a:pt x="50" y="10"/>
                    <a:pt x="50" y="10"/>
                    <a:pt x="50" y="10"/>
                  </a:cubicBezTo>
                  <a:cubicBezTo>
                    <a:pt x="50" y="7"/>
                    <a:pt x="53" y="4"/>
                    <a:pt x="56" y="4"/>
                  </a:cubicBezTo>
                  <a:cubicBezTo>
                    <a:pt x="59" y="4"/>
                    <a:pt x="62" y="7"/>
                    <a:pt x="62" y="10"/>
                  </a:cubicBezTo>
                  <a:cubicBezTo>
                    <a:pt x="62" y="52"/>
                    <a:pt x="62" y="52"/>
                    <a:pt x="62" y="52"/>
                  </a:cubicBezTo>
                  <a:cubicBezTo>
                    <a:pt x="66" y="52"/>
                    <a:pt x="66" y="52"/>
                    <a:pt x="66" y="52"/>
                  </a:cubicBezTo>
                  <a:cubicBezTo>
                    <a:pt x="66" y="14"/>
                    <a:pt x="66" y="14"/>
                    <a:pt x="66" y="14"/>
                  </a:cubicBezTo>
                  <a:cubicBezTo>
                    <a:pt x="66" y="11"/>
                    <a:pt x="69" y="8"/>
                    <a:pt x="72" y="8"/>
                  </a:cubicBezTo>
                  <a:cubicBezTo>
                    <a:pt x="75" y="8"/>
                    <a:pt x="78" y="11"/>
                    <a:pt x="78" y="14"/>
                  </a:cubicBezTo>
                  <a:cubicBezTo>
                    <a:pt x="78" y="56"/>
                    <a:pt x="78" y="56"/>
                    <a:pt x="78" y="56"/>
                  </a:cubicBezTo>
                  <a:cubicBezTo>
                    <a:pt x="82" y="56"/>
                    <a:pt x="82" y="56"/>
                    <a:pt x="82" y="56"/>
                  </a:cubicBezTo>
                  <a:cubicBezTo>
                    <a:pt x="82" y="54"/>
                    <a:pt x="82" y="54"/>
                    <a:pt x="82" y="54"/>
                  </a:cubicBezTo>
                  <a:cubicBezTo>
                    <a:pt x="82" y="51"/>
                    <a:pt x="85" y="48"/>
                    <a:pt x="88" y="48"/>
                  </a:cubicBezTo>
                  <a:cubicBezTo>
                    <a:pt x="91" y="48"/>
                    <a:pt x="94" y="51"/>
                    <a:pt x="94" y="54"/>
                  </a:cubicBezTo>
                  <a:cubicBezTo>
                    <a:pt x="94" y="63"/>
                    <a:pt x="94" y="63"/>
                    <a:pt x="94" y="63"/>
                  </a:cubicBezTo>
                  <a:cubicBezTo>
                    <a:pt x="94" y="78"/>
                    <a:pt x="94" y="78"/>
                    <a:pt x="94" y="78"/>
                  </a:cubicBezTo>
                  <a:cubicBezTo>
                    <a:pt x="94" y="95"/>
                    <a:pt x="81" y="108"/>
                    <a:pt x="64" y="10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2" name="Freeform 45"/>
            <p:cNvSpPr>
              <a:spLocks noEditPoints="1"/>
            </p:cNvSpPr>
            <p:nvPr/>
          </p:nvSpPr>
          <p:spPr bwMode="auto">
            <a:xfrm>
              <a:off x="5516564" y="4821932"/>
              <a:ext cx="254000" cy="292100"/>
            </a:xfrm>
            <a:custGeom>
              <a:avLst/>
              <a:gdLst>
                <a:gd name="T0" fmla="*/ 88 w 98"/>
                <a:gd name="T1" fmla="*/ 44 h 112"/>
                <a:gd name="T2" fmla="*/ 82 w 98"/>
                <a:gd name="T3" fmla="*/ 46 h 112"/>
                <a:gd name="T4" fmla="*/ 82 w 98"/>
                <a:gd name="T5" fmla="*/ 14 h 112"/>
                <a:gd name="T6" fmla="*/ 72 w 98"/>
                <a:gd name="T7" fmla="*/ 4 h 112"/>
                <a:gd name="T8" fmla="*/ 66 w 98"/>
                <a:gd name="T9" fmla="*/ 7 h 112"/>
                <a:gd name="T10" fmla="*/ 57 w 98"/>
                <a:gd name="T11" fmla="*/ 0 h 112"/>
                <a:gd name="T12" fmla="*/ 47 w 98"/>
                <a:gd name="T13" fmla="*/ 7 h 112"/>
                <a:gd name="T14" fmla="*/ 40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6 w 98"/>
                <a:gd name="T37" fmla="*/ 108 h 112"/>
                <a:gd name="T38" fmla="*/ 66 w 98"/>
                <a:gd name="T39" fmla="*/ 72 h 112"/>
                <a:gd name="T40" fmla="*/ 79 w 98"/>
                <a:gd name="T41" fmla="*/ 85 h 112"/>
                <a:gd name="T42" fmla="*/ 82 w 98"/>
                <a:gd name="T43" fmla="*/ 82 h 112"/>
                <a:gd name="T44" fmla="*/ 65 w 98"/>
                <a:gd name="T45" fmla="*/ 64 h 112"/>
                <a:gd name="T46" fmla="*/ 47 w 98"/>
                <a:gd name="T47" fmla="*/ 82 h 112"/>
                <a:gd name="T48" fmla="*/ 49 w 98"/>
                <a:gd name="T49" fmla="*/ 85 h 112"/>
                <a:gd name="T50" fmla="*/ 62 w 98"/>
                <a:gd name="T51" fmla="*/ 72 h 112"/>
                <a:gd name="T52" fmla="*/ 62 w 98"/>
                <a:gd name="T53" fmla="*/ 108 h 112"/>
                <a:gd name="T54" fmla="*/ 33 w 98"/>
                <a:gd name="T55" fmla="*/ 88 h 112"/>
                <a:gd name="T56" fmla="*/ 11 w 98"/>
                <a:gd name="T57" fmla="*/ 45 h 112"/>
                <a:gd name="T58" fmla="*/ 34 w 98"/>
                <a:gd name="T59" fmla="*/ 59 h 112"/>
                <a:gd name="T60" fmla="*/ 34 w 98"/>
                <a:gd name="T61" fmla="*/ 14 h 112"/>
                <a:gd name="T62" fmla="*/ 40 w 98"/>
                <a:gd name="T63" fmla="*/ 8 h 112"/>
                <a:gd name="T64" fmla="*/ 46 w 98"/>
                <a:gd name="T65" fmla="*/ 14 h 112"/>
                <a:gd name="T66" fmla="*/ 46 w 98"/>
                <a:gd name="T67" fmla="*/ 58 h 112"/>
                <a:gd name="T68" fmla="*/ 50 w 98"/>
                <a:gd name="T69" fmla="*/ 58 h 112"/>
                <a:gd name="T70" fmla="*/ 50 w 98"/>
                <a:gd name="T71" fmla="*/ 10 h 112"/>
                <a:gd name="T72" fmla="*/ 56 w 98"/>
                <a:gd name="T73" fmla="*/ 4 h 112"/>
                <a:gd name="T74" fmla="*/ 62 w 98"/>
                <a:gd name="T75" fmla="*/ 10 h 112"/>
                <a:gd name="T76" fmla="*/ 62 w 98"/>
                <a:gd name="T77" fmla="*/ 54 h 112"/>
                <a:gd name="T78" fmla="*/ 66 w 98"/>
                <a:gd name="T79" fmla="*/ 54 h 112"/>
                <a:gd name="T80" fmla="*/ 66 w 98"/>
                <a:gd name="T81" fmla="*/ 14 h 112"/>
                <a:gd name="T82" fmla="*/ 72 w 98"/>
                <a:gd name="T83" fmla="*/ 8 h 112"/>
                <a:gd name="T84" fmla="*/ 78 w 98"/>
                <a:gd name="T85" fmla="*/ 14 h 112"/>
                <a:gd name="T86" fmla="*/ 78 w 98"/>
                <a:gd name="T87" fmla="*/ 58 h 112"/>
                <a:gd name="T88" fmla="*/ 82 w 98"/>
                <a:gd name="T89" fmla="*/ 58 h 112"/>
                <a:gd name="T90" fmla="*/ 82 w 98"/>
                <a:gd name="T91" fmla="*/ 54 h 112"/>
                <a:gd name="T92" fmla="*/ 88 w 98"/>
                <a:gd name="T93" fmla="*/ 48 h 112"/>
                <a:gd name="T94" fmla="*/ 94 w 98"/>
                <a:gd name="T95" fmla="*/ 54 h 112"/>
                <a:gd name="T96" fmla="*/ 94 w 98"/>
                <a:gd name="T97"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12">
                  <a:moveTo>
                    <a:pt x="88" y="44"/>
                  </a:moveTo>
                  <a:cubicBezTo>
                    <a:pt x="86" y="44"/>
                    <a:pt x="86" y="45"/>
                    <a:pt x="82" y="46"/>
                  </a:cubicBezTo>
                  <a:cubicBezTo>
                    <a:pt x="82" y="14"/>
                    <a:pt x="82" y="14"/>
                    <a:pt x="82" y="14"/>
                  </a:cubicBezTo>
                  <a:cubicBezTo>
                    <a:pt x="82" y="8"/>
                    <a:pt x="78" y="4"/>
                    <a:pt x="72" y="4"/>
                  </a:cubicBezTo>
                  <a:cubicBezTo>
                    <a:pt x="70" y="4"/>
                    <a:pt x="68" y="5"/>
                    <a:pt x="66" y="7"/>
                  </a:cubicBezTo>
                  <a:cubicBezTo>
                    <a:pt x="64" y="3"/>
                    <a:pt x="61" y="0"/>
                    <a:pt x="57" y="0"/>
                  </a:cubicBezTo>
                  <a:cubicBezTo>
                    <a:pt x="52" y="0"/>
                    <a:pt x="49" y="3"/>
                    <a:pt x="47" y="7"/>
                  </a:cubicBezTo>
                  <a:cubicBezTo>
                    <a:pt x="45" y="5"/>
                    <a:pt x="43" y="4"/>
                    <a:pt x="40" y="4"/>
                  </a:cubicBezTo>
                  <a:cubicBezTo>
                    <a:pt x="35" y="4"/>
                    <a:pt x="30" y="9"/>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4"/>
                    <a:pt x="82" y="107"/>
                    <a:pt x="66" y="108"/>
                  </a:cubicBezTo>
                  <a:cubicBezTo>
                    <a:pt x="66" y="72"/>
                    <a:pt x="66" y="72"/>
                    <a:pt x="66" y="72"/>
                  </a:cubicBezTo>
                  <a:cubicBezTo>
                    <a:pt x="79" y="85"/>
                    <a:pt x="79" y="85"/>
                    <a:pt x="79" y="85"/>
                  </a:cubicBezTo>
                  <a:cubicBezTo>
                    <a:pt x="82" y="82"/>
                    <a:pt x="82" y="82"/>
                    <a:pt x="82" y="82"/>
                  </a:cubicBezTo>
                  <a:cubicBezTo>
                    <a:pt x="65" y="64"/>
                    <a:pt x="65" y="64"/>
                    <a:pt x="65" y="64"/>
                  </a:cubicBezTo>
                  <a:cubicBezTo>
                    <a:pt x="47" y="82"/>
                    <a:pt x="47" y="82"/>
                    <a:pt x="47" y="82"/>
                  </a:cubicBezTo>
                  <a:cubicBezTo>
                    <a:pt x="49" y="85"/>
                    <a:pt x="49" y="85"/>
                    <a:pt x="49" y="85"/>
                  </a:cubicBezTo>
                  <a:cubicBezTo>
                    <a:pt x="62" y="72"/>
                    <a:pt x="62" y="72"/>
                    <a:pt x="62" y="72"/>
                  </a:cubicBezTo>
                  <a:cubicBezTo>
                    <a:pt x="62" y="108"/>
                    <a:pt x="62" y="108"/>
                    <a:pt x="62" y="108"/>
                  </a:cubicBezTo>
                  <a:cubicBezTo>
                    <a:pt x="50" y="107"/>
                    <a:pt x="40" y="99"/>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14"/>
                    <a:pt x="66" y="14"/>
                    <a:pt x="66" y="14"/>
                  </a:cubicBezTo>
                  <a:cubicBezTo>
                    <a:pt x="66" y="11"/>
                    <a:pt x="69" y="8"/>
                    <a:pt x="72" y="8"/>
                  </a:cubicBezTo>
                  <a:cubicBezTo>
                    <a:pt x="75" y="8"/>
                    <a:pt x="78" y="11"/>
                    <a:pt x="78" y="14"/>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3" name="Freeform 46"/>
            <p:cNvSpPr>
              <a:spLocks noEditPoints="1"/>
            </p:cNvSpPr>
            <p:nvPr/>
          </p:nvSpPr>
          <p:spPr bwMode="auto">
            <a:xfrm>
              <a:off x="8439698" y="1680427"/>
              <a:ext cx="254000" cy="292100"/>
            </a:xfrm>
            <a:custGeom>
              <a:avLst/>
              <a:gdLst>
                <a:gd name="T0" fmla="*/ 62 w 98"/>
                <a:gd name="T1" fmla="*/ 52 h 112"/>
                <a:gd name="T2" fmla="*/ 62 w 98"/>
                <a:gd name="T3" fmla="*/ 10 h 112"/>
                <a:gd name="T4" fmla="*/ 56 w 98"/>
                <a:gd name="T5" fmla="*/ 4 h 112"/>
                <a:gd name="T6" fmla="*/ 50 w 98"/>
                <a:gd name="T7" fmla="*/ 10 h 112"/>
                <a:gd name="T8" fmla="*/ 50 w 98"/>
                <a:gd name="T9" fmla="*/ 56 h 112"/>
                <a:gd name="T10" fmla="*/ 46 w 98"/>
                <a:gd name="T11" fmla="*/ 56 h 112"/>
                <a:gd name="T12" fmla="*/ 46 w 98"/>
                <a:gd name="T13" fmla="*/ 14 h 112"/>
                <a:gd name="T14" fmla="*/ 40 w 98"/>
                <a:gd name="T15" fmla="*/ 8 h 112"/>
                <a:gd name="T16" fmla="*/ 34 w 98"/>
                <a:gd name="T17" fmla="*/ 14 h 112"/>
                <a:gd name="T18" fmla="*/ 34 w 98"/>
                <a:gd name="T19" fmla="*/ 59 h 112"/>
                <a:gd name="T20" fmla="*/ 11 w 98"/>
                <a:gd name="T21" fmla="*/ 45 h 112"/>
                <a:gd name="T22" fmla="*/ 33 w 98"/>
                <a:gd name="T23" fmla="*/ 88 h 112"/>
                <a:gd name="T24" fmla="*/ 64 w 98"/>
                <a:gd name="T25" fmla="*/ 108 h 112"/>
                <a:gd name="T26" fmla="*/ 94 w 98"/>
                <a:gd name="T27" fmla="*/ 78 h 112"/>
                <a:gd name="T28" fmla="*/ 94 w 98"/>
                <a:gd name="T29" fmla="*/ 63 h 112"/>
                <a:gd name="T30" fmla="*/ 94 w 98"/>
                <a:gd name="T31" fmla="*/ 54 h 112"/>
                <a:gd name="T32" fmla="*/ 88 w 98"/>
                <a:gd name="T33" fmla="*/ 48 h 112"/>
                <a:gd name="T34" fmla="*/ 82 w 98"/>
                <a:gd name="T35" fmla="*/ 54 h 112"/>
                <a:gd name="T36" fmla="*/ 82 w 98"/>
                <a:gd name="T37" fmla="*/ 56 h 112"/>
                <a:gd name="T38" fmla="*/ 78 w 98"/>
                <a:gd name="T39" fmla="*/ 56 h 112"/>
                <a:gd name="T40" fmla="*/ 78 w 98"/>
                <a:gd name="T41" fmla="*/ 14 h 112"/>
                <a:gd name="T42" fmla="*/ 72 w 98"/>
                <a:gd name="T43" fmla="*/ 8 h 112"/>
                <a:gd name="T44" fmla="*/ 66 w 98"/>
                <a:gd name="T45" fmla="*/ 14 h 112"/>
                <a:gd name="T46" fmla="*/ 66 w 98"/>
                <a:gd name="T47" fmla="*/ 52 h 112"/>
                <a:gd name="T48" fmla="*/ 66 w 98"/>
                <a:gd name="T49" fmla="*/ 88 h 112"/>
                <a:gd name="T50" fmla="*/ 79 w 98"/>
                <a:gd name="T51" fmla="*/ 75 h 112"/>
                <a:gd name="T52" fmla="*/ 82 w 98"/>
                <a:gd name="T53" fmla="*/ 78 h 112"/>
                <a:gd name="T54" fmla="*/ 64 w 98"/>
                <a:gd name="T55" fmla="*/ 96 h 112"/>
                <a:gd name="T56" fmla="*/ 46 w 98"/>
                <a:gd name="T57" fmla="*/ 78 h 112"/>
                <a:gd name="T58" fmla="*/ 49 w 98"/>
                <a:gd name="T59" fmla="*/ 75 h 112"/>
                <a:gd name="T60" fmla="*/ 62 w 98"/>
                <a:gd name="T61" fmla="*/ 88 h 112"/>
                <a:gd name="T62" fmla="*/ 62 w 98"/>
                <a:gd name="T63" fmla="*/ 52 h 112"/>
                <a:gd name="T64" fmla="*/ 98 w 98"/>
                <a:gd name="T65" fmla="*/ 78 h 112"/>
                <a:gd name="T66" fmla="*/ 64 w 98"/>
                <a:gd name="T67" fmla="*/ 112 h 112"/>
                <a:gd name="T68" fmla="*/ 30 w 98"/>
                <a:gd name="T69" fmla="*/ 90 h 112"/>
                <a:gd name="T70" fmla="*/ 8 w 98"/>
                <a:gd name="T71" fmla="*/ 42 h 112"/>
                <a:gd name="T72" fmla="*/ 30 w 98"/>
                <a:gd name="T73" fmla="*/ 49 h 112"/>
                <a:gd name="T74" fmla="*/ 30 w 98"/>
                <a:gd name="T75" fmla="*/ 49 h 112"/>
                <a:gd name="T76" fmla="*/ 30 w 98"/>
                <a:gd name="T77" fmla="*/ 14 h 112"/>
                <a:gd name="T78" fmla="*/ 40 w 98"/>
                <a:gd name="T79" fmla="*/ 4 h 112"/>
                <a:gd name="T80" fmla="*/ 47 w 98"/>
                <a:gd name="T81" fmla="*/ 7 h 112"/>
                <a:gd name="T82" fmla="*/ 56 w 98"/>
                <a:gd name="T83" fmla="*/ 0 h 112"/>
                <a:gd name="T84" fmla="*/ 66 w 98"/>
                <a:gd name="T85" fmla="*/ 7 h 112"/>
                <a:gd name="T86" fmla="*/ 72 w 98"/>
                <a:gd name="T87" fmla="*/ 4 h 112"/>
                <a:gd name="T88" fmla="*/ 82 w 98"/>
                <a:gd name="T89" fmla="*/ 14 h 112"/>
                <a:gd name="T90" fmla="*/ 82 w 98"/>
                <a:gd name="T91" fmla="*/ 46 h 112"/>
                <a:gd name="T92" fmla="*/ 88 w 98"/>
                <a:gd name="T93" fmla="*/ 44 h 112"/>
                <a:gd name="T94" fmla="*/ 98 w 98"/>
                <a:gd name="T95" fmla="*/ 54 h 112"/>
                <a:gd name="T96" fmla="*/ 98 w 98"/>
                <a:gd name="T97" fmla="*/ 7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12">
                  <a:moveTo>
                    <a:pt x="62" y="52"/>
                  </a:moveTo>
                  <a:cubicBezTo>
                    <a:pt x="62" y="10"/>
                    <a:pt x="62" y="10"/>
                    <a:pt x="62" y="10"/>
                  </a:cubicBezTo>
                  <a:cubicBezTo>
                    <a:pt x="62" y="7"/>
                    <a:pt x="60" y="4"/>
                    <a:pt x="56" y="4"/>
                  </a:cubicBezTo>
                  <a:cubicBezTo>
                    <a:pt x="53" y="4"/>
                    <a:pt x="50" y="7"/>
                    <a:pt x="50" y="10"/>
                  </a:cubicBezTo>
                  <a:cubicBezTo>
                    <a:pt x="50" y="56"/>
                    <a:pt x="50" y="56"/>
                    <a:pt x="50" y="56"/>
                  </a:cubicBezTo>
                  <a:cubicBezTo>
                    <a:pt x="46" y="56"/>
                    <a:pt x="46" y="56"/>
                    <a:pt x="46" y="56"/>
                  </a:cubicBezTo>
                  <a:cubicBezTo>
                    <a:pt x="46" y="14"/>
                    <a:pt x="46" y="14"/>
                    <a:pt x="46" y="14"/>
                  </a:cubicBezTo>
                  <a:cubicBezTo>
                    <a:pt x="46" y="11"/>
                    <a:pt x="44" y="8"/>
                    <a:pt x="40" y="8"/>
                  </a:cubicBezTo>
                  <a:cubicBezTo>
                    <a:pt x="37" y="8"/>
                    <a:pt x="34" y="11"/>
                    <a:pt x="34" y="14"/>
                  </a:cubicBezTo>
                  <a:cubicBezTo>
                    <a:pt x="34" y="59"/>
                    <a:pt x="34" y="59"/>
                    <a:pt x="34" y="59"/>
                  </a:cubicBezTo>
                  <a:cubicBezTo>
                    <a:pt x="26" y="50"/>
                    <a:pt x="15" y="41"/>
                    <a:pt x="11" y="45"/>
                  </a:cubicBezTo>
                  <a:cubicBezTo>
                    <a:pt x="6" y="50"/>
                    <a:pt x="18" y="62"/>
                    <a:pt x="33" y="88"/>
                  </a:cubicBezTo>
                  <a:cubicBezTo>
                    <a:pt x="40" y="100"/>
                    <a:pt x="49" y="108"/>
                    <a:pt x="64" y="108"/>
                  </a:cubicBezTo>
                  <a:cubicBezTo>
                    <a:pt x="81" y="108"/>
                    <a:pt x="94" y="95"/>
                    <a:pt x="94" y="78"/>
                  </a:cubicBezTo>
                  <a:cubicBezTo>
                    <a:pt x="94" y="63"/>
                    <a:pt x="94" y="63"/>
                    <a:pt x="94" y="63"/>
                  </a:cubicBezTo>
                  <a:cubicBezTo>
                    <a:pt x="94" y="54"/>
                    <a:pt x="94" y="54"/>
                    <a:pt x="94" y="54"/>
                  </a:cubicBezTo>
                  <a:cubicBezTo>
                    <a:pt x="94" y="51"/>
                    <a:pt x="92" y="48"/>
                    <a:pt x="88" y="48"/>
                  </a:cubicBezTo>
                  <a:cubicBezTo>
                    <a:pt x="85" y="48"/>
                    <a:pt x="82" y="51"/>
                    <a:pt x="82" y="54"/>
                  </a:cubicBezTo>
                  <a:cubicBezTo>
                    <a:pt x="82" y="56"/>
                    <a:pt x="82" y="56"/>
                    <a:pt x="82" y="56"/>
                  </a:cubicBezTo>
                  <a:cubicBezTo>
                    <a:pt x="78" y="56"/>
                    <a:pt x="78" y="56"/>
                    <a:pt x="78" y="56"/>
                  </a:cubicBezTo>
                  <a:cubicBezTo>
                    <a:pt x="78" y="14"/>
                    <a:pt x="78" y="14"/>
                    <a:pt x="78" y="14"/>
                  </a:cubicBezTo>
                  <a:cubicBezTo>
                    <a:pt x="78" y="11"/>
                    <a:pt x="76" y="8"/>
                    <a:pt x="72" y="8"/>
                  </a:cubicBezTo>
                  <a:cubicBezTo>
                    <a:pt x="69" y="8"/>
                    <a:pt x="66" y="11"/>
                    <a:pt x="66" y="14"/>
                  </a:cubicBezTo>
                  <a:cubicBezTo>
                    <a:pt x="66" y="52"/>
                    <a:pt x="66" y="52"/>
                    <a:pt x="66" y="52"/>
                  </a:cubicBezTo>
                  <a:cubicBezTo>
                    <a:pt x="66" y="88"/>
                    <a:pt x="66" y="88"/>
                    <a:pt x="66" y="88"/>
                  </a:cubicBezTo>
                  <a:cubicBezTo>
                    <a:pt x="79" y="75"/>
                    <a:pt x="79" y="75"/>
                    <a:pt x="79" y="75"/>
                  </a:cubicBezTo>
                  <a:cubicBezTo>
                    <a:pt x="82" y="78"/>
                    <a:pt x="82" y="78"/>
                    <a:pt x="82" y="78"/>
                  </a:cubicBezTo>
                  <a:cubicBezTo>
                    <a:pt x="64" y="96"/>
                    <a:pt x="64" y="96"/>
                    <a:pt x="64" y="96"/>
                  </a:cubicBezTo>
                  <a:cubicBezTo>
                    <a:pt x="46" y="78"/>
                    <a:pt x="46" y="78"/>
                    <a:pt x="46" y="78"/>
                  </a:cubicBezTo>
                  <a:cubicBezTo>
                    <a:pt x="49" y="75"/>
                    <a:pt x="49" y="75"/>
                    <a:pt x="49" y="75"/>
                  </a:cubicBezTo>
                  <a:cubicBezTo>
                    <a:pt x="62" y="88"/>
                    <a:pt x="62" y="88"/>
                    <a:pt x="62" y="88"/>
                  </a:cubicBezTo>
                  <a:cubicBezTo>
                    <a:pt x="62" y="52"/>
                    <a:pt x="62" y="52"/>
                    <a:pt x="62" y="52"/>
                  </a:cubicBezTo>
                  <a:close/>
                  <a:moveTo>
                    <a:pt x="98" y="78"/>
                  </a:moveTo>
                  <a:cubicBezTo>
                    <a:pt x="98" y="97"/>
                    <a:pt x="83" y="112"/>
                    <a:pt x="64" y="112"/>
                  </a:cubicBezTo>
                  <a:cubicBezTo>
                    <a:pt x="52" y="112"/>
                    <a:pt x="39" y="106"/>
                    <a:pt x="30" y="90"/>
                  </a:cubicBezTo>
                  <a:cubicBezTo>
                    <a:pt x="17" y="66"/>
                    <a:pt x="0" y="50"/>
                    <a:pt x="8" y="42"/>
                  </a:cubicBezTo>
                  <a:cubicBezTo>
                    <a:pt x="14" y="37"/>
                    <a:pt x="22" y="42"/>
                    <a:pt x="30" y="49"/>
                  </a:cubicBezTo>
                  <a:cubicBezTo>
                    <a:pt x="30" y="49"/>
                    <a:pt x="30" y="49"/>
                    <a:pt x="30" y="49"/>
                  </a:cubicBezTo>
                  <a:cubicBezTo>
                    <a:pt x="30" y="14"/>
                    <a:pt x="30" y="14"/>
                    <a:pt x="30" y="14"/>
                  </a:cubicBezTo>
                  <a:cubicBezTo>
                    <a:pt x="30" y="9"/>
                    <a:pt x="35" y="4"/>
                    <a:pt x="40" y="4"/>
                  </a:cubicBezTo>
                  <a:cubicBezTo>
                    <a:pt x="43" y="4"/>
                    <a:pt x="45" y="5"/>
                    <a:pt x="47" y="7"/>
                  </a:cubicBezTo>
                  <a:cubicBezTo>
                    <a:pt x="48" y="3"/>
                    <a:pt x="52" y="0"/>
                    <a:pt x="56" y="0"/>
                  </a:cubicBezTo>
                  <a:cubicBezTo>
                    <a:pt x="61" y="0"/>
                    <a:pt x="64" y="3"/>
                    <a:pt x="66" y="7"/>
                  </a:cubicBezTo>
                  <a:cubicBezTo>
                    <a:pt x="67" y="5"/>
                    <a:pt x="70" y="4"/>
                    <a:pt x="72" y="4"/>
                  </a:cubicBezTo>
                  <a:cubicBezTo>
                    <a:pt x="78" y="4"/>
                    <a:pt x="82" y="8"/>
                    <a:pt x="82" y="14"/>
                  </a:cubicBezTo>
                  <a:cubicBezTo>
                    <a:pt x="82" y="46"/>
                    <a:pt x="82" y="46"/>
                    <a:pt x="82" y="46"/>
                  </a:cubicBezTo>
                  <a:cubicBezTo>
                    <a:pt x="84" y="45"/>
                    <a:pt x="86" y="44"/>
                    <a:pt x="88" y="44"/>
                  </a:cubicBezTo>
                  <a:cubicBezTo>
                    <a:pt x="94" y="44"/>
                    <a:pt x="98" y="49"/>
                    <a:pt x="98" y="54"/>
                  </a:cubicBezTo>
                  <a:cubicBezTo>
                    <a:pt x="98" y="78"/>
                    <a:pt x="98" y="78"/>
                    <a:pt x="98" y="7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4" name="Freeform 47"/>
            <p:cNvSpPr>
              <a:spLocks noEditPoints="1"/>
            </p:cNvSpPr>
            <p:nvPr/>
          </p:nvSpPr>
          <p:spPr bwMode="auto">
            <a:xfrm>
              <a:off x="3491034" y="6364375"/>
              <a:ext cx="255588" cy="292100"/>
            </a:xfrm>
            <a:custGeom>
              <a:avLst/>
              <a:gdLst>
                <a:gd name="T0" fmla="*/ 88 w 98"/>
                <a:gd name="T1" fmla="*/ 44 h 112"/>
                <a:gd name="T2" fmla="*/ 82 w 98"/>
                <a:gd name="T3" fmla="*/ 46 h 112"/>
                <a:gd name="T4" fmla="*/ 82 w 98"/>
                <a:gd name="T5" fmla="*/ 14 h 112"/>
                <a:gd name="T6" fmla="*/ 73 w 98"/>
                <a:gd name="T7" fmla="*/ 4 h 112"/>
                <a:gd name="T8" fmla="*/ 66 w 98"/>
                <a:gd name="T9" fmla="*/ 7 h 112"/>
                <a:gd name="T10" fmla="*/ 57 w 98"/>
                <a:gd name="T11" fmla="*/ 0 h 112"/>
                <a:gd name="T12" fmla="*/ 48 w 98"/>
                <a:gd name="T13" fmla="*/ 7 h 112"/>
                <a:gd name="T14" fmla="*/ 41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5 w 98"/>
                <a:gd name="T37" fmla="*/ 108 h 112"/>
                <a:gd name="T38" fmla="*/ 34 w 98"/>
                <a:gd name="T39" fmla="*/ 88 h 112"/>
                <a:gd name="T40" fmla="*/ 11 w 98"/>
                <a:gd name="T41" fmla="*/ 45 h 112"/>
                <a:gd name="T42" fmla="*/ 34 w 98"/>
                <a:gd name="T43" fmla="*/ 59 h 112"/>
                <a:gd name="T44" fmla="*/ 34 w 98"/>
                <a:gd name="T45" fmla="*/ 14 h 112"/>
                <a:gd name="T46" fmla="*/ 40 w 98"/>
                <a:gd name="T47" fmla="*/ 8 h 112"/>
                <a:gd name="T48" fmla="*/ 46 w 98"/>
                <a:gd name="T49" fmla="*/ 14 h 112"/>
                <a:gd name="T50" fmla="*/ 46 w 98"/>
                <a:gd name="T51" fmla="*/ 54 h 112"/>
                <a:gd name="T52" fmla="*/ 50 w 98"/>
                <a:gd name="T53" fmla="*/ 54 h 112"/>
                <a:gd name="T54" fmla="*/ 50 w 98"/>
                <a:gd name="T55" fmla="*/ 10 h 112"/>
                <a:gd name="T56" fmla="*/ 56 w 98"/>
                <a:gd name="T57" fmla="*/ 4 h 112"/>
                <a:gd name="T58" fmla="*/ 62 w 98"/>
                <a:gd name="T59" fmla="*/ 10 h 112"/>
                <a:gd name="T60" fmla="*/ 62 w 98"/>
                <a:gd name="T61" fmla="*/ 50 h 112"/>
                <a:gd name="T62" fmla="*/ 66 w 98"/>
                <a:gd name="T63" fmla="*/ 50 h 112"/>
                <a:gd name="T64" fmla="*/ 66 w 98"/>
                <a:gd name="T65" fmla="*/ 14 h 112"/>
                <a:gd name="T66" fmla="*/ 72 w 98"/>
                <a:gd name="T67" fmla="*/ 8 h 112"/>
                <a:gd name="T68" fmla="*/ 78 w 98"/>
                <a:gd name="T69" fmla="*/ 14 h 112"/>
                <a:gd name="T70" fmla="*/ 78 w 98"/>
                <a:gd name="T71" fmla="*/ 54 h 112"/>
                <a:gd name="T72" fmla="*/ 82 w 98"/>
                <a:gd name="T73" fmla="*/ 54 h 112"/>
                <a:gd name="T74" fmla="*/ 82 w 98"/>
                <a:gd name="T75" fmla="*/ 54 h 112"/>
                <a:gd name="T76" fmla="*/ 88 w 98"/>
                <a:gd name="T77" fmla="*/ 48 h 112"/>
                <a:gd name="T78" fmla="*/ 94 w 98"/>
                <a:gd name="T79" fmla="*/ 54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44"/>
                  </a:moveTo>
                  <a:cubicBezTo>
                    <a:pt x="86" y="44"/>
                    <a:pt x="86" y="45"/>
                    <a:pt x="82" y="46"/>
                  </a:cubicBezTo>
                  <a:cubicBezTo>
                    <a:pt x="82" y="14"/>
                    <a:pt x="82" y="14"/>
                    <a:pt x="82" y="14"/>
                  </a:cubicBezTo>
                  <a:cubicBezTo>
                    <a:pt x="82" y="8"/>
                    <a:pt x="78" y="4"/>
                    <a:pt x="73" y="4"/>
                  </a:cubicBezTo>
                  <a:cubicBezTo>
                    <a:pt x="70" y="4"/>
                    <a:pt x="68" y="5"/>
                    <a:pt x="66" y="7"/>
                  </a:cubicBezTo>
                  <a:cubicBezTo>
                    <a:pt x="65" y="3"/>
                    <a:pt x="61" y="0"/>
                    <a:pt x="57" y="0"/>
                  </a:cubicBezTo>
                  <a:cubicBezTo>
                    <a:pt x="53" y="0"/>
                    <a:pt x="49" y="3"/>
                    <a:pt x="48" y="7"/>
                  </a:cubicBezTo>
                  <a:cubicBezTo>
                    <a:pt x="46" y="5"/>
                    <a:pt x="43" y="4"/>
                    <a:pt x="41" y="4"/>
                  </a:cubicBezTo>
                  <a:cubicBezTo>
                    <a:pt x="35" y="4"/>
                    <a:pt x="30" y="9"/>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50" y="108"/>
                    <a:pt x="41" y="100"/>
                    <a:pt x="34" y="88"/>
                  </a:cubicBezTo>
                  <a:cubicBezTo>
                    <a:pt x="18" y="62"/>
                    <a:pt x="7"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4"/>
                    <a:pt x="46" y="54"/>
                    <a:pt x="46" y="54"/>
                  </a:cubicBezTo>
                  <a:cubicBezTo>
                    <a:pt x="50" y="54"/>
                    <a:pt x="50" y="54"/>
                    <a:pt x="50" y="54"/>
                  </a:cubicBezTo>
                  <a:cubicBezTo>
                    <a:pt x="50" y="10"/>
                    <a:pt x="50" y="10"/>
                    <a:pt x="50" y="10"/>
                  </a:cubicBezTo>
                  <a:cubicBezTo>
                    <a:pt x="50" y="7"/>
                    <a:pt x="53" y="4"/>
                    <a:pt x="56" y="4"/>
                  </a:cubicBezTo>
                  <a:cubicBezTo>
                    <a:pt x="59" y="4"/>
                    <a:pt x="62" y="7"/>
                    <a:pt x="62" y="10"/>
                  </a:cubicBezTo>
                  <a:cubicBezTo>
                    <a:pt x="62" y="50"/>
                    <a:pt x="62" y="50"/>
                    <a:pt x="62" y="50"/>
                  </a:cubicBezTo>
                  <a:cubicBezTo>
                    <a:pt x="66" y="50"/>
                    <a:pt x="66" y="50"/>
                    <a:pt x="66" y="50"/>
                  </a:cubicBezTo>
                  <a:cubicBezTo>
                    <a:pt x="66" y="14"/>
                    <a:pt x="66" y="14"/>
                    <a:pt x="66" y="14"/>
                  </a:cubicBezTo>
                  <a:cubicBezTo>
                    <a:pt x="66" y="11"/>
                    <a:pt x="69" y="8"/>
                    <a:pt x="72" y="8"/>
                  </a:cubicBezTo>
                  <a:cubicBezTo>
                    <a:pt x="75" y="8"/>
                    <a:pt x="78" y="11"/>
                    <a:pt x="78" y="14"/>
                  </a:cubicBezTo>
                  <a:cubicBezTo>
                    <a:pt x="78" y="54"/>
                    <a:pt x="78" y="54"/>
                    <a:pt x="78" y="54"/>
                  </a:cubicBezTo>
                  <a:cubicBezTo>
                    <a:pt x="82" y="54"/>
                    <a:pt x="82" y="54"/>
                    <a:pt x="82" y="54"/>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85" name="Group 84"/>
            <p:cNvGrpSpPr/>
            <p:nvPr/>
          </p:nvGrpSpPr>
          <p:grpSpPr>
            <a:xfrm>
              <a:off x="7419976" y="5082683"/>
              <a:ext cx="254001" cy="333375"/>
              <a:chOff x="4422775" y="3157538"/>
              <a:chExt cx="254001" cy="333375"/>
            </a:xfrm>
            <a:grpFill/>
          </p:grpSpPr>
          <p:sp>
            <p:nvSpPr>
              <p:cNvPr id="214" name="Freeform 48"/>
              <p:cNvSpPr>
                <a:spLocks/>
              </p:cNvSpPr>
              <p:nvPr/>
            </p:nvSpPr>
            <p:spPr bwMode="auto">
              <a:xfrm>
                <a:off x="4479925" y="3178175"/>
                <a:ext cx="176213" cy="85725"/>
              </a:xfrm>
              <a:custGeom>
                <a:avLst/>
                <a:gdLst>
                  <a:gd name="T0" fmla="*/ 64 w 68"/>
                  <a:gd name="T1" fmla="*/ 26 h 33"/>
                  <a:gd name="T2" fmla="*/ 64 w 68"/>
                  <a:gd name="T3" fmla="*/ 33 h 33"/>
                  <a:gd name="T4" fmla="*/ 68 w 68"/>
                  <a:gd name="T5" fmla="*/ 22 h 33"/>
                  <a:gd name="T6" fmla="*/ 50 w 68"/>
                  <a:gd name="T7" fmla="*/ 4 h 33"/>
                  <a:gd name="T8" fmla="*/ 46 w 68"/>
                  <a:gd name="T9" fmla="*/ 4 h 33"/>
                  <a:gd name="T10" fmla="*/ 34 w 68"/>
                  <a:gd name="T11" fmla="*/ 0 h 33"/>
                  <a:gd name="T12" fmla="*/ 22 w 68"/>
                  <a:gd name="T13" fmla="*/ 4 h 33"/>
                  <a:gd name="T14" fmla="*/ 18 w 68"/>
                  <a:gd name="T15" fmla="*/ 4 h 33"/>
                  <a:gd name="T16" fmla="*/ 0 w 68"/>
                  <a:gd name="T17" fmla="*/ 22 h 33"/>
                  <a:gd name="T18" fmla="*/ 4 w 68"/>
                  <a:gd name="T19" fmla="*/ 33 h 33"/>
                  <a:gd name="T20" fmla="*/ 4 w 68"/>
                  <a:gd name="T21" fmla="*/ 22 h 33"/>
                  <a:gd name="T22" fmla="*/ 8 w 68"/>
                  <a:gd name="T23" fmla="*/ 14 h 33"/>
                  <a:gd name="T24" fmla="*/ 8 w 68"/>
                  <a:gd name="T25" fmla="*/ 14 h 33"/>
                  <a:gd name="T26" fmla="*/ 18 w 68"/>
                  <a:gd name="T27" fmla="*/ 9 h 33"/>
                  <a:gd name="T28" fmla="*/ 23 w 68"/>
                  <a:gd name="T29" fmla="*/ 9 h 33"/>
                  <a:gd name="T30" fmla="*/ 34 w 68"/>
                  <a:gd name="T31" fmla="*/ 4 h 33"/>
                  <a:gd name="T32" fmla="*/ 45 w 68"/>
                  <a:gd name="T33" fmla="*/ 9 h 33"/>
                  <a:gd name="T34" fmla="*/ 50 w 68"/>
                  <a:gd name="T35" fmla="*/ 8 h 33"/>
                  <a:gd name="T36" fmla="*/ 64 w 68"/>
                  <a:gd name="T37" fmla="*/ 22 h 33"/>
                  <a:gd name="T38" fmla="*/ 64 w 68"/>
                  <a:gd name="T39" fmla="*/ 24 h 33"/>
                  <a:gd name="T40" fmla="*/ 64 w 68"/>
                  <a:gd name="T41" fmla="*/ 2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33">
                    <a:moveTo>
                      <a:pt x="64" y="26"/>
                    </a:moveTo>
                    <a:cubicBezTo>
                      <a:pt x="64" y="33"/>
                      <a:pt x="64" y="33"/>
                      <a:pt x="64" y="33"/>
                    </a:cubicBezTo>
                    <a:cubicBezTo>
                      <a:pt x="68" y="30"/>
                      <a:pt x="68" y="26"/>
                      <a:pt x="68" y="22"/>
                    </a:cubicBezTo>
                    <a:cubicBezTo>
                      <a:pt x="68" y="12"/>
                      <a:pt x="60" y="4"/>
                      <a:pt x="50" y="4"/>
                    </a:cubicBezTo>
                    <a:cubicBezTo>
                      <a:pt x="49" y="4"/>
                      <a:pt x="47" y="4"/>
                      <a:pt x="46" y="4"/>
                    </a:cubicBezTo>
                    <a:cubicBezTo>
                      <a:pt x="43" y="2"/>
                      <a:pt x="39" y="0"/>
                      <a:pt x="34" y="0"/>
                    </a:cubicBezTo>
                    <a:cubicBezTo>
                      <a:pt x="30" y="0"/>
                      <a:pt x="26" y="2"/>
                      <a:pt x="22" y="4"/>
                    </a:cubicBezTo>
                    <a:cubicBezTo>
                      <a:pt x="21" y="4"/>
                      <a:pt x="20" y="4"/>
                      <a:pt x="18" y="4"/>
                    </a:cubicBezTo>
                    <a:cubicBezTo>
                      <a:pt x="8" y="4"/>
                      <a:pt x="0" y="12"/>
                      <a:pt x="0" y="22"/>
                    </a:cubicBezTo>
                    <a:cubicBezTo>
                      <a:pt x="0" y="26"/>
                      <a:pt x="0" y="30"/>
                      <a:pt x="4" y="33"/>
                    </a:cubicBezTo>
                    <a:cubicBezTo>
                      <a:pt x="4" y="22"/>
                      <a:pt x="4" y="22"/>
                      <a:pt x="4" y="22"/>
                    </a:cubicBezTo>
                    <a:cubicBezTo>
                      <a:pt x="4" y="18"/>
                      <a:pt x="6" y="14"/>
                      <a:pt x="8" y="14"/>
                    </a:cubicBezTo>
                    <a:cubicBezTo>
                      <a:pt x="8" y="14"/>
                      <a:pt x="8" y="14"/>
                      <a:pt x="8" y="14"/>
                    </a:cubicBezTo>
                    <a:cubicBezTo>
                      <a:pt x="11" y="10"/>
                      <a:pt x="14" y="9"/>
                      <a:pt x="18" y="9"/>
                    </a:cubicBezTo>
                    <a:cubicBezTo>
                      <a:pt x="20" y="9"/>
                      <a:pt x="22" y="9"/>
                      <a:pt x="23" y="9"/>
                    </a:cubicBezTo>
                    <a:cubicBezTo>
                      <a:pt x="26" y="6"/>
                      <a:pt x="30" y="4"/>
                      <a:pt x="34" y="4"/>
                    </a:cubicBezTo>
                    <a:cubicBezTo>
                      <a:pt x="39" y="4"/>
                      <a:pt x="42" y="6"/>
                      <a:pt x="45" y="9"/>
                    </a:cubicBezTo>
                    <a:cubicBezTo>
                      <a:pt x="47" y="8"/>
                      <a:pt x="48" y="8"/>
                      <a:pt x="50" y="8"/>
                    </a:cubicBezTo>
                    <a:cubicBezTo>
                      <a:pt x="58" y="8"/>
                      <a:pt x="64" y="14"/>
                      <a:pt x="64" y="22"/>
                    </a:cubicBezTo>
                    <a:cubicBezTo>
                      <a:pt x="64" y="23"/>
                      <a:pt x="64" y="23"/>
                      <a:pt x="64" y="24"/>
                    </a:cubicBezTo>
                    <a:cubicBezTo>
                      <a:pt x="64" y="25"/>
                      <a:pt x="64" y="25"/>
                      <a:pt x="64"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5" name="Freeform 49"/>
              <p:cNvSpPr>
                <a:spLocks/>
              </p:cNvSpPr>
              <p:nvPr/>
            </p:nvSpPr>
            <p:spPr bwMode="auto">
              <a:xfrm>
                <a:off x="4459288" y="3157538"/>
                <a:ext cx="217488" cy="134938"/>
              </a:xfrm>
              <a:custGeom>
                <a:avLst/>
                <a:gdLst>
                  <a:gd name="T0" fmla="*/ 12 w 84"/>
                  <a:gd name="T1" fmla="*/ 52 h 52"/>
                  <a:gd name="T2" fmla="*/ 12 w 84"/>
                  <a:gd name="T3" fmla="*/ 47 h 52"/>
                  <a:gd name="T4" fmla="*/ 4 w 84"/>
                  <a:gd name="T5" fmla="*/ 30 h 52"/>
                  <a:gd name="T6" fmla="*/ 26 w 84"/>
                  <a:gd name="T7" fmla="*/ 8 h 52"/>
                  <a:gd name="T8" fmla="*/ 29 w 84"/>
                  <a:gd name="T9" fmla="*/ 8 h 52"/>
                  <a:gd name="T10" fmla="*/ 42 w 84"/>
                  <a:gd name="T11" fmla="*/ 4 h 52"/>
                  <a:gd name="T12" fmla="*/ 55 w 84"/>
                  <a:gd name="T13" fmla="*/ 8 h 52"/>
                  <a:gd name="T14" fmla="*/ 58 w 84"/>
                  <a:gd name="T15" fmla="*/ 8 h 52"/>
                  <a:gd name="T16" fmla="*/ 80 w 84"/>
                  <a:gd name="T17" fmla="*/ 30 h 52"/>
                  <a:gd name="T18" fmla="*/ 72 w 84"/>
                  <a:gd name="T19" fmla="*/ 47 h 52"/>
                  <a:gd name="T20" fmla="*/ 72 w 84"/>
                  <a:gd name="T21" fmla="*/ 52 h 52"/>
                  <a:gd name="T22" fmla="*/ 84 w 84"/>
                  <a:gd name="T23" fmla="*/ 30 h 52"/>
                  <a:gd name="T24" fmla="*/ 58 w 84"/>
                  <a:gd name="T25" fmla="*/ 4 h 52"/>
                  <a:gd name="T26" fmla="*/ 56 w 84"/>
                  <a:gd name="T27" fmla="*/ 4 h 52"/>
                  <a:gd name="T28" fmla="*/ 42 w 84"/>
                  <a:gd name="T29" fmla="*/ 0 h 52"/>
                  <a:gd name="T30" fmla="*/ 28 w 84"/>
                  <a:gd name="T31" fmla="*/ 4 h 52"/>
                  <a:gd name="T32" fmla="*/ 26 w 84"/>
                  <a:gd name="T33" fmla="*/ 4 h 52"/>
                  <a:gd name="T34" fmla="*/ 0 w 84"/>
                  <a:gd name="T35" fmla="*/ 30 h 52"/>
                  <a:gd name="T36" fmla="*/ 12 w 84"/>
                  <a:gd name="T3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4" h="52">
                    <a:moveTo>
                      <a:pt x="12" y="52"/>
                    </a:moveTo>
                    <a:cubicBezTo>
                      <a:pt x="12" y="47"/>
                      <a:pt x="12" y="47"/>
                      <a:pt x="12" y="47"/>
                    </a:cubicBezTo>
                    <a:cubicBezTo>
                      <a:pt x="8" y="43"/>
                      <a:pt x="4" y="37"/>
                      <a:pt x="4" y="30"/>
                    </a:cubicBezTo>
                    <a:cubicBezTo>
                      <a:pt x="4" y="18"/>
                      <a:pt x="14" y="8"/>
                      <a:pt x="26" y="8"/>
                    </a:cubicBezTo>
                    <a:cubicBezTo>
                      <a:pt x="27" y="8"/>
                      <a:pt x="28" y="8"/>
                      <a:pt x="29" y="8"/>
                    </a:cubicBezTo>
                    <a:cubicBezTo>
                      <a:pt x="33" y="6"/>
                      <a:pt x="37" y="4"/>
                      <a:pt x="42" y="4"/>
                    </a:cubicBezTo>
                    <a:cubicBezTo>
                      <a:pt x="47" y="4"/>
                      <a:pt x="52" y="6"/>
                      <a:pt x="55" y="8"/>
                    </a:cubicBezTo>
                    <a:cubicBezTo>
                      <a:pt x="56" y="8"/>
                      <a:pt x="57" y="8"/>
                      <a:pt x="58" y="8"/>
                    </a:cubicBezTo>
                    <a:cubicBezTo>
                      <a:pt x="70" y="8"/>
                      <a:pt x="80" y="18"/>
                      <a:pt x="80" y="30"/>
                    </a:cubicBezTo>
                    <a:cubicBezTo>
                      <a:pt x="80" y="37"/>
                      <a:pt x="76" y="43"/>
                      <a:pt x="72" y="47"/>
                    </a:cubicBezTo>
                    <a:cubicBezTo>
                      <a:pt x="72" y="52"/>
                      <a:pt x="72" y="52"/>
                      <a:pt x="72" y="52"/>
                    </a:cubicBezTo>
                    <a:cubicBezTo>
                      <a:pt x="80" y="47"/>
                      <a:pt x="84" y="39"/>
                      <a:pt x="84" y="30"/>
                    </a:cubicBezTo>
                    <a:cubicBezTo>
                      <a:pt x="84" y="16"/>
                      <a:pt x="73" y="4"/>
                      <a:pt x="58" y="4"/>
                    </a:cubicBezTo>
                    <a:cubicBezTo>
                      <a:pt x="58" y="4"/>
                      <a:pt x="57" y="4"/>
                      <a:pt x="56" y="4"/>
                    </a:cubicBezTo>
                    <a:cubicBezTo>
                      <a:pt x="52" y="1"/>
                      <a:pt x="47" y="0"/>
                      <a:pt x="42" y="0"/>
                    </a:cubicBezTo>
                    <a:cubicBezTo>
                      <a:pt x="37" y="0"/>
                      <a:pt x="32" y="1"/>
                      <a:pt x="28" y="4"/>
                    </a:cubicBezTo>
                    <a:cubicBezTo>
                      <a:pt x="28" y="4"/>
                      <a:pt x="27" y="4"/>
                      <a:pt x="26" y="4"/>
                    </a:cubicBezTo>
                    <a:cubicBezTo>
                      <a:pt x="12" y="4"/>
                      <a:pt x="0" y="16"/>
                      <a:pt x="0" y="30"/>
                    </a:cubicBezTo>
                    <a:cubicBezTo>
                      <a:pt x="0" y="39"/>
                      <a:pt x="4" y="47"/>
                      <a:pt x="1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6" name="Freeform 50"/>
              <p:cNvSpPr>
                <a:spLocks noEditPoints="1"/>
              </p:cNvSpPr>
              <p:nvPr/>
            </p:nvSpPr>
            <p:spPr bwMode="auto">
              <a:xfrm>
                <a:off x="4422775" y="3198813"/>
                <a:ext cx="254000" cy="292100"/>
              </a:xfrm>
              <a:custGeom>
                <a:avLst/>
                <a:gdLst>
                  <a:gd name="T0" fmla="*/ 88 w 98"/>
                  <a:gd name="T1" fmla="*/ 44 h 112"/>
                  <a:gd name="T2" fmla="*/ 82 w 98"/>
                  <a:gd name="T3" fmla="*/ 46 h 112"/>
                  <a:gd name="T4" fmla="*/ 82 w 98"/>
                  <a:gd name="T5" fmla="*/ 14 h 112"/>
                  <a:gd name="T6" fmla="*/ 72 w 98"/>
                  <a:gd name="T7" fmla="*/ 4 h 112"/>
                  <a:gd name="T8" fmla="*/ 66 w 98"/>
                  <a:gd name="T9" fmla="*/ 7 h 112"/>
                  <a:gd name="T10" fmla="*/ 56 w 98"/>
                  <a:gd name="T11" fmla="*/ 0 h 112"/>
                  <a:gd name="T12" fmla="*/ 47 w 98"/>
                  <a:gd name="T13" fmla="*/ 7 h 112"/>
                  <a:gd name="T14" fmla="*/ 40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4 w 98"/>
                  <a:gd name="T37" fmla="*/ 108 h 112"/>
                  <a:gd name="T38" fmla="*/ 33 w 98"/>
                  <a:gd name="T39" fmla="*/ 88 h 112"/>
                  <a:gd name="T40" fmla="*/ 11 w 98"/>
                  <a:gd name="T41" fmla="*/ 45 h 112"/>
                  <a:gd name="T42" fmla="*/ 34 w 98"/>
                  <a:gd name="T43" fmla="*/ 59 h 112"/>
                  <a:gd name="T44" fmla="*/ 34 w 98"/>
                  <a:gd name="T45" fmla="*/ 14 h 112"/>
                  <a:gd name="T46" fmla="*/ 40 w 98"/>
                  <a:gd name="T47" fmla="*/ 8 h 112"/>
                  <a:gd name="T48" fmla="*/ 46 w 98"/>
                  <a:gd name="T49" fmla="*/ 14 h 112"/>
                  <a:gd name="T50" fmla="*/ 46 w 98"/>
                  <a:gd name="T51" fmla="*/ 58 h 112"/>
                  <a:gd name="T52" fmla="*/ 50 w 98"/>
                  <a:gd name="T53" fmla="*/ 58 h 112"/>
                  <a:gd name="T54" fmla="*/ 50 w 98"/>
                  <a:gd name="T55" fmla="*/ 10 h 112"/>
                  <a:gd name="T56" fmla="*/ 56 w 98"/>
                  <a:gd name="T57" fmla="*/ 4 h 112"/>
                  <a:gd name="T58" fmla="*/ 62 w 98"/>
                  <a:gd name="T59" fmla="*/ 10 h 112"/>
                  <a:gd name="T60" fmla="*/ 62 w 98"/>
                  <a:gd name="T61" fmla="*/ 54 h 112"/>
                  <a:gd name="T62" fmla="*/ 66 w 98"/>
                  <a:gd name="T63" fmla="*/ 54 h 112"/>
                  <a:gd name="T64" fmla="*/ 66 w 98"/>
                  <a:gd name="T65" fmla="*/ 14 h 112"/>
                  <a:gd name="T66" fmla="*/ 72 w 98"/>
                  <a:gd name="T67" fmla="*/ 8 h 112"/>
                  <a:gd name="T68" fmla="*/ 78 w 98"/>
                  <a:gd name="T69" fmla="*/ 14 h 112"/>
                  <a:gd name="T70" fmla="*/ 78 w 98"/>
                  <a:gd name="T71" fmla="*/ 58 h 112"/>
                  <a:gd name="T72" fmla="*/ 82 w 98"/>
                  <a:gd name="T73" fmla="*/ 58 h 112"/>
                  <a:gd name="T74" fmla="*/ 82 w 98"/>
                  <a:gd name="T75" fmla="*/ 54 h 112"/>
                  <a:gd name="T76" fmla="*/ 88 w 98"/>
                  <a:gd name="T77" fmla="*/ 48 h 112"/>
                  <a:gd name="T78" fmla="*/ 94 w 98"/>
                  <a:gd name="T79" fmla="*/ 54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44"/>
                    </a:moveTo>
                    <a:cubicBezTo>
                      <a:pt x="86" y="44"/>
                      <a:pt x="82" y="45"/>
                      <a:pt x="82" y="46"/>
                    </a:cubicBezTo>
                    <a:cubicBezTo>
                      <a:pt x="82" y="14"/>
                      <a:pt x="82" y="14"/>
                      <a:pt x="82" y="14"/>
                    </a:cubicBezTo>
                    <a:cubicBezTo>
                      <a:pt x="82" y="8"/>
                      <a:pt x="78" y="4"/>
                      <a:pt x="72" y="4"/>
                    </a:cubicBezTo>
                    <a:cubicBezTo>
                      <a:pt x="70" y="4"/>
                      <a:pt x="67" y="5"/>
                      <a:pt x="66" y="7"/>
                    </a:cubicBezTo>
                    <a:cubicBezTo>
                      <a:pt x="64" y="3"/>
                      <a:pt x="61" y="0"/>
                      <a:pt x="56" y="0"/>
                    </a:cubicBezTo>
                    <a:cubicBezTo>
                      <a:pt x="52" y="0"/>
                      <a:pt x="48" y="3"/>
                      <a:pt x="47" y="7"/>
                    </a:cubicBezTo>
                    <a:cubicBezTo>
                      <a:pt x="45" y="5"/>
                      <a:pt x="43" y="4"/>
                      <a:pt x="40" y="4"/>
                    </a:cubicBezTo>
                    <a:cubicBezTo>
                      <a:pt x="35" y="4"/>
                      <a:pt x="30" y="9"/>
                      <a:pt x="30" y="14"/>
                    </a:cubicBezTo>
                    <a:cubicBezTo>
                      <a:pt x="30" y="49"/>
                      <a:pt x="30" y="49"/>
                      <a:pt x="30" y="49"/>
                    </a:cubicBezTo>
                    <a:cubicBezTo>
                      <a:pt x="22" y="42"/>
                      <a:pt x="13" y="37"/>
                      <a:pt x="8" y="42"/>
                    </a:cubicBezTo>
                    <a:cubicBezTo>
                      <a:pt x="0" y="50"/>
                      <a:pt x="16"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0"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14"/>
                      <a:pt x="66" y="14"/>
                      <a:pt x="66" y="14"/>
                    </a:cubicBezTo>
                    <a:cubicBezTo>
                      <a:pt x="66" y="11"/>
                      <a:pt x="69" y="8"/>
                      <a:pt x="72" y="8"/>
                    </a:cubicBezTo>
                    <a:cubicBezTo>
                      <a:pt x="75" y="8"/>
                      <a:pt x="78" y="11"/>
                      <a:pt x="78" y="14"/>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86" name="Group 85"/>
            <p:cNvGrpSpPr/>
            <p:nvPr/>
          </p:nvGrpSpPr>
          <p:grpSpPr>
            <a:xfrm>
              <a:off x="9463928" y="1988603"/>
              <a:ext cx="254000" cy="312738"/>
              <a:chOff x="5057775" y="3168650"/>
              <a:chExt cx="254000" cy="312738"/>
            </a:xfrm>
            <a:grpFill/>
          </p:grpSpPr>
          <p:sp>
            <p:nvSpPr>
              <p:cNvPr id="212" name="Freeform 51"/>
              <p:cNvSpPr>
                <a:spLocks/>
              </p:cNvSpPr>
              <p:nvPr/>
            </p:nvSpPr>
            <p:spPr bwMode="auto">
              <a:xfrm>
                <a:off x="5116513" y="3168650"/>
                <a:ext cx="177800" cy="85725"/>
              </a:xfrm>
              <a:custGeom>
                <a:avLst/>
                <a:gdLst>
                  <a:gd name="T0" fmla="*/ 3 w 68"/>
                  <a:gd name="T1" fmla="*/ 22 h 33"/>
                  <a:gd name="T2" fmla="*/ 8 w 68"/>
                  <a:gd name="T3" fmla="*/ 10 h 33"/>
                  <a:gd name="T4" fmla="*/ 8 w 68"/>
                  <a:gd name="T5" fmla="*/ 10 h 33"/>
                  <a:gd name="T6" fmla="*/ 18 w 68"/>
                  <a:gd name="T7" fmla="*/ 7 h 33"/>
                  <a:gd name="T8" fmla="*/ 23 w 68"/>
                  <a:gd name="T9" fmla="*/ 8 h 33"/>
                  <a:gd name="T10" fmla="*/ 34 w 68"/>
                  <a:gd name="T11" fmla="*/ 4 h 33"/>
                  <a:gd name="T12" fmla="*/ 45 w 68"/>
                  <a:gd name="T13" fmla="*/ 9 h 33"/>
                  <a:gd name="T14" fmla="*/ 50 w 68"/>
                  <a:gd name="T15" fmla="*/ 8 h 33"/>
                  <a:gd name="T16" fmla="*/ 64 w 68"/>
                  <a:gd name="T17" fmla="*/ 22 h 33"/>
                  <a:gd name="T18" fmla="*/ 63 w 68"/>
                  <a:gd name="T19" fmla="*/ 24 h 33"/>
                  <a:gd name="T20" fmla="*/ 63 w 68"/>
                  <a:gd name="T21" fmla="*/ 26 h 33"/>
                  <a:gd name="T22" fmla="*/ 63 w 68"/>
                  <a:gd name="T23" fmla="*/ 33 h 33"/>
                  <a:gd name="T24" fmla="*/ 68 w 68"/>
                  <a:gd name="T25" fmla="*/ 22 h 33"/>
                  <a:gd name="T26" fmla="*/ 50 w 68"/>
                  <a:gd name="T27" fmla="*/ 4 h 33"/>
                  <a:gd name="T28" fmla="*/ 46 w 68"/>
                  <a:gd name="T29" fmla="*/ 4 h 33"/>
                  <a:gd name="T30" fmla="*/ 34 w 68"/>
                  <a:gd name="T31" fmla="*/ 0 h 33"/>
                  <a:gd name="T32" fmla="*/ 22 w 68"/>
                  <a:gd name="T33" fmla="*/ 4 h 33"/>
                  <a:gd name="T34" fmla="*/ 18 w 68"/>
                  <a:gd name="T35" fmla="*/ 4 h 33"/>
                  <a:gd name="T36" fmla="*/ 0 w 68"/>
                  <a:gd name="T37" fmla="*/ 22 h 33"/>
                  <a:gd name="T38" fmla="*/ 3 w 68"/>
                  <a:gd name="T39" fmla="*/ 33 h 33"/>
                  <a:gd name="T40" fmla="*/ 3 w 68"/>
                  <a:gd name="T4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33">
                    <a:moveTo>
                      <a:pt x="3" y="22"/>
                    </a:moveTo>
                    <a:cubicBezTo>
                      <a:pt x="3" y="18"/>
                      <a:pt x="6" y="14"/>
                      <a:pt x="8" y="10"/>
                    </a:cubicBezTo>
                    <a:cubicBezTo>
                      <a:pt x="8" y="10"/>
                      <a:pt x="8" y="10"/>
                      <a:pt x="8" y="10"/>
                    </a:cubicBezTo>
                    <a:cubicBezTo>
                      <a:pt x="11" y="10"/>
                      <a:pt x="14" y="7"/>
                      <a:pt x="18" y="7"/>
                    </a:cubicBezTo>
                    <a:cubicBezTo>
                      <a:pt x="20" y="7"/>
                      <a:pt x="22" y="8"/>
                      <a:pt x="23" y="8"/>
                    </a:cubicBezTo>
                    <a:cubicBezTo>
                      <a:pt x="26" y="5"/>
                      <a:pt x="30" y="4"/>
                      <a:pt x="34" y="4"/>
                    </a:cubicBezTo>
                    <a:cubicBezTo>
                      <a:pt x="39" y="4"/>
                      <a:pt x="42" y="6"/>
                      <a:pt x="45" y="9"/>
                    </a:cubicBezTo>
                    <a:cubicBezTo>
                      <a:pt x="47" y="8"/>
                      <a:pt x="48" y="8"/>
                      <a:pt x="50" y="8"/>
                    </a:cubicBezTo>
                    <a:cubicBezTo>
                      <a:pt x="58" y="8"/>
                      <a:pt x="64" y="14"/>
                      <a:pt x="64" y="22"/>
                    </a:cubicBezTo>
                    <a:cubicBezTo>
                      <a:pt x="64" y="23"/>
                      <a:pt x="64" y="23"/>
                      <a:pt x="63" y="24"/>
                    </a:cubicBezTo>
                    <a:cubicBezTo>
                      <a:pt x="64" y="25"/>
                      <a:pt x="63" y="25"/>
                      <a:pt x="63" y="26"/>
                    </a:cubicBezTo>
                    <a:cubicBezTo>
                      <a:pt x="63" y="33"/>
                      <a:pt x="63" y="33"/>
                      <a:pt x="63" y="33"/>
                    </a:cubicBezTo>
                    <a:cubicBezTo>
                      <a:pt x="67" y="30"/>
                      <a:pt x="68" y="26"/>
                      <a:pt x="68" y="22"/>
                    </a:cubicBezTo>
                    <a:cubicBezTo>
                      <a:pt x="68" y="12"/>
                      <a:pt x="60" y="4"/>
                      <a:pt x="50" y="4"/>
                    </a:cubicBezTo>
                    <a:cubicBezTo>
                      <a:pt x="49" y="4"/>
                      <a:pt x="47" y="4"/>
                      <a:pt x="46" y="4"/>
                    </a:cubicBezTo>
                    <a:cubicBezTo>
                      <a:pt x="43" y="2"/>
                      <a:pt x="39" y="0"/>
                      <a:pt x="34" y="0"/>
                    </a:cubicBezTo>
                    <a:cubicBezTo>
                      <a:pt x="30" y="0"/>
                      <a:pt x="25" y="2"/>
                      <a:pt x="22" y="4"/>
                    </a:cubicBezTo>
                    <a:cubicBezTo>
                      <a:pt x="21" y="4"/>
                      <a:pt x="20" y="4"/>
                      <a:pt x="18" y="4"/>
                    </a:cubicBezTo>
                    <a:cubicBezTo>
                      <a:pt x="8" y="4"/>
                      <a:pt x="0" y="12"/>
                      <a:pt x="0" y="22"/>
                    </a:cubicBezTo>
                    <a:cubicBezTo>
                      <a:pt x="0" y="26"/>
                      <a:pt x="3" y="30"/>
                      <a:pt x="3" y="33"/>
                    </a:cubicBezTo>
                    <a:lnTo>
                      <a:pt x="3"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3" name="Freeform 52"/>
              <p:cNvSpPr>
                <a:spLocks noEditPoints="1"/>
              </p:cNvSpPr>
              <p:nvPr/>
            </p:nvSpPr>
            <p:spPr bwMode="auto">
              <a:xfrm>
                <a:off x="5057775" y="3189288"/>
                <a:ext cx="254000" cy="292100"/>
              </a:xfrm>
              <a:custGeom>
                <a:avLst/>
                <a:gdLst>
                  <a:gd name="T0" fmla="*/ 88 w 98"/>
                  <a:gd name="T1" fmla="*/ 44 h 112"/>
                  <a:gd name="T2" fmla="*/ 82 w 98"/>
                  <a:gd name="T3" fmla="*/ 46 h 112"/>
                  <a:gd name="T4" fmla="*/ 82 w 98"/>
                  <a:gd name="T5" fmla="*/ 14 h 112"/>
                  <a:gd name="T6" fmla="*/ 73 w 98"/>
                  <a:gd name="T7" fmla="*/ 4 h 112"/>
                  <a:gd name="T8" fmla="*/ 66 w 98"/>
                  <a:gd name="T9" fmla="*/ 7 h 112"/>
                  <a:gd name="T10" fmla="*/ 57 w 98"/>
                  <a:gd name="T11" fmla="*/ 0 h 112"/>
                  <a:gd name="T12" fmla="*/ 48 w 98"/>
                  <a:gd name="T13" fmla="*/ 7 h 112"/>
                  <a:gd name="T14" fmla="*/ 41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5 w 98"/>
                  <a:gd name="T37" fmla="*/ 108 h 112"/>
                  <a:gd name="T38" fmla="*/ 34 w 98"/>
                  <a:gd name="T39" fmla="*/ 88 h 112"/>
                  <a:gd name="T40" fmla="*/ 11 w 98"/>
                  <a:gd name="T41" fmla="*/ 45 h 112"/>
                  <a:gd name="T42" fmla="*/ 34 w 98"/>
                  <a:gd name="T43" fmla="*/ 59 h 112"/>
                  <a:gd name="T44" fmla="*/ 34 w 98"/>
                  <a:gd name="T45" fmla="*/ 14 h 112"/>
                  <a:gd name="T46" fmla="*/ 40 w 98"/>
                  <a:gd name="T47" fmla="*/ 8 h 112"/>
                  <a:gd name="T48" fmla="*/ 46 w 98"/>
                  <a:gd name="T49" fmla="*/ 14 h 112"/>
                  <a:gd name="T50" fmla="*/ 46 w 98"/>
                  <a:gd name="T51" fmla="*/ 54 h 112"/>
                  <a:gd name="T52" fmla="*/ 50 w 98"/>
                  <a:gd name="T53" fmla="*/ 54 h 112"/>
                  <a:gd name="T54" fmla="*/ 50 w 98"/>
                  <a:gd name="T55" fmla="*/ 10 h 112"/>
                  <a:gd name="T56" fmla="*/ 56 w 98"/>
                  <a:gd name="T57" fmla="*/ 4 h 112"/>
                  <a:gd name="T58" fmla="*/ 62 w 98"/>
                  <a:gd name="T59" fmla="*/ 10 h 112"/>
                  <a:gd name="T60" fmla="*/ 62 w 98"/>
                  <a:gd name="T61" fmla="*/ 50 h 112"/>
                  <a:gd name="T62" fmla="*/ 66 w 98"/>
                  <a:gd name="T63" fmla="*/ 50 h 112"/>
                  <a:gd name="T64" fmla="*/ 66 w 98"/>
                  <a:gd name="T65" fmla="*/ 14 h 112"/>
                  <a:gd name="T66" fmla="*/ 72 w 98"/>
                  <a:gd name="T67" fmla="*/ 8 h 112"/>
                  <a:gd name="T68" fmla="*/ 78 w 98"/>
                  <a:gd name="T69" fmla="*/ 14 h 112"/>
                  <a:gd name="T70" fmla="*/ 78 w 98"/>
                  <a:gd name="T71" fmla="*/ 54 h 112"/>
                  <a:gd name="T72" fmla="*/ 82 w 98"/>
                  <a:gd name="T73" fmla="*/ 54 h 112"/>
                  <a:gd name="T74" fmla="*/ 82 w 98"/>
                  <a:gd name="T75" fmla="*/ 54 h 112"/>
                  <a:gd name="T76" fmla="*/ 88 w 98"/>
                  <a:gd name="T77" fmla="*/ 48 h 112"/>
                  <a:gd name="T78" fmla="*/ 94 w 98"/>
                  <a:gd name="T79" fmla="*/ 54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44"/>
                    </a:moveTo>
                    <a:cubicBezTo>
                      <a:pt x="86" y="44"/>
                      <a:pt x="86" y="45"/>
                      <a:pt x="82" y="46"/>
                    </a:cubicBezTo>
                    <a:cubicBezTo>
                      <a:pt x="82" y="14"/>
                      <a:pt x="82" y="14"/>
                      <a:pt x="82" y="14"/>
                    </a:cubicBezTo>
                    <a:cubicBezTo>
                      <a:pt x="82" y="8"/>
                      <a:pt x="78" y="4"/>
                      <a:pt x="73" y="4"/>
                    </a:cubicBezTo>
                    <a:cubicBezTo>
                      <a:pt x="70" y="4"/>
                      <a:pt x="68" y="5"/>
                      <a:pt x="66" y="7"/>
                    </a:cubicBezTo>
                    <a:cubicBezTo>
                      <a:pt x="65" y="3"/>
                      <a:pt x="61" y="0"/>
                      <a:pt x="57" y="0"/>
                    </a:cubicBezTo>
                    <a:cubicBezTo>
                      <a:pt x="53" y="0"/>
                      <a:pt x="49" y="3"/>
                      <a:pt x="48" y="7"/>
                    </a:cubicBezTo>
                    <a:cubicBezTo>
                      <a:pt x="46" y="5"/>
                      <a:pt x="43" y="4"/>
                      <a:pt x="41" y="4"/>
                    </a:cubicBezTo>
                    <a:cubicBezTo>
                      <a:pt x="35" y="4"/>
                      <a:pt x="30" y="9"/>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50" y="108"/>
                      <a:pt x="41" y="100"/>
                      <a:pt x="34" y="88"/>
                    </a:cubicBezTo>
                    <a:cubicBezTo>
                      <a:pt x="18" y="62"/>
                      <a:pt x="7"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4"/>
                      <a:pt x="46" y="54"/>
                      <a:pt x="46" y="54"/>
                    </a:cubicBezTo>
                    <a:cubicBezTo>
                      <a:pt x="50" y="54"/>
                      <a:pt x="50" y="54"/>
                      <a:pt x="50" y="54"/>
                    </a:cubicBezTo>
                    <a:cubicBezTo>
                      <a:pt x="50" y="10"/>
                      <a:pt x="50" y="10"/>
                      <a:pt x="50" y="10"/>
                    </a:cubicBezTo>
                    <a:cubicBezTo>
                      <a:pt x="50" y="7"/>
                      <a:pt x="53" y="4"/>
                      <a:pt x="56" y="4"/>
                    </a:cubicBezTo>
                    <a:cubicBezTo>
                      <a:pt x="59" y="4"/>
                      <a:pt x="62" y="7"/>
                      <a:pt x="62" y="10"/>
                    </a:cubicBezTo>
                    <a:cubicBezTo>
                      <a:pt x="62" y="50"/>
                      <a:pt x="62" y="50"/>
                      <a:pt x="62" y="50"/>
                    </a:cubicBezTo>
                    <a:cubicBezTo>
                      <a:pt x="66" y="50"/>
                      <a:pt x="66" y="50"/>
                      <a:pt x="66" y="50"/>
                    </a:cubicBezTo>
                    <a:cubicBezTo>
                      <a:pt x="66" y="14"/>
                      <a:pt x="66" y="14"/>
                      <a:pt x="66" y="14"/>
                    </a:cubicBezTo>
                    <a:cubicBezTo>
                      <a:pt x="66" y="11"/>
                      <a:pt x="69" y="8"/>
                      <a:pt x="72" y="8"/>
                    </a:cubicBezTo>
                    <a:cubicBezTo>
                      <a:pt x="75" y="8"/>
                      <a:pt x="78" y="11"/>
                      <a:pt x="78" y="14"/>
                    </a:cubicBezTo>
                    <a:cubicBezTo>
                      <a:pt x="78" y="54"/>
                      <a:pt x="78" y="54"/>
                      <a:pt x="78" y="54"/>
                    </a:cubicBezTo>
                    <a:cubicBezTo>
                      <a:pt x="82" y="54"/>
                      <a:pt x="82" y="54"/>
                      <a:pt x="82" y="54"/>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87" name="Freeform 86"/>
            <p:cNvSpPr>
              <a:spLocks noEditPoints="1"/>
            </p:cNvSpPr>
            <p:nvPr/>
          </p:nvSpPr>
          <p:spPr bwMode="auto">
            <a:xfrm>
              <a:off x="8295544" y="895609"/>
              <a:ext cx="300038" cy="271462"/>
            </a:xfrm>
            <a:custGeom>
              <a:avLst/>
              <a:gdLst>
                <a:gd name="T0" fmla="*/ 64 w 124"/>
                <a:gd name="T1" fmla="*/ 8 h 112"/>
                <a:gd name="T2" fmla="*/ 64 w 124"/>
                <a:gd name="T3" fmla="*/ 2 h 112"/>
                <a:gd name="T4" fmla="*/ 62 w 124"/>
                <a:gd name="T5" fmla="*/ 0 h 112"/>
                <a:gd name="T6" fmla="*/ 60 w 124"/>
                <a:gd name="T7" fmla="*/ 2 h 112"/>
                <a:gd name="T8" fmla="*/ 60 w 124"/>
                <a:gd name="T9" fmla="*/ 8 h 112"/>
                <a:gd name="T10" fmla="*/ 0 w 124"/>
                <a:gd name="T11" fmla="*/ 48 h 112"/>
                <a:gd name="T12" fmla="*/ 10 w 124"/>
                <a:gd name="T13" fmla="*/ 40 h 112"/>
                <a:gd name="T14" fmla="*/ 20 w 124"/>
                <a:gd name="T15" fmla="*/ 48 h 112"/>
                <a:gd name="T16" fmla="*/ 30 w 124"/>
                <a:gd name="T17" fmla="*/ 40 h 112"/>
                <a:gd name="T18" fmla="*/ 40 w 124"/>
                <a:gd name="T19" fmla="*/ 48 h 112"/>
                <a:gd name="T20" fmla="*/ 50 w 124"/>
                <a:gd name="T21" fmla="*/ 40 h 112"/>
                <a:gd name="T22" fmla="*/ 60 w 124"/>
                <a:gd name="T23" fmla="*/ 48 h 112"/>
                <a:gd name="T24" fmla="*/ 60 w 124"/>
                <a:gd name="T25" fmla="*/ 92 h 112"/>
                <a:gd name="T26" fmla="*/ 60 w 124"/>
                <a:gd name="T27" fmla="*/ 104 h 112"/>
                <a:gd name="T28" fmla="*/ 56 w 124"/>
                <a:gd name="T29" fmla="*/ 108 h 112"/>
                <a:gd name="T30" fmla="*/ 52 w 124"/>
                <a:gd name="T31" fmla="*/ 104 h 112"/>
                <a:gd name="T32" fmla="*/ 52 w 124"/>
                <a:gd name="T33" fmla="*/ 100 h 112"/>
                <a:gd name="T34" fmla="*/ 52 w 124"/>
                <a:gd name="T35" fmla="*/ 98 h 112"/>
                <a:gd name="T36" fmla="*/ 50 w 124"/>
                <a:gd name="T37" fmla="*/ 96 h 112"/>
                <a:gd name="T38" fmla="*/ 48 w 124"/>
                <a:gd name="T39" fmla="*/ 98 h 112"/>
                <a:gd name="T40" fmla="*/ 48 w 124"/>
                <a:gd name="T41" fmla="*/ 101 h 112"/>
                <a:gd name="T42" fmla="*/ 48 w 124"/>
                <a:gd name="T43" fmla="*/ 104 h 112"/>
                <a:gd name="T44" fmla="*/ 56 w 124"/>
                <a:gd name="T45" fmla="*/ 112 h 112"/>
                <a:gd name="T46" fmla="*/ 64 w 124"/>
                <a:gd name="T47" fmla="*/ 104 h 112"/>
                <a:gd name="T48" fmla="*/ 64 w 124"/>
                <a:gd name="T49" fmla="*/ 98 h 112"/>
                <a:gd name="T50" fmla="*/ 64 w 124"/>
                <a:gd name="T51" fmla="*/ 48 h 112"/>
                <a:gd name="T52" fmla="*/ 74 w 124"/>
                <a:gd name="T53" fmla="*/ 40 h 112"/>
                <a:gd name="T54" fmla="*/ 84 w 124"/>
                <a:gd name="T55" fmla="*/ 48 h 112"/>
                <a:gd name="T56" fmla="*/ 94 w 124"/>
                <a:gd name="T57" fmla="*/ 40 h 112"/>
                <a:gd name="T58" fmla="*/ 104 w 124"/>
                <a:gd name="T59" fmla="*/ 48 h 112"/>
                <a:gd name="T60" fmla="*/ 114 w 124"/>
                <a:gd name="T61" fmla="*/ 40 h 112"/>
                <a:gd name="T62" fmla="*/ 124 w 124"/>
                <a:gd name="T63" fmla="*/ 48 h 112"/>
                <a:gd name="T64" fmla="*/ 64 w 124"/>
                <a:gd name="T65" fmla="*/ 8 h 112"/>
                <a:gd name="T66" fmla="*/ 17 w 124"/>
                <a:gd name="T67" fmla="*/ 38 h 112"/>
                <a:gd name="T68" fmla="*/ 10 w 124"/>
                <a:gd name="T69" fmla="*/ 36 h 112"/>
                <a:gd name="T70" fmla="*/ 7 w 124"/>
                <a:gd name="T71" fmla="*/ 36 h 112"/>
                <a:gd name="T72" fmla="*/ 33 w 124"/>
                <a:gd name="T73" fmla="*/ 17 h 112"/>
                <a:gd name="T74" fmla="*/ 17 w 124"/>
                <a:gd name="T75" fmla="*/ 38 h 112"/>
                <a:gd name="T76" fmla="*/ 37 w 124"/>
                <a:gd name="T77" fmla="*/ 38 h 112"/>
                <a:gd name="T78" fmla="*/ 30 w 124"/>
                <a:gd name="T79" fmla="*/ 36 h 112"/>
                <a:gd name="T80" fmla="*/ 21 w 124"/>
                <a:gd name="T81" fmla="*/ 38 h 112"/>
                <a:gd name="T82" fmla="*/ 48 w 124"/>
                <a:gd name="T83" fmla="*/ 14 h 112"/>
                <a:gd name="T84" fmla="*/ 37 w 124"/>
                <a:gd name="T85" fmla="*/ 38 h 112"/>
                <a:gd name="T86" fmla="*/ 60 w 124"/>
                <a:gd name="T87" fmla="*/ 40 h 112"/>
                <a:gd name="T88" fmla="*/ 50 w 124"/>
                <a:gd name="T89" fmla="*/ 36 h 112"/>
                <a:gd name="T90" fmla="*/ 41 w 124"/>
                <a:gd name="T91" fmla="*/ 39 h 112"/>
                <a:gd name="T92" fmla="*/ 60 w 124"/>
                <a:gd name="T93" fmla="*/ 12 h 112"/>
                <a:gd name="T94" fmla="*/ 60 w 124"/>
                <a:gd name="T95" fmla="*/ 40 h 112"/>
                <a:gd name="T96" fmla="*/ 74 w 124"/>
                <a:gd name="T97" fmla="*/ 36 h 112"/>
                <a:gd name="T98" fmla="*/ 64 w 124"/>
                <a:gd name="T99" fmla="*/ 40 h 112"/>
                <a:gd name="T100" fmla="*/ 64 w 124"/>
                <a:gd name="T101" fmla="*/ 12 h 112"/>
                <a:gd name="T102" fmla="*/ 83 w 124"/>
                <a:gd name="T103" fmla="*/ 39 h 112"/>
                <a:gd name="T104" fmla="*/ 74 w 124"/>
                <a:gd name="T105" fmla="*/ 36 h 112"/>
                <a:gd name="T106" fmla="*/ 94 w 124"/>
                <a:gd name="T107" fmla="*/ 36 h 112"/>
                <a:gd name="T108" fmla="*/ 87 w 124"/>
                <a:gd name="T109" fmla="*/ 38 h 112"/>
                <a:gd name="T110" fmla="*/ 75 w 124"/>
                <a:gd name="T111" fmla="*/ 14 h 112"/>
                <a:gd name="T112" fmla="*/ 102 w 124"/>
                <a:gd name="T113" fmla="*/ 38 h 112"/>
                <a:gd name="T114" fmla="*/ 94 w 124"/>
                <a:gd name="T115" fmla="*/ 36 h 112"/>
                <a:gd name="T116" fmla="*/ 114 w 124"/>
                <a:gd name="T117" fmla="*/ 36 h 112"/>
                <a:gd name="T118" fmla="*/ 106 w 124"/>
                <a:gd name="T119" fmla="*/ 38 h 112"/>
                <a:gd name="T120" fmla="*/ 90 w 124"/>
                <a:gd name="T121" fmla="*/ 17 h 112"/>
                <a:gd name="T122" fmla="*/ 117 w 124"/>
                <a:gd name="T123" fmla="*/ 36 h 112"/>
                <a:gd name="T124" fmla="*/ 114 w 124"/>
                <a:gd name="T125" fmla="*/ 3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4" h="112">
                  <a:moveTo>
                    <a:pt x="64" y="8"/>
                  </a:moveTo>
                  <a:cubicBezTo>
                    <a:pt x="64" y="2"/>
                    <a:pt x="64" y="2"/>
                    <a:pt x="64" y="2"/>
                  </a:cubicBezTo>
                  <a:cubicBezTo>
                    <a:pt x="64" y="1"/>
                    <a:pt x="63" y="0"/>
                    <a:pt x="62" y="0"/>
                  </a:cubicBezTo>
                  <a:cubicBezTo>
                    <a:pt x="61" y="0"/>
                    <a:pt x="60" y="1"/>
                    <a:pt x="60" y="2"/>
                  </a:cubicBezTo>
                  <a:cubicBezTo>
                    <a:pt x="60" y="8"/>
                    <a:pt x="60" y="8"/>
                    <a:pt x="60" y="8"/>
                  </a:cubicBezTo>
                  <a:cubicBezTo>
                    <a:pt x="28" y="9"/>
                    <a:pt x="0" y="26"/>
                    <a:pt x="0" y="48"/>
                  </a:cubicBezTo>
                  <a:cubicBezTo>
                    <a:pt x="0" y="44"/>
                    <a:pt x="4" y="40"/>
                    <a:pt x="10" y="40"/>
                  </a:cubicBezTo>
                  <a:cubicBezTo>
                    <a:pt x="15" y="40"/>
                    <a:pt x="20" y="44"/>
                    <a:pt x="20" y="48"/>
                  </a:cubicBezTo>
                  <a:cubicBezTo>
                    <a:pt x="20" y="44"/>
                    <a:pt x="24" y="40"/>
                    <a:pt x="30" y="40"/>
                  </a:cubicBezTo>
                  <a:cubicBezTo>
                    <a:pt x="35" y="40"/>
                    <a:pt x="40" y="44"/>
                    <a:pt x="40" y="48"/>
                  </a:cubicBezTo>
                  <a:cubicBezTo>
                    <a:pt x="40" y="44"/>
                    <a:pt x="44" y="40"/>
                    <a:pt x="50" y="40"/>
                  </a:cubicBezTo>
                  <a:cubicBezTo>
                    <a:pt x="55" y="40"/>
                    <a:pt x="60" y="44"/>
                    <a:pt x="60" y="48"/>
                  </a:cubicBezTo>
                  <a:cubicBezTo>
                    <a:pt x="60" y="92"/>
                    <a:pt x="60" y="92"/>
                    <a:pt x="60" y="92"/>
                  </a:cubicBezTo>
                  <a:cubicBezTo>
                    <a:pt x="60" y="104"/>
                    <a:pt x="60" y="104"/>
                    <a:pt x="60" y="104"/>
                  </a:cubicBezTo>
                  <a:cubicBezTo>
                    <a:pt x="60" y="106"/>
                    <a:pt x="58" y="108"/>
                    <a:pt x="56" y="108"/>
                  </a:cubicBezTo>
                  <a:cubicBezTo>
                    <a:pt x="54" y="108"/>
                    <a:pt x="52" y="106"/>
                    <a:pt x="52" y="104"/>
                  </a:cubicBezTo>
                  <a:cubicBezTo>
                    <a:pt x="52" y="100"/>
                    <a:pt x="52" y="100"/>
                    <a:pt x="52" y="100"/>
                  </a:cubicBezTo>
                  <a:cubicBezTo>
                    <a:pt x="52" y="98"/>
                    <a:pt x="52" y="98"/>
                    <a:pt x="52" y="98"/>
                  </a:cubicBezTo>
                  <a:cubicBezTo>
                    <a:pt x="52" y="97"/>
                    <a:pt x="51" y="96"/>
                    <a:pt x="50" y="96"/>
                  </a:cubicBezTo>
                  <a:cubicBezTo>
                    <a:pt x="49" y="96"/>
                    <a:pt x="48" y="97"/>
                    <a:pt x="48" y="98"/>
                  </a:cubicBezTo>
                  <a:cubicBezTo>
                    <a:pt x="48" y="101"/>
                    <a:pt x="48" y="101"/>
                    <a:pt x="48" y="101"/>
                  </a:cubicBezTo>
                  <a:cubicBezTo>
                    <a:pt x="48" y="104"/>
                    <a:pt x="48" y="104"/>
                    <a:pt x="48" y="104"/>
                  </a:cubicBezTo>
                  <a:cubicBezTo>
                    <a:pt x="48" y="108"/>
                    <a:pt x="52" y="112"/>
                    <a:pt x="56" y="112"/>
                  </a:cubicBezTo>
                  <a:cubicBezTo>
                    <a:pt x="60" y="112"/>
                    <a:pt x="64" y="108"/>
                    <a:pt x="64" y="104"/>
                  </a:cubicBezTo>
                  <a:cubicBezTo>
                    <a:pt x="64" y="98"/>
                    <a:pt x="64" y="98"/>
                    <a:pt x="64" y="98"/>
                  </a:cubicBezTo>
                  <a:cubicBezTo>
                    <a:pt x="64" y="48"/>
                    <a:pt x="64" y="48"/>
                    <a:pt x="64" y="48"/>
                  </a:cubicBezTo>
                  <a:cubicBezTo>
                    <a:pt x="64" y="44"/>
                    <a:pt x="68" y="40"/>
                    <a:pt x="74" y="40"/>
                  </a:cubicBezTo>
                  <a:cubicBezTo>
                    <a:pt x="79" y="40"/>
                    <a:pt x="84" y="44"/>
                    <a:pt x="84" y="48"/>
                  </a:cubicBezTo>
                  <a:cubicBezTo>
                    <a:pt x="84" y="44"/>
                    <a:pt x="88" y="40"/>
                    <a:pt x="94" y="40"/>
                  </a:cubicBezTo>
                  <a:cubicBezTo>
                    <a:pt x="99" y="40"/>
                    <a:pt x="104" y="44"/>
                    <a:pt x="104" y="48"/>
                  </a:cubicBezTo>
                  <a:cubicBezTo>
                    <a:pt x="104" y="44"/>
                    <a:pt x="108" y="40"/>
                    <a:pt x="114" y="40"/>
                  </a:cubicBezTo>
                  <a:cubicBezTo>
                    <a:pt x="119" y="40"/>
                    <a:pt x="124" y="44"/>
                    <a:pt x="124" y="48"/>
                  </a:cubicBezTo>
                  <a:cubicBezTo>
                    <a:pt x="124" y="26"/>
                    <a:pt x="96" y="9"/>
                    <a:pt x="64" y="8"/>
                  </a:cubicBezTo>
                  <a:close/>
                  <a:moveTo>
                    <a:pt x="17" y="38"/>
                  </a:moveTo>
                  <a:cubicBezTo>
                    <a:pt x="15" y="37"/>
                    <a:pt x="13" y="36"/>
                    <a:pt x="10" y="36"/>
                  </a:cubicBezTo>
                  <a:cubicBezTo>
                    <a:pt x="9" y="36"/>
                    <a:pt x="8" y="36"/>
                    <a:pt x="7" y="36"/>
                  </a:cubicBezTo>
                  <a:cubicBezTo>
                    <a:pt x="12" y="28"/>
                    <a:pt x="21" y="21"/>
                    <a:pt x="33" y="17"/>
                  </a:cubicBezTo>
                  <a:cubicBezTo>
                    <a:pt x="26" y="22"/>
                    <a:pt x="20" y="29"/>
                    <a:pt x="17" y="38"/>
                  </a:cubicBezTo>
                  <a:close/>
                  <a:moveTo>
                    <a:pt x="37" y="38"/>
                  </a:moveTo>
                  <a:cubicBezTo>
                    <a:pt x="35" y="37"/>
                    <a:pt x="32" y="36"/>
                    <a:pt x="30" y="36"/>
                  </a:cubicBezTo>
                  <a:cubicBezTo>
                    <a:pt x="27" y="36"/>
                    <a:pt x="24" y="37"/>
                    <a:pt x="21" y="38"/>
                  </a:cubicBezTo>
                  <a:cubicBezTo>
                    <a:pt x="25" y="27"/>
                    <a:pt x="35" y="18"/>
                    <a:pt x="48" y="14"/>
                  </a:cubicBezTo>
                  <a:cubicBezTo>
                    <a:pt x="43" y="19"/>
                    <a:pt x="38" y="28"/>
                    <a:pt x="37" y="38"/>
                  </a:cubicBezTo>
                  <a:close/>
                  <a:moveTo>
                    <a:pt x="60" y="40"/>
                  </a:moveTo>
                  <a:cubicBezTo>
                    <a:pt x="56" y="37"/>
                    <a:pt x="54" y="36"/>
                    <a:pt x="50" y="36"/>
                  </a:cubicBezTo>
                  <a:cubicBezTo>
                    <a:pt x="46" y="36"/>
                    <a:pt x="43" y="37"/>
                    <a:pt x="41" y="39"/>
                  </a:cubicBezTo>
                  <a:cubicBezTo>
                    <a:pt x="43" y="25"/>
                    <a:pt x="52" y="14"/>
                    <a:pt x="60" y="12"/>
                  </a:cubicBezTo>
                  <a:lnTo>
                    <a:pt x="60" y="40"/>
                  </a:lnTo>
                  <a:close/>
                  <a:moveTo>
                    <a:pt x="74" y="36"/>
                  </a:moveTo>
                  <a:cubicBezTo>
                    <a:pt x="70" y="36"/>
                    <a:pt x="68" y="37"/>
                    <a:pt x="64" y="40"/>
                  </a:cubicBezTo>
                  <a:cubicBezTo>
                    <a:pt x="64" y="12"/>
                    <a:pt x="64" y="12"/>
                    <a:pt x="64" y="12"/>
                  </a:cubicBezTo>
                  <a:cubicBezTo>
                    <a:pt x="72" y="14"/>
                    <a:pt x="81" y="25"/>
                    <a:pt x="83" y="39"/>
                  </a:cubicBezTo>
                  <a:cubicBezTo>
                    <a:pt x="81" y="37"/>
                    <a:pt x="77" y="36"/>
                    <a:pt x="74" y="36"/>
                  </a:cubicBezTo>
                  <a:close/>
                  <a:moveTo>
                    <a:pt x="94" y="36"/>
                  </a:moveTo>
                  <a:cubicBezTo>
                    <a:pt x="91" y="36"/>
                    <a:pt x="89" y="37"/>
                    <a:pt x="87" y="38"/>
                  </a:cubicBezTo>
                  <a:cubicBezTo>
                    <a:pt x="85" y="28"/>
                    <a:pt x="81" y="19"/>
                    <a:pt x="75" y="14"/>
                  </a:cubicBezTo>
                  <a:cubicBezTo>
                    <a:pt x="88" y="18"/>
                    <a:pt x="99" y="27"/>
                    <a:pt x="102" y="38"/>
                  </a:cubicBezTo>
                  <a:cubicBezTo>
                    <a:pt x="100" y="37"/>
                    <a:pt x="97" y="36"/>
                    <a:pt x="94" y="36"/>
                  </a:cubicBezTo>
                  <a:close/>
                  <a:moveTo>
                    <a:pt x="114" y="36"/>
                  </a:moveTo>
                  <a:cubicBezTo>
                    <a:pt x="111" y="36"/>
                    <a:pt x="108" y="37"/>
                    <a:pt x="106" y="38"/>
                  </a:cubicBezTo>
                  <a:cubicBezTo>
                    <a:pt x="104" y="29"/>
                    <a:pt x="98" y="22"/>
                    <a:pt x="90" y="17"/>
                  </a:cubicBezTo>
                  <a:cubicBezTo>
                    <a:pt x="103" y="21"/>
                    <a:pt x="112" y="28"/>
                    <a:pt x="117" y="36"/>
                  </a:cubicBezTo>
                  <a:cubicBezTo>
                    <a:pt x="116" y="36"/>
                    <a:pt x="115" y="36"/>
                    <a:pt x="114" y="3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8" name="Freeform 87"/>
            <p:cNvSpPr>
              <a:spLocks noEditPoints="1"/>
            </p:cNvSpPr>
            <p:nvPr/>
          </p:nvSpPr>
          <p:spPr bwMode="auto">
            <a:xfrm>
              <a:off x="10071956" y="984509"/>
              <a:ext cx="290513" cy="90487"/>
            </a:xfrm>
            <a:custGeom>
              <a:avLst/>
              <a:gdLst>
                <a:gd name="T0" fmla="*/ 64 w 120"/>
                <a:gd name="T1" fmla="*/ 5 h 37"/>
                <a:gd name="T2" fmla="*/ 1 w 120"/>
                <a:gd name="T3" fmla="*/ 3 h 37"/>
                <a:gd name="T4" fmla="*/ 5 w 120"/>
                <a:gd name="T5" fmla="*/ 14 h 37"/>
                <a:gd name="T6" fmla="*/ 15 w 120"/>
                <a:gd name="T7" fmla="*/ 35 h 37"/>
                <a:gd name="T8" fmla="*/ 45 w 120"/>
                <a:gd name="T9" fmla="*/ 34 h 37"/>
                <a:gd name="T10" fmla="*/ 56 w 120"/>
                <a:gd name="T11" fmla="*/ 14 h 37"/>
                <a:gd name="T12" fmla="*/ 68 w 120"/>
                <a:gd name="T13" fmla="*/ 25 h 37"/>
                <a:gd name="T14" fmla="*/ 91 w 120"/>
                <a:gd name="T15" fmla="*/ 37 h 37"/>
                <a:gd name="T16" fmla="*/ 112 w 120"/>
                <a:gd name="T17" fmla="*/ 25 h 37"/>
                <a:gd name="T18" fmla="*/ 119 w 120"/>
                <a:gd name="T19" fmla="*/ 10 h 37"/>
                <a:gd name="T20" fmla="*/ 11 w 120"/>
                <a:gd name="T21" fmla="*/ 7 h 37"/>
                <a:gd name="T22" fmla="*/ 48 w 120"/>
                <a:gd name="T23" fmla="*/ 8 h 37"/>
                <a:gd name="T24" fmla="*/ 9 w 120"/>
                <a:gd name="T25" fmla="*/ 9 h 37"/>
                <a:gd name="T26" fmla="*/ 44 w 120"/>
                <a:gd name="T27" fmla="*/ 29 h 37"/>
                <a:gd name="T28" fmla="*/ 17 w 120"/>
                <a:gd name="T29" fmla="*/ 32 h 37"/>
                <a:gd name="T30" fmla="*/ 45 w 120"/>
                <a:gd name="T31" fmla="*/ 29 h 37"/>
                <a:gd name="T32" fmla="*/ 48 w 120"/>
                <a:gd name="T33" fmla="*/ 25 h 37"/>
                <a:gd name="T34" fmla="*/ 9 w 120"/>
                <a:gd name="T35" fmla="*/ 21 h 37"/>
                <a:gd name="T36" fmla="*/ 48 w 120"/>
                <a:gd name="T37" fmla="*/ 25 h 37"/>
                <a:gd name="T38" fmla="*/ 8 w 120"/>
                <a:gd name="T39" fmla="*/ 13 h 37"/>
                <a:gd name="T40" fmla="*/ 51 w 120"/>
                <a:gd name="T41" fmla="*/ 17 h 37"/>
                <a:gd name="T42" fmla="*/ 91 w 120"/>
                <a:gd name="T43" fmla="*/ 5 h 37"/>
                <a:gd name="T44" fmla="*/ 111 w 120"/>
                <a:gd name="T45" fmla="*/ 9 h 37"/>
                <a:gd name="T46" fmla="*/ 72 w 120"/>
                <a:gd name="T47" fmla="*/ 8 h 37"/>
                <a:gd name="T48" fmla="*/ 92 w 120"/>
                <a:gd name="T49" fmla="*/ 33 h 37"/>
                <a:gd name="T50" fmla="*/ 75 w 120"/>
                <a:gd name="T51" fmla="*/ 29 h 37"/>
                <a:gd name="T52" fmla="*/ 103 w 120"/>
                <a:gd name="T53" fmla="*/ 32 h 37"/>
                <a:gd name="T54" fmla="*/ 72 w 120"/>
                <a:gd name="T55" fmla="*/ 25 h 37"/>
                <a:gd name="T56" fmla="*/ 111 w 120"/>
                <a:gd name="T57" fmla="*/ 21 h 37"/>
                <a:gd name="T58" fmla="*/ 112 w 120"/>
                <a:gd name="T59" fmla="*/ 17 h 37"/>
                <a:gd name="T60" fmla="*/ 68 w 120"/>
                <a:gd name="T61" fmla="*/ 13 h 37"/>
                <a:gd name="T62" fmla="*/ 112 w 120"/>
                <a:gd name="T63" fmla="*/ 1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0" h="37">
                  <a:moveTo>
                    <a:pt x="119" y="3"/>
                  </a:moveTo>
                  <a:cubicBezTo>
                    <a:pt x="106" y="0"/>
                    <a:pt x="81" y="0"/>
                    <a:pt x="64" y="5"/>
                  </a:cubicBezTo>
                  <a:cubicBezTo>
                    <a:pt x="63" y="5"/>
                    <a:pt x="57" y="5"/>
                    <a:pt x="56" y="5"/>
                  </a:cubicBezTo>
                  <a:cubicBezTo>
                    <a:pt x="39" y="0"/>
                    <a:pt x="14" y="0"/>
                    <a:pt x="1" y="3"/>
                  </a:cubicBezTo>
                  <a:cubicBezTo>
                    <a:pt x="0" y="3"/>
                    <a:pt x="0" y="10"/>
                    <a:pt x="1" y="10"/>
                  </a:cubicBezTo>
                  <a:cubicBezTo>
                    <a:pt x="4" y="11"/>
                    <a:pt x="5" y="14"/>
                    <a:pt x="5" y="14"/>
                  </a:cubicBezTo>
                  <a:cubicBezTo>
                    <a:pt x="5" y="14"/>
                    <a:pt x="5" y="16"/>
                    <a:pt x="8" y="25"/>
                  </a:cubicBezTo>
                  <a:cubicBezTo>
                    <a:pt x="10" y="34"/>
                    <a:pt x="15" y="35"/>
                    <a:pt x="15" y="35"/>
                  </a:cubicBezTo>
                  <a:cubicBezTo>
                    <a:pt x="15" y="35"/>
                    <a:pt x="21" y="37"/>
                    <a:pt x="29" y="37"/>
                  </a:cubicBezTo>
                  <a:cubicBezTo>
                    <a:pt x="36" y="37"/>
                    <a:pt x="40" y="37"/>
                    <a:pt x="45" y="34"/>
                  </a:cubicBezTo>
                  <a:cubicBezTo>
                    <a:pt x="50" y="32"/>
                    <a:pt x="52" y="25"/>
                    <a:pt x="52" y="25"/>
                  </a:cubicBezTo>
                  <a:cubicBezTo>
                    <a:pt x="52" y="25"/>
                    <a:pt x="54" y="20"/>
                    <a:pt x="56" y="14"/>
                  </a:cubicBezTo>
                  <a:cubicBezTo>
                    <a:pt x="56" y="13"/>
                    <a:pt x="64" y="13"/>
                    <a:pt x="64" y="14"/>
                  </a:cubicBezTo>
                  <a:cubicBezTo>
                    <a:pt x="66" y="20"/>
                    <a:pt x="68" y="25"/>
                    <a:pt x="68" y="25"/>
                  </a:cubicBezTo>
                  <a:cubicBezTo>
                    <a:pt x="68" y="25"/>
                    <a:pt x="70" y="32"/>
                    <a:pt x="75" y="34"/>
                  </a:cubicBezTo>
                  <a:cubicBezTo>
                    <a:pt x="80" y="37"/>
                    <a:pt x="84" y="37"/>
                    <a:pt x="91" y="37"/>
                  </a:cubicBezTo>
                  <a:cubicBezTo>
                    <a:pt x="99" y="37"/>
                    <a:pt x="105" y="35"/>
                    <a:pt x="105" y="35"/>
                  </a:cubicBezTo>
                  <a:cubicBezTo>
                    <a:pt x="105" y="35"/>
                    <a:pt x="110" y="34"/>
                    <a:pt x="112" y="25"/>
                  </a:cubicBezTo>
                  <a:cubicBezTo>
                    <a:pt x="115" y="16"/>
                    <a:pt x="115" y="14"/>
                    <a:pt x="115" y="14"/>
                  </a:cubicBezTo>
                  <a:cubicBezTo>
                    <a:pt x="115" y="14"/>
                    <a:pt x="116" y="11"/>
                    <a:pt x="119" y="10"/>
                  </a:cubicBezTo>
                  <a:cubicBezTo>
                    <a:pt x="120" y="10"/>
                    <a:pt x="120" y="3"/>
                    <a:pt x="119" y="3"/>
                  </a:cubicBezTo>
                  <a:close/>
                  <a:moveTo>
                    <a:pt x="11" y="7"/>
                  </a:moveTo>
                  <a:cubicBezTo>
                    <a:pt x="14" y="5"/>
                    <a:pt x="25" y="5"/>
                    <a:pt x="29" y="5"/>
                  </a:cubicBezTo>
                  <a:cubicBezTo>
                    <a:pt x="33" y="5"/>
                    <a:pt x="41" y="6"/>
                    <a:pt x="48" y="8"/>
                  </a:cubicBezTo>
                  <a:cubicBezTo>
                    <a:pt x="48" y="9"/>
                    <a:pt x="49" y="9"/>
                    <a:pt x="49" y="9"/>
                  </a:cubicBezTo>
                  <a:cubicBezTo>
                    <a:pt x="9" y="9"/>
                    <a:pt x="9" y="9"/>
                    <a:pt x="9" y="9"/>
                  </a:cubicBezTo>
                  <a:cubicBezTo>
                    <a:pt x="10" y="5"/>
                    <a:pt x="10" y="8"/>
                    <a:pt x="11" y="7"/>
                  </a:cubicBezTo>
                  <a:close/>
                  <a:moveTo>
                    <a:pt x="44" y="29"/>
                  </a:moveTo>
                  <a:cubicBezTo>
                    <a:pt x="42" y="31"/>
                    <a:pt x="36" y="33"/>
                    <a:pt x="28" y="33"/>
                  </a:cubicBezTo>
                  <a:cubicBezTo>
                    <a:pt x="24" y="33"/>
                    <a:pt x="21" y="33"/>
                    <a:pt x="17" y="32"/>
                  </a:cubicBezTo>
                  <a:cubicBezTo>
                    <a:pt x="15" y="31"/>
                    <a:pt x="13" y="29"/>
                    <a:pt x="12" y="29"/>
                  </a:cubicBezTo>
                  <a:cubicBezTo>
                    <a:pt x="45" y="29"/>
                    <a:pt x="45" y="29"/>
                    <a:pt x="45" y="29"/>
                  </a:cubicBezTo>
                  <a:cubicBezTo>
                    <a:pt x="45" y="29"/>
                    <a:pt x="44" y="29"/>
                    <a:pt x="44" y="29"/>
                  </a:cubicBezTo>
                  <a:close/>
                  <a:moveTo>
                    <a:pt x="48" y="25"/>
                  </a:moveTo>
                  <a:cubicBezTo>
                    <a:pt x="10" y="25"/>
                    <a:pt x="10" y="25"/>
                    <a:pt x="10" y="25"/>
                  </a:cubicBezTo>
                  <a:cubicBezTo>
                    <a:pt x="9" y="21"/>
                    <a:pt x="9" y="21"/>
                    <a:pt x="9" y="21"/>
                  </a:cubicBezTo>
                  <a:cubicBezTo>
                    <a:pt x="50" y="21"/>
                    <a:pt x="50" y="21"/>
                    <a:pt x="50" y="21"/>
                  </a:cubicBezTo>
                  <a:cubicBezTo>
                    <a:pt x="50" y="21"/>
                    <a:pt x="49" y="21"/>
                    <a:pt x="48" y="25"/>
                  </a:cubicBezTo>
                  <a:close/>
                  <a:moveTo>
                    <a:pt x="8" y="18"/>
                  </a:moveTo>
                  <a:cubicBezTo>
                    <a:pt x="8" y="14"/>
                    <a:pt x="8" y="13"/>
                    <a:pt x="8" y="13"/>
                  </a:cubicBezTo>
                  <a:cubicBezTo>
                    <a:pt x="52" y="13"/>
                    <a:pt x="52" y="13"/>
                    <a:pt x="52" y="13"/>
                  </a:cubicBezTo>
                  <a:cubicBezTo>
                    <a:pt x="52" y="13"/>
                    <a:pt x="52" y="13"/>
                    <a:pt x="51" y="17"/>
                  </a:cubicBezTo>
                  <a:moveTo>
                    <a:pt x="72" y="8"/>
                  </a:moveTo>
                  <a:cubicBezTo>
                    <a:pt x="79" y="6"/>
                    <a:pt x="87" y="5"/>
                    <a:pt x="91" y="5"/>
                  </a:cubicBezTo>
                  <a:cubicBezTo>
                    <a:pt x="95" y="5"/>
                    <a:pt x="106" y="5"/>
                    <a:pt x="109" y="7"/>
                  </a:cubicBezTo>
                  <a:cubicBezTo>
                    <a:pt x="110" y="8"/>
                    <a:pt x="110" y="5"/>
                    <a:pt x="111" y="9"/>
                  </a:cubicBezTo>
                  <a:cubicBezTo>
                    <a:pt x="70" y="9"/>
                    <a:pt x="70" y="9"/>
                    <a:pt x="70" y="9"/>
                  </a:cubicBezTo>
                  <a:cubicBezTo>
                    <a:pt x="71" y="9"/>
                    <a:pt x="71" y="8"/>
                    <a:pt x="72" y="8"/>
                  </a:cubicBezTo>
                  <a:close/>
                  <a:moveTo>
                    <a:pt x="103" y="32"/>
                  </a:moveTo>
                  <a:cubicBezTo>
                    <a:pt x="99" y="33"/>
                    <a:pt x="96" y="33"/>
                    <a:pt x="92" y="33"/>
                  </a:cubicBezTo>
                  <a:cubicBezTo>
                    <a:pt x="84" y="33"/>
                    <a:pt x="78" y="32"/>
                    <a:pt x="76" y="30"/>
                  </a:cubicBezTo>
                  <a:cubicBezTo>
                    <a:pt x="75" y="29"/>
                    <a:pt x="75" y="29"/>
                    <a:pt x="75" y="29"/>
                  </a:cubicBezTo>
                  <a:cubicBezTo>
                    <a:pt x="108" y="29"/>
                    <a:pt x="108" y="29"/>
                    <a:pt x="108" y="29"/>
                  </a:cubicBezTo>
                  <a:cubicBezTo>
                    <a:pt x="107" y="29"/>
                    <a:pt x="105" y="31"/>
                    <a:pt x="103" y="32"/>
                  </a:cubicBezTo>
                  <a:close/>
                  <a:moveTo>
                    <a:pt x="110" y="25"/>
                  </a:moveTo>
                  <a:cubicBezTo>
                    <a:pt x="72" y="25"/>
                    <a:pt x="72" y="25"/>
                    <a:pt x="72" y="25"/>
                  </a:cubicBezTo>
                  <a:cubicBezTo>
                    <a:pt x="71" y="21"/>
                    <a:pt x="70" y="21"/>
                    <a:pt x="70" y="21"/>
                  </a:cubicBezTo>
                  <a:cubicBezTo>
                    <a:pt x="111" y="21"/>
                    <a:pt x="111" y="21"/>
                    <a:pt x="111" y="21"/>
                  </a:cubicBezTo>
                  <a:cubicBezTo>
                    <a:pt x="111" y="21"/>
                    <a:pt x="111" y="21"/>
                    <a:pt x="110" y="25"/>
                  </a:cubicBezTo>
                  <a:close/>
                  <a:moveTo>
                    <a:pt x="112" y="17"/>
                  </a:moveTo>
                  <a:cubicBezTo>
                    <a:pt x="68" y="17"/>
                    <a:pt x="68" y="17"/>
                    <a:pt x="68" y="17"/>
                  </a:cubicBezTo>
                  <a:cubicBezTo>
                    <a:pt x="68" y="13"/>
                    <a:pt x="68" y="13"/>
                    <a:pt x="68" y="13"/>
                  </a:cubicBezTo>
                  <a:cubicBezTo>
                    <a:pt x="112" y="13"/>
                    <a:pt x="112" y="13"/>
                    <a:pt x="112" y="13"/>
                  </a:cubicBezTo>
                  <a:cubicBezTo>
                    <a:pt x="112" y="13"/>
                    <a:pt x="112" y="13"/>
                    <a:pt x="112" y="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9" name="Freeform 88"/>
            <p:cNvSpPr>
              <a:spLocks noEditPoints="1"/>
            </p:cNvSpPr>
            <p:nvPr/>
          </p:nvSpPr>
          <p:spPr bwMode="auto">
            <a:xfrm>
              <a:off x="608526" y="5346643"/>
              <a:ext cx="591596" cy="437422"/>
            </a:xfrm>
            <a:custGeom>
              <a:avLst/>
              <a:gdLst>
                <a:gd name="T0" fmla="*/ 64 w 108"/>
                <a:gd name="T1" fmla="*/ 70 h 80"/>
                <a:gd name="T2" fmla="*/ 44 w 108"/>
                <a:gd name="T3" fmla="*/ 70 h 80"/>
                <a:gd name="T4" fmla="*/ 54 w 108"/>
                <a:gd name="T5" fmla="*/ 32 h 80"/>
                <a:gd name="T6" fmla="*/ 60 w 108"/>
                <a:gd name="T7" fmla="*/ 62 h 80"/>
                <a:gd name="T8" fmla="*/ 108 w 108"/>
                <a:gd name="T9" fmla="*/ 54 h 80"/>
                <a:gd name="T10" fmla="*/ 0 w 108"/>
                <a:gd name="T11" fmla="*/ 54 h 80"/>
                <a:gd name="T12" fmla="*/ 7 w 108"/>
                <a:gd name="T13" fmla="*/ 70 h 80"/>
                <a:gd name="T14" fmla="*/ 54 w 108"/>
                <a:gd name="T15" fmla="*/ 4 h 80"/>
                <a:gd name="T16" fmla="*/ 101 w 108"/>
                <a:gd name="T17" fmla="*/ 70 h 80"/>
                <a:gd name="T18" fmla="*/ 105 w 108"/>
                <a:gd name="T19" fmla="*/ 71 h 80"/>
                <a:gd name="T20" fmla="*/ 60 w 108"/>
                <a:gd name="T21" fmla="*/ 70 h 80"/>
                <a:gd name="T22" fmla="*/ 48 w 108"/>
                <a:gd name="T23" fmla="*/ 70 h 80"/>
                <a:gd name="T24" fmla="*/ 54 w 108"/>
                <a:gd name="T25" fmla="*/ 76 h 80"/>
                <a:gd name="T26" fmla="*/ 52 w 108"/>
                <a:gd name="T27" fmla="*/ 10 h 80"/>
                <a:gd name="T28" fmla="*/ 54 w 108"/>
                <a:gd name="T29" fmla="*/ 24 h 80"/>
                <a:gd name="T30" fmla="*/ 56 w 108"/>
                <a:gd name="T31" fmla="*/ 10 h 80"/>
                <a:gd name="T32" fmla="*/ 54 w 108"/>
                <a:gd name="T33" fmla="*/ 8 h 80"/>
                <a:gd name="T34" fmla="*/ 78 w 108"/>
                <a:gd name="T35" fmla="*/ 17 h 80"/>
                <a:gd name="T36" fmla="*/ 72 w 108"/>
                <a:gd name="T37" fmla="*/ 30 h 80"/>
                <a:gd name="T38" fmla="*/ 82 w 108"/>
                <a:gd name="T39" fmla="*/ 20 h 80"/>
                <a:gd name="T40" fmla="*/ 81 w 108"/>
                <a:gd name="T41" fmla="*/ 17 h 80"/>
                <a:gd name="T42" fmla="*/ 95 w 108"/>
                <a:gd name="T43" fmla="*/ 39 h 80"/>
                <a:gd name="T44" fmla="*/ 83 w 108"/>
                <a:gd name="T45" fmla="*/ 45 h 80"/>
                <a:gd name="T46" fmla="*/ 97 w 108"/>
                <a:gd name="T47" fmla="*/ 42 h 80"/>
                <a:gd name="T48" fmla="*/ 98 w 108"/>
                <a:gd name="T49" fmla="*/ 40 h 80"/>
                <a:gd name="T50" fmla="*/ 97 w 108"/>
                <a:gd name="T51" fmla="*/ 66 h 80"/>
                <a:gd name="T52" fmla="*/ 83 w 108"/>
                <a:gd name="T53" fmla="*/ 63 h 80"/>
                <a:gd name="T54" fmla="*/ 95 w 108"/>
                <a:gd name="T55" fmla="*/ 70 h 80"/>
                <a:gd name="T56" fmla="*/ 98 w 108"/>
                <a:gd name="T57" fmla="*/ 68 h 80"/>
                <a:gd name="T58" fmla="*/ 13 w 108"/>
                <a:gd name="T59" fmla="*/ 70 h 80"/>
                <a:gd name="T60" fmla="*/ 25 w 108"/>
                <a:gd name="T61" fmla="*/ 63 h 80"/>
                <a:gd name="T62" fmla="*/ 11 w 108"/>
                <a:gd name="T63" fmla="*/ 66 h 80"/>
                <a:gd name="T64" fmla="*/ 10 w 108"/>
                <a:gd name="T65" fmla="*/ 68 h 80"/>
                <a:gd name="T66" fmla="*/ 11 w 108"/>
                <a:gd name="T67" fmla="*/ 42 h 80"/>
                <a:gd name="T68" fmla="*/ 25 w 108"/>
                <a:gd name="T69" fmla="*/ 45 h 80"/>
                <a:gd name="T70" fmla="*/ 13 w 108"/>
                <a:gd name="T71" fmla="*/ 39 h 80"/>
                <a:gd name="T72" fmla="*/ 10 w 108"/>
                <a:gd name="T73" fmla="*/ 40 h 80"/>
                <a:gd name="T74" fmla="*/ 26 w 108"/>
                <a:gd name="T75" fmla="*/ 20 h 80"/>
                <a:gd name="T76" fmla="*/ 36 w 108"/>
                <a:gd name="T77" fmla="*/ 30 h 80"/>
                <a:gd name="T78" fmla="*/ 30 w 108"/>
                <a:gd name="T79" fmla="*/ 17 h 80"/>
                <a:gd name="T80" fmla="*/ 27 w 108"/>
                <a:gd name="T81" fmla="*/ 1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8" h="80">
                  <a:moveTo>
                    <a:pt x="60" y="62"/>
                  </a:moveTo>
                  <a:cubicBezTo>
                    <a:pt x="62" y="63"/>
                    <a:pt x="64" y="67"/>
                    <a:pt x="64" y="70"/>
                  </a:cubicBezTo>
                  <a:cubicBezTo>
                    <a:pt x="64" y="76"/>
                    <a:pt x="60" y="80"/>
                    <a:pt x="54" y="80"/>
                  </a:cubicBezTo>
                  <a:cubicBezTo>
                    <a:pt x="48" y="80"/>
                    <a:pt x="44" y="76"/>
                    <a:pt x="44" y="70"/>
                  </a:cubicBezTo>
                  <a:cubicBezTo>
                    <a:pt x="44" y="67"/>
                    <a:pt x="46" y="63"/>
                    <a:pt x="48" y="62"/>
                  </a:cubicBezTo>
                  <a:cubicBezTo>
                    <a:pt x="54" y="32"/>
                    <a:pt x="54" y="32"/>
                    <a:pt x="54" y="32"/>
                  </a:cubicBezTo>
                  <a:cubicBezTo>
                    <a:pt x="60" y="62"/>
                    <a:pt x="60" y="62"/>
                    <a:pt x="60" y="62"/>
                  </a:cubicBezTo>
                  <a:cubicBezTo>
                    <a:pt x="60" y="62"/>
                    <a:pt x="60" y="62"/>
                    <a:pt x="60" y="62"/>
                  </a:cubicBezTo>
                  <a:close/>
                  <a:moveTo>
                    <a:pt x="105" y="71"/>
                  </a:moveTo>
                  <a:cubicBezTo>
                    <a:pt x="107" y="66"/>
                    <a:pt x="108" y="60"/>
                    <a:pt x="108" y="54"/>
                  </a:cubicBezTo>
                  <a:cubicBezTo>
                    <a:pt x="108" y="24"/>
                    <a:pt x="84" y="0"/>
                    <a:pt x="54" y="0"/>
                  </a:cubicBezTo>
                  <a:cubicBezTo>
                    <a:pt x="24" y="0"/>
                    <a:pt x="0" y="24"/>
                    <a:pt x="0" y="54"/>
                  </a:cubicBezTo>
                  <a:cubicBezTo>
                    <a:pt x="0" y="60"/>
                    <a:pt x="1" y="66"/>
                    <a:pt x="3" y="71"/>
                  </a:cubicBezTo>
                  <a:cubicBezTo>
                    <a:pt x="7" y="70"/>
                    <a:pt x="7" y="70"/>
                    <a:pt x="7" y="70"/>
                  </a:cubicBezTo>
                  <a:cubicBezTo>
                    <a:pt x="5" y="65"/>
                    <a:pt x="4" y="60"/>
                    <a:pt x="4" y="54"/>
                  </a:cubicBezTo>
                  <a:cubicBezTo>
                    <a:pt x="4" y="26"/>
                    <a:pt x="26" y="4"/>
                    <a:pt x="54" y="4"/>
                  </a:cubicBezTo>
                  <a:cubicBezTo>
                    <a:pt x="82" y="4"/>
                    <a:pt x="104" y="26"/>
                    <a:pt x="104" y="54"/>
                  </a:cubicBezTo>
                  <a:cubicBezTo>
                    <a:pt x="104" y="60"/>
                    <a:pt x="103" y="65"/>
                    <a:pt x="101" y="70"/>
                  </a:cubicBezTo>
                  <a:cubicBezTo>
                    <a:pt x="105" y="71"/>
                    <a:pt x="105" y="71"/>
                    <a:pt x="105" y="71"/>
                  </a:cubicBezTo>
                  <a:cubicBezTo>
                    <a:pt x="105" y="71"/>
                    <a:pt x="105" y="71"/>
                    <a:pt x="105" y="71"/>
                  </a:cubicBezTo>
                  <a:close/>
                  <a:moveTo>
                    <a:pt x="54" y="76"/>
                  </a:moveTo>
                  <a:cubicBezTo>
                    <a:pt x="57" y="76"/>
                    <a:pt x="60" y="73"/>
                    <a:pt x="60" y="70"/>
                  </a:cubicBezTo>
                  <a:cubicBezTo>
                    <a:pt x="60" y="67"/>
                    <a:pt x="57" y="64"/>
                    <a:pt x="54" y="64"/>
                  </a:cubicBezTo>
                  <a:cubicBezTo>
                    <a:pt x="51" y="64"/>
                    <a:pt x="48" y="67"/>
                    <a:pt x="48" y="70"/>
                  </a:cubicBezTo>
                  <a:cubicBezTo>
                    <a:pt x="48" y="73"/>
                    <a:pt x="51" y="76"/>
                    <a:pt x="54" y="76"/>
                  </a:cubicBezTo>
                  <a:cubicBezTo>
                    <a:pt x="54" y="76"/>
                    <a:pt x="54" y="76"/>
                    <a:pt x="54" y="76"/>
                  </a:cubicBezTo>
                  <a:close/>
                  <a:moveTo>
                    <a:pt x="54" y="8"/>
                  </a:moveTo>
                  <a:cubicBezTo>
                    <a:pt x="53" y="8"/>
                    <a:pt x="52" y="9"/>
                    <a:pt x="52" y="10"/>
                  </a:cubicBezTo>
                  <a:cubicBezTo>
                    <a:pt x="52" y="22"/>
                    <a:pt x="52" y="22"/>
                    <a:pt x="52" y="22"/>
                  </a:cubicBezTo>
                  <a:cubicBezTo>
                    <a:pt x="52" y="23"/>
                    <a:pt x="53" y="24"/>
                    <a:pt x="54" y="24"/>
                  </a:cubicBezTo>
                  <a:cubicBezTo>
                    <a:pt x="55" y="24"/>
                    <a:pt x="56" y="23"/>
                    <a:pt x="56" y="22"/>
                  </a:cubicBezTo>
                  <a:cubicBezTo>
                    <a:pt x="56" y="10"/>
                    <a:pt x="56" y="10"/>
                    <a:pt x="56" y="10"/>
                  </a:cubicBezTo>
                  <a:cubicBezTo>
                    <a:pt x="56" y="9"/>
                    <a:pt x="55" y="8"/>
                    <a:pt x="54" y="8"/>
                  </a:cubicBezTo>
                  <a:cubicBezTo>
                    <a:pt x="54" y="8"/>
                    <a:pt x="54" y="8"/>
                    <a:pt x="54" y="8"/>
                  </a:cubicBezTo>
                  <a:close/>
                  <a:moveTo>
                    <a:pt x="81" y="17"/>
                  </a:moveTo>
                  <a:cubicBezTo>
                    <a:pt x="80" y="16"/>
                    <a:pt x="79" y="16"/>
                    <a:pt x="78" y="17"/>
                  </a:cubicBezTo>
                  <a:cubicBezTo>
                    <a:pt x="71" y="27"/>
                    <a:pt x="71" y="27"/>
                    <a:pt x="71" y="27"/>
                  </a:cubicBezTo>
                  <a:cubicBezTo>
                    <a:pt x="71" y="28"/>
                    <a:pt x="71" y="29"/>
                    <a:pt x="72" y="30"/>
                  </a:cubicBezTo>
                  <a:cubicBezTo>
                    <a:pt x="73" y="30"/>
                    <a:pt x="74" y="30"/>
                    <a:pt x="74" y="29"/>
                  </a:cubicBezTo>
                  <a:cubicBezTo>
                    <a:pt x="82" y="20"/>
                    <a:pt x="82" y="20"/>
                    <a:pt x="82" y="20"/>
                  </a:cubicBezTo>
                  <a:cubicBezTo>
                    <a:pt x="82" y="19"/>
                    <a:pt x="82" y="17"/>
                    <a:pt x="81" y="17"/>
                  </a:cubicBezTo>
                  <a:cubicBezTo>
                    <a:pt x="81" y="17"/>
                    <a:pt x="81" y="17"/>
                    <a:pt x="81" y="17"/>
                  </a:cubicBezTo>
                  <a:close/>
                  <a:moveTo>
                    <a:pt x="98" y="40"/>
                  </a:moveTo>
                  <a:cubicBezTo>
                    <a:pt x="97" y="39"/>
                    <a:pt x="96" y="38"/>
                    <a:pt x="95" y="39"/>
                  </a:cubicBezTo>
                  <a:cubicBezTo>
                    <a:pt x="84" y="42"/>
                    <a:pt x="84" y="42"/>
                    <a:pt x="84" y="42"/>
                  </a:cubicBezTo>
                  <a:cubicBezTo>
                    <a:pt x="83" y="43"/>
                    <a:pt x="82" y="44"/>
                    <a:pt x="83" y="45"/>
                  </a:cubicBezTo>
                  <a:cubicBezTo>
                    <a:pt x="83" y="46"/>
                    <a:pt x="84" y="46"/>
                    <a:pt x="85" y="46"/>
                  </a:cubicBezTo>
                  <a:cubicBezTo>
                    <a:pt x="97" y="42"/>
                    <a:pt x="97" y="42"/>
                    <a:pt x="97" y="42"/>
                  </a:cubicBezTo>
                  <a:cubicBezTo>
                    <a:pt x="98" y="42"/>
                    <a:pt x="98" y="41"/>
                    <a:pt x="98" y="40"/>
                  </a:cubicBezTo>
                  <a:cubicBezTo>
                    <a:pt x="98" y="40"/>
                    <a:pt x="98" y="40"/>
                    <a:pt x="98" y="40"/>
                  </a:cubicBezTo>
                  <a:close/>
                  <a:moveTo>
                    <a:pt x="98" y="68"/>
                  </a:moveTo>
                  <a:cubicBezTo>
                    <a:pt x="98" y="67"/>
                    <a:pt x="98" y="66"/>
                    <a:pt x="97" y="66"/>
                  </a:cubicBezTo>
                  <a:cubicBezTo>
                    <a:pt x="85" y="62"/>
                    <a:pt x="85" y="62"/>
                    <a:pt x="85" y="62"/>
                  </a:cubicBezTo>
                  <a:cubicBezTo>
                    <a:pt x="84" y="62"/>
                    <a:pt x="83" y="62"/>
                    <a:pt x="83" y="63"/>
                  </a:cubicBezTo>
                  <a:cubicBezTo>
                    <a:pt x="82" y="64"/>
                    <a:pt x="83" y="65"/>
                    <a:pt x="84" y="66"/>
                  </a:cubicBezTo>
                  <a:cubicBezTo>
                    <a:pt x="95" y="70"/>
                    <a:pt x="95" y="70"/>
                    <a:pt x="95" y="70"/>
                  </a:cubicBezTo>
                  <a:cubicBezTo>
                    <a:pt x="96" y="70"/>
                    <a:pt x="97" y="69"/>
                    <a:pt x="98" y="68"/>
                  </a:cubicBezTo>
                  <a:cubicBezTo>
                    <a:pt x="98" y="68"/>
                    <a:pt x="98" y="68"/>
                    <a:pt x="98" y="68"/>
                  </a:cubicBezTo>
                  <a:close/>
                  <a:moveTo>
                    <a:pt x="10" y="68"/>
                  </a:moveTo>
                  <a:cubicBezTo>
                    <a:pt x="11" y="69"/>
                    <a:pt x="12" y="70"/>
                    <a:pt x="13" y="70"/>
                  </a:cubicBezTo>
                  <a:cubicBezTo>
                    <a:pt x="24" y="66"/>
                    <a:pt x="24" y="66"/>
                    <a:pt x="24" y="66"/>
                  </a:cubicBezTo>
                  <a:cubicBezTo>
                    <a:pt x="25" y="65"/>
                    <a:pt x="26" y="64"/>
                    <a:pt x="25" y="63"/>
                  </a:cubicBezTo>
                  <a:cubicBezTo>
                    <a:pt x="25" y="62"/>
                    <a:pt x="24" y="62"/>
                    <a:pt x="23" y="62"/>
                  </a:cubicBezTo>
                  <a:cubicBezTo>
                    <a:pt x="11" y="66"/>
                    <a:pt x="11" y="66"/>
                    <a:pt x="11" y="66"/>
                  </a:cubicBezTo>
                  <a:cubicBezTo>
                    <a:pt x="10" y="66"/>
                    <a:pt x="10" y="67"/>
                    <a:pt x="10" y="68"/>
                  </a:cubicBezTo>
                  <a:cubicBezTo>
                    <a:pt x="10" y="68"/>
                    <a:pt x="10" y="68"/>
                    <a:pt x="10" y="68"/>
                  </a:cubicBezTo>
                  <a:close/>
                  <a:moveTo>
                    <a:pt x="10" y="40"/>
                  </a:moveTo>
                  <a:cubicBezTo>
                    <a:pt x="10" y="41"/>
                    <a:pt x="10" y="42"/>
                    <a:pt x="11" y="42"/>
                  </a:cubicBezTo>
                  <a:cubicBezTo>
                    <a:pt x="23" y="46"/>
                    <a:pt x="23" y="46"/>
                    <a:pt x="23" y="46"/>
                  </a:cubicBezTo>
                  <a:cubicBezTo>
                    <a:pt x="24" y="46"/>
                    <a:pt x="25" y="46"/>
                    <a:pt x="25" y="45"/>
                  </a:cubicBezTo>
                  <a:cubicBezTo>
                    <a:pt x="26" y="44"/>
                    <a:pt x="25" y="43"/>
                    <a:pt x="24" y="42"/>
                  </a:cubicBezTo>
                  <a:cubicBezTo>
                    <a:pt x="13" y="39"/>
                    <a:pt x="13" y="39"/>
                    <a:pt x="13" y="39"/>
                  </a:cubicBezTo>
                  <a:cubicBezTo>
                    <a:pt x="12" y="38"/>
                    <a:pt x="11" y="39"/>
                    <a:pt x="10" y="40"/>
                  </a:cubicBezTo>
                  <a:cubicBezTo>
                    <a:pt x="10" y="40"/>
                    <a:pt x="10" y="40"/>
                    <a:pt x="10" y="40"/>
                  </a:cubicBezTo>
                  <a:close/>
                  <a:moveTo>
                    <a:pt x="27" y="17"/>
                  </a:moveTo>
                  <a:cubicBezTo>
                    <a:pt x="26" y="17"/>
                    <a:pt x="26" y="19"/>
                    <a:pt x="26" y="20"/>
                  </a:cubicBezTo>
                  <a:cubicBezTo>
                    <a:pt x="34" y="29"/>
                    <a:pt x="34" y="29"/>
                    <a:pt x="34" y="29"/>
                  </a:cubicBezTo>
                  <a:cubicBezTo>
                    <a:pt x="34" y="30"/>
                    <a:pt x="35" y="30"/>
                    <a:pt x="36" y="30"/>
                  </a:cubicBezTo>
                  <a:cubicBezTo>
                    <a:pt x="37" y="29"/>
                    <a:pt x="37" y="28"/>
                    <a:pt x="37" y="27"/>
                  </a:cubicBezTo>
                  <a:cubicBezTo>
                    <a:pt x="30" y="17"/>
                    <a:pt x="30" y="17"/>
                    <a:pt x="30" y="17"/>
                  </a:cubicBezTo>
                  <a:cubicBezTo>
                    <a:pt x="29" y="16"/>
                    <a:pt x="28" y="16"/>
                    <a:pt x="27" y="17"/>
                  </a:cubicBezTo>
                  <a:cubicBezTo>
                    <a:pt x="27" y="17"/>
                    <a:pt x="27" y="17"/>
                    <a:pt x="27" y="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90" name="Group 89"/>
            <p:cNvGrpSpPr/>
            <p:nvPr/>
          </p:nvGrpSpPr>
          <p:grpSpPr>
            <a:xfrm>
              <a:off x="9070046" y="1524259"/>
              <a:ext cx="437424" cy="437422"/>
              <a:chOff x="6226175" y="3414032"/>
              <a:chExt cx="252413" cy="252412"/>
            </a:xfrm>
            <a:grpFill/>
          </p:grpSpPr>
          <p:sp>
            <p:nvSpPr>
              <p:cNvPr id="210" name="Freeform 209"/>
              <p:cNvSpPr>
                <a:spLocks noEditPoints="1"/>
              </p:cNvSpPr>
              <p:nvPr/>
            </p:nvSpPr>
            <p:spPr bwMode="auto">
              <a:xfrm>
                <a:off x="6226175" y="3414032"/>
                <a:ext cx="252413" cy="252412"/>
              </a:xfrm>
              <a:custGeom>
                <a:avLst/>
                <a:gdLst>
                  <a:gd name="T0" fmla="*/ 52 w 104"/>
                  <a:gd name="T1" fmla="*/ 0 h 104"/>
                  <a:gd name="T2" fmla="*/ 0 w 104"/>
                  <a:gd name="T3" fmla="*/ 52 h 104"/>
                  <a:gd name="T4" fmla="*/ 52 w 104"/>
                  <a:gd name="T5" fmla="*/ 104 h 104"/>
                  <a:gd name="T6" fmla="*/ 104 w 104"/>
                  <a:gd name="T7" fmla="*/ 52 h 104"/>
                  <a:gd name="T8" fmla="*/ 52 w 104"/>
                  <a:gd name="T9" fmla="*/ 0 h 104"/>
                  <a:gd name="T10" fmla="*/ 52 w 104"/>
                  <a:gd name="T11" fmla="*/ 100 h 104"/>
                  <a:gd name="T12" fmla="*/ 4 w 104"/>
                  <a:gd name="T13" fmla="*/ 52 h 104"/>
                  <a:gd name="T14" fmla="*/ 52 w 104"/>
                  <a:gd name="T15" fmla="*/ 4 h 104"/>
                  <a:gd name="T16" fmla="*/ 100 w 104"/>
                  <a:gd name="T17" fmla="*/ 52 h 104"/>
                  <a:gd name="T18" fmla="*/ 52 w 104"/>
                  <a:gd name="T19" fmla="*/ 10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04">
                    <a:moveTo>
                      <a:pt x="52" y="0"/>
                    </a:moveTo>
                    <a:cubicBezTo>
                      <a:pt x="23" y="0"/>
                      <a:pt x="0" y="23"/>
                      <a:pt x="0" y="52"/>
                    </a:cubicBezTo>
                    <a:cubicBezTo>
                      <a:pt x="0" y="81"/>
                      <a:pt x="23" y="104"/>
                      <a:pt x="52" y="104"/>
                    </a:cubicBezTo>
                    <a:cubicBezTo>
                      <a:pt x="81" y="104"/>
                      <a:pt x="104" y="81"/>
                      <a:pt x="104" y="52"/>
                    </a:cubicBezTo>
                    <a:cubicBezTo>
                      <a:pt x="104" y="23"/>
                      <a:pt x="81" y="0"/>
                      <a:pt x="52" y="0"/>
                    </a:cubicBezTo>
                    <a:close/>
                    <a:moveTo>
                      <a:pt x="52" y="100"/>
                    </a:moveTo>
                    <a:cubicBezTo>
                      <a:pt x="25" y="100"/>
                      <a:pt x="4" y="79"/>
                      <a:pt x="4" y="52"/>
                    </a:cubicBezTo>
                    <a:cubicBezTo>
                      <a:pt x="4" y="25"/>
                      <a:pt x="25" y="4"/>
                      <a:pt x="52" y="4"/>
                    </a:cubicBezTo>
                    <a:cubicBezTo>
                      <a:pt x="79" y="4"/>
                      <a:pt x="100" y="25"/>
                      <a:pt x="100" y="52"/>
                    </a:cubicBezTo>
                    <a:cubicBezTo>
                      <a:pt x="100" y="79"/>
                      <a:pt x="79" y="100"/>
                      <a:pt x="52"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1" name="Freeform 210"/>
              <p:cNvSpPr>
                <a:spLocks noEditPoints="1"/>
              </p:cNvSpPr>
              <p:nvPr/>
            </p:nvSpPr>
            <p:spPr bwMode="auto">
              <a:xfrm>
                <a:off x="6284913" y="3472770"/>
                <a:ext cx="134938" cy="134937"/>
              </a:xfrm>
              <a:custGeom>
                <a:avLst/>
                <a:gdLst>
                  <a:gd name="T0" fmla="*/ 0 w 56"/>
                  <a:gd name="T1" fmla="*/ 56 h 56"/>
                  <a:gd name="T2" fmla="*/ 36 w 56"/>
                  <a:gd name="T3" fmla="*/ 36 h 56"/>
                  <a:gd name="T4" fmla="*/ 56 w 56"/>
                  <a:gd name="T5" fmla="*/ 0 h 56"/>
                  <a:gd name="T6" fmla="*/ 20 w 56"/>
                  <a:gd name="T7" fmla="*/ 20 h 56"/>
                  <a:gd name="T8" fmla="*/ 0 w 56"/>
                  <a:gd name="T9" fmla="*/ 56 h 56"/>
                  <a:gd name="T10" fmla="*/ 22 w 56"/>
                  <a:gd name="T11" fmla="*/ 22 h 56"/>
                  <a:gd name="T12" fmla="*/ 34 w 56"/>
                  <a:gd name="T13" fmla="*/ 22 h 56"/>
                  <a:gd name="T14" fmla="*/ 34 w 56"/>
                  <a:gd name="T15" fmla="*/ 34 h 56"/>
                  <a:gd name="T16" fmla="*/ 22 w 56"/>
                  <a:gd name="T17" fmla="*/ 34 h 56"/>
                  <a:gd name="T18" fmla="*/ 22 w 56"/>
                  <a:gd name="T19" fmla="*/ 2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0" y="56"/>
                    </a:moveTo>
                    <a:cubicBezTo>
                      <a:pt x="0" y="56"/>
                      <a:pt x="29" y="44"/>
                      <a:pt x="36" y="36"/>
                    </a:cubicBezTo>
                    <a:cubicBezTo>
                      <a:pt x="44" y="29"/>
                      <a:pt x="56" y="0"/>
                      <a:pt x="56" y="0"/>
                    </a:cubicBezTo>
                    <a:cubicBezTo>
                      <a:pt x="56" y="0"/>
                      <a:pt x="27" y="12"/>
                      <a:pt x="20" y="20"/>
                    </a:cubicBezTo>
                    <a:cubicBezTo>
                      <a:pt x="12" y="27"/>
                      <a:pt x="0" y="56"/>
                      <a:pt x="0" y="56"/>
                    </a:cubicBezTo>
                    <a:close/>
                    <a:moveTo>
                      <a:pt x="22" y="22"/>
                    </a:moveTo>
                    <a:cubicBezTo>
                      <a:pt x="25" y="19"/>
                      <a:pt x="31" y="19"/>
                      <a:pt x="34" y="22"/>
                    </a:cubicBezTo>
                    <a:cubicBezTo>
                      <a:pt x="37" y="25"/>
                      <a:pt x="37" y="31"/>
                      <a:pt x="34" y="34"/>
                    </a:cubicBezTo>
                    <a:cubicBezTo>
                      <a:pt x="31" y="37"/>
                      <a:pt x="25" y="37"/>
                      <a:pt x="22" y="34"/>
                    </a:cubicBezTo>
                    <a:cubicBezTo>
                      <a:pt x="19" y="31"/>
                      <a:pt x="19" y="25"/>
                      <a:pt x="2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1" name="Group 90"/>
            <p:cNvGrpSpPr/>
            <p:nvPr/>
          </p:nvGrpSpPr>
          <p:grpSpPr>
            <a:xfrm>
              <a:off x="6013583" y="985854"/>
              <a:ext cx="416528" cy="416526"/>
              <a:chOff x="6821488" y="3418795"/>
              <a:chExt cx="242888" cy="242887"/>
            </a:xfrm>
            <a:grpFill/>
          </p:grpSpPr>
          <p:sp>
            <p:nvSpPr>
              <p:cNvPr id="204" name="Freeform 203"/>
              <p:cNvSpPr>
                <a:spLocks/>
              </p:cNvSpPr>
              <p:nvPr/>
            </p:nvSpPr>
            <p:spPr bwMode="auto">
              <a:xfrm>
                <a:off x="6938963" y="3602945"/>
                <a:ext cx="9525" cy="39687"/>
              </a:xfrm>
              <a:custGeom>
                <a:avLst/>
                <a:gdLst>
                  <a:gd name="T0" fmla="*/ 2 w 4"/>
                  <a:gd name="T1" fmla="*/ 0 h 16"/>
                  <a:gd name="T2" fmla="*/ 0 w 4"/>
                  <a:gd name="T3" fmla="*/ 2 h 16"/>
                  <a:gd name="T4" fmla="*/ 0 w 4"/>
                  <a:gd name="T5" fmla="*/ 14 h 16"/>
                  <a:gd name="T6" fmla="*/ 2 w 4"/>
                  <a:gd name="T7" fmla="*/ 16 h 16"/>
                  <a:gd name="T8" fmla="*/ 4 w 4"/>
                  <a:gd name="T9" fmla="*/ 14 h 16"/>
                  <a:gd name="T10" fmla="*/ 4 w 4"/>
                  <a:gd name="T11" fmla="*/ 2 h 16"/>
                  <a:gd name="T12" fmla="*/ 2 w 4"/>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0"/>
                    </a:moveTo>
                    <a:cubicBezTo>
                      <a:pt x="1" y="0"/>
                      <a:pt x="0" y="1"/>
                      <a:pt x="0" y="2"/>
                    </a:cubicBezTo>
                    <a:cubicBezTo>
                      <a:pt x="0" y="14"/>
                      <a:pt x="0" y="14"/>
                      <a:pt x="0" y="14"/>
                    </a:cubicBezTo>
                    <a:cubicBezTo>
                      <a:pt x="0" y="15"/>
                      <a:pt x="1" y="16"/>
                      <a:pt x="2" y="16"/>
                    </a:cubicBezTo>
                    <a:cubicBezTo>
                      <a:pt x="3" y="16"/>
                      <a:pt x="4" y="15"/>
                      <a:pt x="4" y="14"/>
                    </a:cubicBezTo>
                    <a:cubicBezTo>
                      <a:pt x="4" y="2"/>
                      <a:pt x="4" y="2"/>
                      <a:pt x="4" y="2"/>
                    </a:cubicBezTo>
                    <a:cubicBezTo>
                      <a:pt x="4" y="1"/>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5" name="Freeform 204"/>
              <p:cNvSpPr>
                <a:spLocks/>
              </p:cNvSpPr>
              <p:nvPr/>
            </p:nvSpPr>
            <p:spPr bwMode="auto">
              <a:xfrm>
                <a:off x="6842125" y="3536270"/>
                <a:ext cx="38100" cy="9525"/>
              </a:xfrm>
              <a:custGeom>
                <a:avLst/>
                <a:gdLst>
                  <a:gd name="T0" fmla="*/ 16 w 16"/>
                  <a:gd name="T1" fmla="*/ 2 h 4"/>
                  <a:gd name="T2" fmla="*/ 14 w 16"/>
                  <a:gd name="T3" fmla="*/ 0 h 4"/>
                  <a:gd name="T4" fmla="*/ 2 w 16"/>
                  <a:gd name="T5" fmla="*/ 0 h 4"/>
                  <a:gd name="T6" fmla="*/ 0 w 16"/>
                  <a:gd name="T7" fmla="*/ 2 h 4"/>
                  <a:gd name="T8" fmla="*/ 2 w 16"/>
                  <a:gd name="T9" fmla="*/ 4 h 4"/>
                  <a:gd name="T10" fmla="*/ 14 w 16"/>
                  <a:gd name="T11" fmla="*/ 4 h 4"/>
                  <a:gd name="T12" fmla="*/ 16 w 16"/>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6" y="2"/>
                    </a:moveTo>
                    <a:cubicBezTo>
                      <a:pt x="16" y="1"/>
                      <a:pt x="15" y="0"/>
                      <a:pt x="14" y="0"/>
                    </a:cubicBez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6" name="Freeform 205"/>
              <p:cNvSpPr>
                <a:spLocks/>
              </p:cNvSpPr>
              <p:nvPr/>
            </p:nvSpPr>
            <p:spPr bwMode="auto">
              <a:xfrm>
                <a:off x="6938963" y="3439432"/>
                <a:ext cx="9525" cy="38100"/>
              </a:xfrm>
              <a:custGeom>
                <a:avLst/>
                <a:gdLst>
                  <a:gd name="T0" fmla="*/ 2 w 4"/>
                  <a:gd name="T1" fmla="*/ 16 h 16"/>
                  <a:gd name="T2" fmla="*/ 4 w 4"/>
                  <a:gd name="T3" fmla="*/ 14 h 16"/>
                  <a:gd name="T4" fmla="*/ 4 w 4"/>
                  <a:gd name="T5" fmla="*/ 2 h 16"/>
                  <a:gd name="T6" fmla="*/ 2 w 4"/>
                  <a:gd name="T7" fmla="*/ 0 h 16"/>
                  <a:gd name="T8" fmla="*/ 0 w 4"/>
                  <a:gd name="T9" fmla="*/ 2 h 16"/>
                  <a:gd name="T10" fmla="*/ 0 w 4"/>
                  <a:gd name="T11" fmla="*/ 14 h 16"/>
                  <a:gd name="T12" fmla="*/ 2 w 4"/>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16"/>
                    </a:moveTo>
                    <a:cubicBezTo>
                      <a:pt x="3" y="16"/>
                      <a:pt x="4" y="15"/>
                      <a:pt x="4" y="14"/>
                    </a:cubicBezTo>
                    <a:cubicBezTo>
                      <a:pt x="4" y="2"/>
                      <a:pt x="4" y="2"/>
                      <a:pt x="4" y="2"/>
                    </a:cubicBezTo>
                    <a:cubicBezTo>
                      <a:pt x="4" y="1"/>
                      <a:pt x="3" y="0"/>
                      <a:pt x="2" y="0"/>
                    </a:cubicBezTo>
                    <a:cubicBezTo>
                      <a:pt x="1" y="0"/>
                      <a:pt x="0" y="1"/>
                      <a:pt x="0" y="2"/>
                    </a:cubicBezTo>
                    <a:cubicBezTo>
                      <a:pt x="0" y="14"/>
                      <a:pt x="0" y="14"/>
                      <a:pt x="0" y="14"/>
                    </a:cubicBezTo>
                    <a:cubicBezTo>
                      <a:pt x="0" y="15"/>
                      <a:pt x="1" y="16"/>
                      <a:pt x="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7" name="Freeform 206"/>
              <p:cNvSpPr>
                <a:spLocks noEditPoints="1"/>
              </p:cNvSpPr>
              <p:nvPr/>
            </p:nvSpPr>
            <p:spPr bwMode="auto">
              <a:xfrm>
                <a:off x="6821488" y="3418795"/>
                <a:ext cx="242888" cy="24288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8" name="Freeform 207"/>
              <p:cNvSpPr>
                <a:spLocks noEditPoints="1"/>
              </p:cNvSpPr>
              <p:nvPr/>
            </p:nvSpPr>
            <p:spPr bwMode="auto">
              <a:xfrm>
                <a:off x="6877050" y="3474357"/>
                <a:ext cx="131763" cy="131762"/>
              </a:xfrm>
              <a:custGeom>
                <a:avLst/>
                <a:gdLst>
                  <a:gd name="T0" fmla="*/ 20 w 54"/>
                  <a:gd name="T1" fmla="*/ 20 h 54"/>
                  <a:gd name="T2" fmla="*/ 0 w 54"/>
                  <a:gd name="T3" fmla="*/ 54 h 54"/>
                  <a:gd name="T4" fmla="*/ 34 w 54"/>
                  <a:gd name="T5" fmla="*/ 34 h 54"/>
                  <a:gd name="T6" fmla="*/ 54 w 54"/>
                  <a:gd name="T7" fmla="*/ 0 h 54"/>
                  <a:gd name="T8" fmla="*/ 20 w 54"/>
                  <a:gd name="T9" fmla="*/ 20 h 54"/>
                  <a:gd name="T10" fmla="*/ 31 w 54"/>
                  <a:gd name="T11" fmla="*/ 31 h 54"/>
                  <a:gd name="T12" fmla="*/ 23 w 54"/>
                  <a:gd name="T13" fmla="*/ 31 h 54"/>
                  <a:gd name="T14" fmla="*/ 23 w 54"/>
                  <a:gd name="T15" fmla="*/ 23 h 54"/>
                  <a:gd name="T16" fmla="*/ 31 w 54"/>
                  <a:gd name="T17" fmla="*/ 23 h 54"/>
                  <a:gd name="T18" fmla="*/ 31 w 54"/>
                  <a:gd name="T19"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20" y="20"/>
                    </a:moveTo>
                    <a:cubicBezTo>
                      <a:pt x="13" y="27"/>
                      <a:pt x="0" y="54"/>
                      <a:pt x="0" y="54"/>
                    </a:cubicBezTo>
                    <a:cubicBezTo>
                      <a:pt x="0" y="54"/>
                      <a:pt x="27" y="41"/>
                      <a:pt x="34" y="34"/>
                    </a:cubicBezTo>
                    <a:cubicBezTo>
                      <a:pt x="41" y="27"/>
                      <a:pt x="54" y="0"/>
                      <a:pt x="54" y="0"/>
                    </a:cubicBezTo>
                    <a:cubicBezTo>
                      <a:pt x="54" y="0"/>
                      <a:pt x="27" y="13"/>
                      <a:pt x="20" y="20"/>
                    </a:cubicBezTo>
                    <a:close/>
                    <a:moveTo>
                      <a:pt x="31" y="31"/>
                    </a:moveTo>
                    <a:cubicBezTo>
                      <a:pt x="29" y="34"/>
                      <a:pt x="25" y="34"/>
                      <a:pt x="23" y="31"/>
                    </a:cubicBezTo>
                    <a:cubicBezTo>
                      <a:pt x="20" y="29"/>
                      <a:pt x="20" y="25"/>
                      <a:pt x="23" y="23"/>
                    </a:cubicBezTo>
                    <a:cubicBezTo>
                      <a:pt x="25" y="20"/>
                      <a:pt x="29" y="20"/>
                      <a:pt x="31" y="23"/>
                    </a:cubicBezTo>
                    <a:cubicBezTo>
                      <a:pt x="34" y="25"/>
                      <a:pt x="34" y="29"/>
                      <a:pt x="3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9" name="Freeform 208"/>
              <p:cNvSpPr>
                <a:spLocks/>
              </p:cNvSpPr>
              <p:nvPr/>
            </p:nvSpPr>
            <p:spPr bwMode="auto">
              <a:xfrm>
                <a:off x="7005638" y="3536270"/>
                <a:ext cx="39688" cy="9525"/>
              </a:xfrm>
              <a:custGeom>
                <a:avLst/>
                <a:gdLst>
                  <a:gd name="T0" fmla="*/ 14 w 16"/>
                  <a:gd name="T1" fmla="*/ 0 h 4"/>
                  <a:gd name="T2" fmla="*/ 2 w 16"/>
                  <a:gd name="T3" fmla="*/ 0 h 4"/>
                  <a:gd name="T4" fmla="*/ 0 w 16"/>
                  <a:gd name="T5" fmla="*/ 2 h 4"/>
                  <a:gd name="T6" fmla="*/ 2 w 16"/>
                  <a:gd name="T7" fmla="*/ 4 h 4"/>
                  <a:gd name="T8" fmla="*/ 14 w 16"/>
                  <a:gd name="T9" fmla="*/ 4 h 4"/>
                  <a:gd name="T10" fmla="*/ 16 w 16"/>
                  <a:gd name="T11" fmla="*/ 2 h 4"/>
                  <a:gd name="T12" fmla="*/ 14 w 1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4" y="0"/>
                    </a:move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ubicBezTo>
                      <a:pt x="16" y="1"/>
                      <a:pt x="15" y="0"/>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2" name="Group 91"/>
            <p:cNvGrpSpPr/>
            <p:nvPr/>
          </p:nvGrpSpPr>
          <p:grpSpPr>
            <a:xfrm>
              <a:off x="267594" y="2520469"/>
              <a:ext cx="461863" cy="461861"/>
              <a:chOff x="7412038" y="3215595"/>
              <a:chExt cx="242888" cy="242887"/>
            </a:xfrm>
            <a:grpFill/>
          </p:grpSpPr>
          <p:sp>
            <p:nvSpPr>
              <p:cNvPr id="198" name="Freeform 197"/>
              <p:cNvSpPr>
                <a:spLocks/>
              </p:cNvSpPr>
              <p:nvPr/>
            </p:nvSpPr>
            <p:spPr bwMode="auto">
              <a:xfrm>
                <a:off x="7527925" y="3399745"/>
                <a:ext cx="9525" cy="39687"/>
              </a:xfrm>
              <a:custGeom>
                <a:avLst/>
                <a:gdLst>
                  <a:gd name="T0" fmla="*/ 2 w 4"/>
                  <a:gd name="T1" fmla="*/ 0 h 16"/>
                  <a:gd name="T2" fmla="*/ 0 w 4"/>
                  <a:gd name="T3" fmla="*/ 2 h 16"/>
                  <a:gd name="T4" fmla="*/ 0 w 4"/>
                  <a:gd name="T5" fmla="*/ 14 h 16"/>
                  <a:gd name="T6" fmla="*/ 2 w 4"/>
                  <a:gd name="T7" fmla="*/ 16 h 16"/>
                  <a:gd name="T8" fmla="*/ 4 w 4"/>
                  <a:gd name="T9" fmla="*/ 14 h 16"/>
                  <a:gd name="T10" fmla="*/ 4 w 4"/>
                  <a:gd name="T11" fmla="*/ 2 h 16"/>
                  <a:gd name="T12" fmla="*/ 2 w 4"/>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0"/>
                    </a:moveTo>
                    <a:cubicBezTo>
                      <a:pt x="1" y="0"/>
                      <a:pt x="0" y="1"/>
                      <a:pt x="0" y="2"/>
                    </a:cubicBezTo>
                    <a:cubicBezTo>
                      <a:pt x="0" y="14"/>
                      <a:pt x="0" y="14"/>
                      <a:pt x="0" y="14"/>
                    </a:cubicBezTo>
                    <a:cubicBezTo>
                      <a:pt x="0" y="15"/>
                      <a:pt x="1" y="16"/>
                      <a:pt x="2" y="16"/>
                    </a:cubicBezTo>
                    <a:cubicBezTo>
                      <a:pt x="3" y="16"/>
                      <a:pt x="4" y="15"/>
                      <a:pt x="4" y="14"/>
                    </a:cubicBezTo>
                    <a:cubicBezTo>
                      <a:pt x="4" y="2"/>
                      <a:pt x="4" y="2"/>
                      <a:pt x="4" y="2"/>
                    </a:cubicBezTo>
                    <a:cubicBezTo>
                      <a:pt x="4" y="1"/>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9" name="Freeform 198"/>
              <p:cNvSpPr>
                <a:spLocks/>
              </p:cNvSpPr>
              <p:nvPr/>
            </p:nvSpPr>
            <p:spPr bwMode="auto">
              <a:xfrm>
                <a:off x="7527925" y="3234645"/>
                <a:ext cx="9525" cy="39687"/>
              </a:xfrm>
              <a:custGeom>
                <a:avLst/>
                <a:gdLst>
                  <a:gd name="T0" fmla="*/ 2 w 4"/>
                  <a:gd name="T1" fmla="*/ 16 h 16"/>
                  <a:gd name="T2" fmla="*/ 4 w 4"/>
                  <a:gd name="T3" fmla="*/ 14 h 16"/>
                  <a:gd name="T4" fmla="*/ 4 w 4"/>
                  <a:gd name="T5" fmla="*/ 2 h 16"/>
                  <a:gd name="T6" fmla="*/ 2 w 4"/>
                  <a:gd name="T7" fmla="*/ 0 h 16"/>
                  <a:gd name="T8" fmla="*/ 0 w 4"/>
                  <a:gd name="T9" fmla="*/ 2 h 16"/>
                  <a:gd name="T10" fmla="*/ 0 w 4"/>
                  <a:gd name="T11" fmla="*/ 14 h 16"/>
                  <a:gd name="T12" fmla="*/ 2 w 4"/>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16"/>
                    </a:moveTo>
                    <a:cubicBezTo>
                      <a:pt x="3" y="16"/>
                      <a:pt x="4" y="15"/>
                      <a:pt x="4" y="14"/>
                    </a:cubicBezTo>
                    <a:cubicBezTo>
                      <a:pt x="4" y="2"/>
                      <a:pt x="4" y="2"/>
                      <a:pt x="4" y="2"/>
                    </a:cubicBezTo>
                    <a:cubicBezTo>
                      <a:pt x="4" y="1"/>
                      <a:pt x="3" y="0"/>
                      <a:pt x="2" y="0"/>
                    </a:cubicBezTo>
                    <a:cubicBezTo>
                      <a:pt x="1" y="0"/>
                      <a:pt x="0" y="1"/>
                      <a:pt x="0" y="2"/>
                    </a:cubicBezTo>
                    <a:cubicBezTo>
                      <a:pt x="0" y="14"/>
                      <a:pt x="0" y="14"/>
                      <a:pt x="0" y="14"/>
                    </a:cubicBezTo>
                    <a:cubicBezTo>
                      <a:pt x="0" y="15"/>
                      <a:pt x="1" y="16"/>
                      <a:pt x="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0" name="Freeform 199"/>
              <p:cNvSpPr>
                <a:spLocks/>
              </p:cNvSpPr>
              <p:nvPr/>
            </p:nvSpPr>
            <p:spPr bwMode="auto">
              <a:xfrm>
                <a:off x="7431088" y="3331482"/>
                <a:ext cx="39688" cy="11112"/>
              </a:xfrm>
              <a:custGeom>
                <a:avLst/>
                <a:gdLst>
                  <a:gd name="T0" fmla="*/ 16 w 16"/>
                  <a:gd name="T1" fmla="*/ 2 h 4"/>
                  <a:gd name="T2" fmla="*/ 14 w 16"/>
                  <a:gd name="T3" fmla="*/ 0 h 4"/>
                  <a:gd name="T4" fmla="*/ 2 w 16"/>
                  <a:gd name="T5" fmla="*/ 0 h 4"/>
                  <a:gd name="T6" fmla="*/ 0 w 16"/>
                  <a:gd name="T7" fmla="*/ 2 h 4"/>
                  <a:gd name="T8" fmla="*/ 2 w 16"/>
                  <a:gd name="T9" fmla="*/ 4 h 4"/>
                  <a:gd name="T10" fmla="*/ 14 w 16"/>
                  <a:gd name="T11" fmla="*/ 4 h 4"/>
                  <a:gd name="T12" fmla="*/ 16 w 16"/>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6" y="2"/>
                    </a:moveTo>
                    <a:cubicBezTo>
                      <a:pt x="16" y="1"/>
                      <a:pt x="15" y="0"/>
                      <a:pt x="14" y="0"/>
                    </a:cubicBez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1" name="Freeform 200"/>
              <p:cNvSpPr>
                <a:spLocks noEditPoints="1"/>
              </p:cNvSpPr>
              <p:nvPr/>
            </p:nvSpPr>
            <p:spPr bwMode="auto">
              <a:xfrm>
                <a:off x="7467600" y="3271157"/>
                <a:ext cx="131763" cy="131762"/>
              </a:xfrm>
              <a:custGeom>
                <a:avLst/>
                <a:gdLst>
                  <a:gd name="T0" fmla="*/ 20 w 54"/>
                  <a:gd name="T1" fmla="*/ 20 h 54"/>
                  <a:gd name="T2" fmla="*/ 0 w 54"/>
                  <a:gd name="T3" fmla="*/ 54 h 54"/>
                  <a:gd name="T4" fmla="*/ 34 w 54"/>
                  <a:gd name="T5" fmla="*/ 34 h 54"/>
                  <a:gd name="T6" fmla="*/ 54 w 54"/>
                  <a:gd name="T7" fmla="*/ 0 h 54"/>
                  <a:gd name="T8" fmla="*/ 20 w 54"/>
                  <a:gd name="T9" fmla="*/ 20 h 54"/>
                  <a:gd name="T10" fmla="*/ 9 w 54"/>
                  <a:gd name="T11" fmla="*/ 45 h 54"/>
                  <a:gd name="T12" fmla="*/ 23 w 54"/>
                  <a:gd name="T13" fmla="*/ 23 h 54"/>
                  <a:gd name="T14" fmla="*/ 31 w 54"/>
                  <a:gd name="T15" fmla="*/ 31 h 54"/>
                  <a:gd name="T16" fmla="*/ 9 w 54"/>
                  <a:gd name="T17"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20" y="20"/>
                    </a:moveTo>
                    <a:cubicBezTo>
                      <a:pt x="13" y="27"/>
                      <a:pt x="0" y="54"/>
                      <a:pt x="0" y="54"/>
                    </a:cubicBezTo>
                    <a:cubicBezTo>
                      <a:pt x="0" y="54"/>
                      <a:pt x="27" y="41"/>
                      <a:pt x="34" y="34"/>
                    </a:cubicBezTo>
                    <a:cubicBezTo>
                      <a:pt x="41" y="27"/>
                      <a:pt x="54" y="0"/>
                      <a:pt x="54" y="0"/>
                    </a:cubicBezTo>
                    <a:cubicBezTo>
                      <a:pt x="54" y="0"/>
                      <a:pt x="27" y="13"/>
                      <a:pt x="20" y="20"/>
                    </a:cubicBezTo>
                    <a:close/>
                    <a:moveTo>
                      <a:pt x="9" y="45"/>
                    </a:moveTo>
                    <a:cubicBezTo>
                      <a:pt x="9" y="45"/>
                      <a:pt x="18" y="27"/>
                      <a:pt x="23" y="23"/>
                    </a:cubicBezTo>
                    <a:cubicBezTo>
                      <a:pt x="31" y="31"/>
                      <a:pt x="31" y="31"/>
                      <a:pt x="31" y="31"/>
                    </a:cubicBezTo>
                    <a:cubicBezTo>
                      <a:pt x="27" y="36"/>
                      <a:pt x="9" y="45"/>
                      <a:pt x="9"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2" name="Freeform 201"/>
              <p:cNvSpPr>
                <a:spLocks/>
              </p:cNvSpPr>
              <p:nvPr/>
            </p:nvSpPr>
            <p:spPr bwMode="auto">
              <a:xfrm>
                <a:off x="7596188" y="3331482"/>
                <a:ext cx="38100" cy="11112"/>
              </a:xfrm>
              <a:custGeom>
                <a:avLst/>
                <a:gdLst>
                  <a:gd name="T0" fmla="*/ 14 w 16"/>
                  <a:gd name="T1" fmla="*/ 0 h 4"/>
                  <a:gd name="T2" fmla="*/ 2 w 16"/>
                  <a:gd name="T3" fmla="*/ 0 h 4"/>
                  <a:gd name="T4" fmla="*/ 0 w 16"/>
                  <a:gd name="T5" fmla="*/ 2 h 4"/>
                  <a:gd name="T6" fmla="*/ 2 w 16"/>
                  <a:gd name="T7" fmla="*/ 4 h 4"/>
                  <a:gd name="T8" fmla="*/ 14 w 16"/>
                  <a:gd name="T9" fmla="*/ 4 h 4"/>
                  <a:gd name="T10" fmla="*/ 16 w 16"/>
                  <a:gd name="T11" fmla="*/ 2 h 4"/>
                  <a:gd name="T12" fmla="*/ 14 w 1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4" y="0"/>
                    </a:move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ubicBezTo>
                      <a:pt x="16" y="1"/>
                      <a:pt x="15" y="0"/>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3" name="Freeform 202"/>
              <p:cNvSpPr>
                <a:spLocks noEditPoints="1"/>
              </p:cNvSpPr>
              <p:nvPr/>
            </p:nvSpPr>
            <p:spPr bwMode="auto">
              <a:xfrm>
                <a:off x="7412038" y="3215595"/>
                <a:ext cx="242888" cy="24288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3" name="Group 92"/>
            <p:cNvGrpSpPr/>
            <p:nvPr/>
          </p:nvGrpSpPr>
          <p:grpSpPr>
            <a:xfrm>
              <a:off x="3670301" y="5425487"/>
              <a:ext cx="252413" cy="252412"/>
              <a:chOff x="8002588" y="3414032"/>
              <a:chExt cx="252413" cy="252412"/>
            </a:xfrm>
            <a:grpFill/>
          </p:grpSpPr>
          <p:sp>
            <p:nvSpPr>
              <p:cNvPr id="196" name="Freeform 195"/>
              <p:cNvSpPr>
                <a:spLocks noEditPoints="1"/>
              </p:cNvSpPr>
              <p:nvPr/>
            </p:nvSpPr>
            <p:spPr bwMode="auto">
              <a:xfrm>
                <a:off x="8061325" y="3472770"/>
                <a:ext cx="134938" cy="134937"/>
              </a:xfrm>
              <a:custGeom>
                <a:avLst/>
                <a:gdLst>
                  <a:gd name="T0" fmla="*/ 0 w 56"/>
                  <a:gd name="T1" fmla="*/ 56 h 56"/>
                  <a:gd name="T2" fmla="*/ 36 w 56"/>
                  <a:gd name="T3" fmla="*/ 36 h 56"/>
                  <a:gd name="T4" fmla="*/ 56 w 56"/>
                  <a:gd name="T5" fmla="*/ 0 h 56"/>
                  <a:gd name="T6" fmla="*/ 20 w 56"/>
                  <a:gd name="T7" fmla="*/ 20 h 56"/>
                  <a:gd name="T8" fmla="*/ 0 w 56"/>
                  <a:gd name="T9" fmla="*/ 56 h 56"/>
                  <a:gd name="T10" fmla="*/ 34 w 56"/>
                  <a:gd name="T11" fmla="*/ 34 h 56"/>
                  <a:gd name="T12" fmla="*/ 8 w 56"/>
                  <a:gd name="T13" fmla="*/ 48 h 56"/>
                  <a:gd name="T14" fmla="*/ 22 w 56"/>
                  <a:gd name="T15" fmla="*/ 22 h 56"/>
                  <a:gd name="T16" fmla="*/ 34 w 56"/>
                  <a:gd name="T17" fmla="*/ 3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6">
                    <a:moveTo>
                      <a:pt x="0" y="56"/>
                    </a:moveTo>
                    <a:cubicBezTo>
                      <a:pt x="0" y="56"/>
                      <a:pt x="29" y="44"/>
                      <a:pt x="36" y="36"/>
                    </a:cubicBezTo>
                    <a:cubicBezTo>
                      <a:pt x="44" y="29"/>
                      <a:pt x="56" y="0"/>
                      <a:pt x="56" y="0"/>
                    </a:cubicBezTo>
                    <a:cubicBezTo>
                      <a:pt x="56" y="0"/>
                      <a:pt x="27" y="12"/>
                      <a:pt x="20" y="20"/>
                    </a:cubicBezTo>
                    <a:cubicBezTo>
                      <a:pt x="12" y="27"/>
                      <a:pt x="0" y="56"/>
                      <a:pt x="0" y="56"/>
                    </a:cubicBezTo>
                    <a:close/>
                    <a:moveTo>
                      <a:pt x="34" y="34"/>
                    </a:moveTo>
                    <a:cubicBezTo>
                      <a:pt x="28" y="39"/>
                      <a:pt x="8" y="48"/>
                      <a:pt x="8" y="48"/>
                    </a:cubicBezTo>
                    <a:cubicBezTo>
                      <a:pt x="8" y="48"/>
                      <a:pt x="17" y="28"/>
                      <a:pt x="22" y="22"/>
                    </a:cubicBezTo>
                    <a:lnTo>
                      <a:pt x="3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7" name="Freeform 196"/>
              <p:cNvSpPr>
                <a:spLocks noEditPoints="1"/>
              </p:cNvSpPr>
              <p:nvPr/>
            </p:nvSpPr>
            <p:spPr bwMode="auto">
              <a:xfrm>
                <a:off x="8002588" y="3414032"/>
                <a:ext cx="252413" cy="252412"/>
              </a:xfrm>
              <a:custGeom>
                <a:avLst/>
                <a:gdLst>
                  <a:gd name="T0" fmla="*/ 52 w 104"/>
                  <a:gd name="T1" fmla="*/ 0 h 104"/>
                  <a:gd name="T2" fmla="*/ 0 w 104"/>
                  <a:gd name="T3" fmla="*/ 52 h 104"/>
                  <a:gd name="T4" fmla="*/ 52 w 104"/>
                  <a:gd name="T5" fmla="*/ 104 h 104"/>
                  <a:gd name="T6" fmla="*/ 104 w 104"/>
                  <a:gd name="T7" fmla="*/ 52 h 104"/>
                  <a:gd name="T8" fmla="*/ 52 w 104"/>
                  <a:gd name="T9" fmla="*/ 0 h 104"/>
                  <a:gd name="T10" fmla="*/ 52 w 104"/>
                  <a:gd name="T11" fmla="*/ 100 h 104"/>
                  <a:gd name="T12" fmla="*/ 4 w 104"/>
                  <a:gd name="T13" fmla="*/ 52 h 104"/>
                  <a:gd name="T14" fmla="*/ 52 w 104"/>
                  <a:gd name="T15" fmla="*/ 4 h 104"/>
                  <a:gd name="T16" fmla="*/ 100 w 104"/>
                  <a:gd name="T17" fmla="*/ 52 h 104"/>
                  <a:gd name="T18" fmla="*/ 52 w 104"/>
                  <a:gd name="T19" fmla="*/ 10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04">
                    <a:moveTo>
                      <a:pt x="52" y="0"/>
                    </a:moveTo>
                    <a:cubicBezTo>
                      <a:pt x="23" y="0"/>
                      <a:pt x="0" y="23"/>
                      <a:pt x="0" y="52"/>
                    </a:cubicBezTo>
                    <a:cubicBezTo>
                      <a:pt x="0" y="81"/>
                      <a:pt x="23" y="104"/>
                      <a:pt x="52" y="104"/>
                    </a:cubicBezTo>
                    <a:cubicBezTo>
                      <a:pt x="81" y="104"/>
                      <a:pt x="104" y="81"/>
                      <a:pt x="104" y="52"/>
                    </a:cubicBezTo>
                    <a:cubicBezTo>
                      <a:pt x="104" y="23"/>
                      <a:pt x="81" y="0"/>
                      <a:pt x="52" y="0"/>
                    </a:cubicBezTo>
                    <a:close/>
                    <a:moveTo>
                      <a:pt x="52" y="100"/>
                    </a:moveTo>
                    <a:cubicBezTo>
                      <a:pt x="25" y="100"/>
                      <a:pt x="4" y="79"/>
                      <a:pt x="4" y="52"/>
                    </a:cubicBezTo>
                    <a:cubicBezTo>
                      <a:pt x="4" y="25"/>
                      <a:pt x="25" y="4"/>
                      <a:pt x="52" y="4"/>
                    </a:cubicBezTo>
                    <a:cubicBezTo>
                      <a:pt x="79" y="4"/>
                      <a:pt x="100" y="25"/>
                      <a:pt x="100" y="52"/>
                    </a:cubicBezTo>
                    <a:cubicBezTo>
                      <a:pt x="100" y="79"/>
                      <a:pt x="79" y="100"/>
                      <a:pt x="52"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94" name="Freeform 93"/>
            <p:cNvSpPr>
              <a:spLocks noEditPoints="1"/>
            </p:cNvSpPr>
            <p:nvPr/>
          </p:nvSpPr>
          <p:spPr bwMode="auto">
            <a:xfrm>
              <a:off x="2311353" y="91494"/>
              <a:ext cx="357204" cy="357204"/>
            </a:xfrm>
            <a:custGeom>
              <a:avLst/>
              <a:gdLst>
                <a:gd name="T0" fmla="*/ 68 w 84"/>
                <a:gd name="T1" fmla="*/ 0 h 84"/>
                <a:gd name="T2" fmla="*/ 66 w 84"/>
                <a:gd name="T3" fmla="*/ 0 h 84"/>
                <a:gd name="T4" fmla="*/ 16 w 84"/>
                <a:gd name="T5" fmla="*/ 0 h 84"/>
                <a:gd name="T6" fmla="*/ 0 w 84"/>
                <a:gd name="T7" fmla="*/ 0 h 84"/>
                <a:gd name="T8" fmla="*/ 16 w 84"/>
                <a:gd name="T9" fmla="*/ 36 h 84"/>
                <a:gd name="T10" fmla="*/ 16 w 84"/>
                <a:gd name="T11" fmla="*/ 36 h 84"/>
                <a:gd name="T12" fmla="*/ 40 w 84"/>
                <a:gd name="T13" fmla="*/ 60 h 84"/>
                <a:gd name="T14" fmla="*/ 40 w 84"/>
                <a:gd name="T15" fmla="*/ 80 h 84"/>
                <a:gd name="T16" fmla="*/ 24 w 84"/>
                <a:gd name="T17" fmla="*/ 80 h 84"/>
                <a:gd name="T18" fmla="*/ 24 w 84"/>
                <a:gd name="T19" fmla="*/ 84 h 84"/>
                <a:gd name="T20" fmla="*/ 60 w 84"/>
                <a:gd name="T21" fmla="*/ 84 h 84"/>
                <a:gd name="T22" fmla="*/ 60 w 84"/>
                <a:gd name="T23" fmla="*/ 80 h 84"/>
                <a:gd name="T24" fmla="*/ 44 w 84"/>
                <a:gd name="T25" fmla="*/ 80 h 84"/>
                <a:gd name="T26" fmla="*/ 44 w 84"/>
                <a:gd name="T27" fmla="*/ 60 h 84"/>
                <a:gd name="T28" fmla="*/ 68 w 84"/>
                <a:gd name="T29" fmla="*/ 36 h 84"/>
                <a:gd name="T30" fmla="*/ 68 w 84"/>
                <a:gd name="T31" fmla="*/ 36 h 84"/>
                <a:gd name="T32" fmla="*/ 84 w 84"/>
                <a:gd name="T33" fmla="*/ 0 h 84"/>
                <a:gd name="T34" fmla="*/ 68 w 84"/>
                <a:gd name="T35" fmla="*/ 0 h 84"/>
                <a:gd name="T36" fmla="*/ 16 w 84"/>
                <a:gd name="T37" fmla="*/ 32 h 84"/>
                <a:gd name="T38" fmla="*/ 4 w 84"/>
                <a:gd name="T39" fmla="*/ 4 h 84"/>
                <a:gd name="T40" fmla="*/ 16 w 84"/>
                <a:gd name="T41" fmla="*/ 4 h 84"/>
                <a:gd name="T42" fmla="*/ 16 w 84"/>
                <a:gd name="T43" fmla="*/ 32 h 84"/>
                <a:gd name="T44" fmla="*/ 64 w 84"/>
                <a:gd name="T45" fmla="*/ 36 h 84"/>
                <a:gd name="T46" fmla="*/ 44 w 84"/>
                <a:gd name="T47" fmla="*/ 56 h 84"/>
                <a:gd name="T48" fmla="*/ 40 w 84"/>
                <a:gd name="T49" fmla="*/ 56 h 84"/>
                <a:gd name="T50" fmla="*/ 20 w 84"/>
                <a:gd name="T51" fmla="*/ 36 h 84"/>
                <a:gd name="T52" fmla="*/ 20 w 84"/>
                <a:gd name="T53" fmla="*/ 4 h 84"/>
                <a:gd name="T54" fmla="*/ 64 w 84"/>
                <a:gd name="T55" fmla="*/ 4 h 84"/>
                <a:gd name="T56" fmla="*/ 64 w 84"/>
                <a:gd name="T57" fmla="*/ 36 h 84"/>
                <a:gd name="T58" fmla="*/ 68 w 84"/>
                <a:gd name="T59" fmla="*/ 32 h 84"/>
                <a:gd name="T60" fmla="*/ 68 w 84"/>
                <a:gd name="T61" fmla="*/ 4 h 84"/>
                <a:gd name="T62" fmla="*/ 80 w 84"/>
                <a:gd name="T63" fmla="*/ 4 h 84"/>
                <a:gd name="T64" fmla="*/ 68 w 84"/>
                <a:gd name="T65" fmla="*/ 3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4" h="84">
                  <a:moveTo>
                    <a:pt x="68" y="0"/>
                  </a:moveTo>
                  <a:cubicBezTo>
                    <a:pt x="66" y="0"/>
                    <a:pt x="66" y="0"/>
                    <a:pt x="66" y="0"/>
                  </a:cubicBezTo>
                  <a:cubicBezTo>
                    <a:pt x="16" y="0"/>
                    <a:pt x="16" y="0"/>
                    <a:pt x="16" y="0"/>
                  </a:cubicBezTo>
                  <a:cubicBezTo>
                    <a:pt x="0" y="0"/>
                    <a:pt x="0" y="0"/>
                    <a:pt x="0" y="0"/>
                  </a:cubicBezTo>
                  <a:cubicBezTo>
                    <a:pt x="0" y="0"/>
                    <a:pt x="2" y="30"/>
                    <a:pt x="16" y="36"/>
                  </a:cubicBezTo>
                  <a:cubicBezTo>
                    <a:pt x="16" y="36"/>
                    <a:pt x="16" y="36"/>
                    <a:pt x="16" y="36"/>
                  </a:cubicBezTo>
                  <a:cubicBezTo>
                    <a:pt x="16" y="49"/>
                    <a:pt x="27" y="60"/>
                    <a:pt x="40" y="60"/>
                  </a:cubicBezTo>
                  <a:cubicBezTo>
                    <a:pt x="40" y="80"/>
                    <a:pt x="40" y="80"/>
                    <a:pt x="40" y="80"/>
                  </a:cubicBezTo>
                  <a:cubicBezTo>
                    <a:pt x="24" y="80"/>
                    <a:pt x="24" y="80"/>
                    <a:pt x="24" y="80"/>
                  </a:cubicBezTo>
                  <a:cubicBezTo>
                    <a:pt x="24" y="84"/>
                    <a:pt x="24" y="84"/>
                    <a:pt x="24" y="84"/>
                  </a:cubicBezTo>
                  <a:cubicBezTo>
                    <a:pt x="60" y="84"/>
                    <a:pt x="60" y="84"/>
                    <a:pt x="60" y="84"/>
                  </a:cubicBezTo>
                  <a:cubicBezTo>
                    <a:pt x="60" y="80"/>
                    <a:pt x="60" y="80"/>
                    <a:pt x="60" y="80"/>
                  </a:cubicBezTo>
                  <a:cubicBezTo>
                    <a:pt x="44" y="80"/>
                    <a:pt x="44" y="80"/>
                    <a:pt x="44" y="80"/>
                  </a:cubicBezTo>
                  <a:cubicBezTo>
                    <a:pt x="44" y="60"/>
                    <a:pt x="44" y="60"/>
                    <a:pt x="44" y="60"/>
                  </a:cubicBezTo>
                  <a:cubicBezTo>
                    <a:pt x="57" y="60"/>
                    <a:pt x="68" y="49"/>
                    <a:pt x="68" y="36"/>
                  </a:cubicBezTo>
                  <a:cubicBezTo>
                    <a:pt x="68" y="36"/>
                    <a:pt x="68" y="36"/>
                    <a:pt x="68" y="36"/>
                  </a:cubicBezTo>
                  <a:cubicBezTo>
                    <a:pt x="82" y="30"/>
                    <a:pt x="84" y="0"/>
                    <a:pt x="84" y="0"/>
                  </a:cubicBezTo>
                  <a:lnTo>
                    <a:pt x="68" y="0"/>
                  </a:lnTo>
                  <a:close/>
                  <a:moveTo>
                    <a:pt x="16" y="32"/>
                  </a:moveTo>
                  <a:cubicBezTo>
                    <a:pt x="7" y="25"/>
                    <a:pt x="4" y="4"/>
                    <a:pt x="4" y="4"/>
                  </a:cubicBezTo>
                  <a:cubicBezTo>
                    <a:pt x="16" y="4"/>
                    <a:pt x="16" y="4"/>
                    <a:pt x="16" y="4"/>
                  </a:cubicBezTo>
                  <a:lnTo>
                    <a:pt x="16" y="32"/>
                  </a:lnTo>
                  <a:close/>
                  <a:moveTo>
                    <a:pt x="64" y="36"/>
                  </a:moveTo>
                  <a:cubicBezTo>
                    <a:pt x="64" y="47"/>
                    <a:pt x="55" y="56"/>
                    <a:pt x="44" y="56"/>
                  </a:cubicBezTo>
                  <a:cubicBezTo>
                    <a:pt x="40" y="56"/>
                    <a:pt x="40" y="56"/>
                    <a:pt x="40" y="56"/>
                  </a:cubicBezTo>
                  <a:cubicBezTo>
                    <a:pt x="29" y="56"/>
                    <a:pt x="20" y="47"/>
                    <a:pt x="20" y="36"/>
                  </a:cubicBezTo>
                  <a:cubicBezTo>
                    <a:pt x="20" y="4"/>
                    <a:pt x="20" y="4"/>
                    <a:pt x="20" y="4"/>
                  </a:cubicBezTo>
                  <a:cubicBezTo>
                    <a:pt x="64" y="4"/>
                    <a:pt x="64" y="4"/>
                    <a:pt x="64" y="4"/>
                  </a:cubicBezTo>
                  <a:lnTo>
                    <a:pt x="64" y="36"/>
                  </a:lnTo>
                  <a:close/>
                  <a:moveTo>
                    <a:pt x="68" y="32"/>
                  </a:moveTo>
                  <a:cubicBezTo>
                    <a:pt x="68" y="4"/>
                    <a:pt x="68" y="4"/>
                    <a:pt x="68" y="4"/>
                  </a:cubicBezTo>
                  <a:cubicBezTo>
                    <a:pt x="80" y="4"/>
                    <a:pt x="80" y="4"/>
                    <a:pt x="80" y="4"/>
                  </a:cubicBezTo>
                  <a:cubicBezTo>
                    <a:pt x="80" y="4"/>
                    <a:pt x="76" y="25"/>
                    <a:pt x="68"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95" name="Group 94"/>
            <p:cNvGrpSpPr/>
            <p:nvPr/>
          </p:nvGrpSpPr>
          <p:grpSpPr>
            <a:xfrm>
              <a:off x="1429935" y="5550318"/>
              <a:ext cx="454448" cy="457764"/>
              <a:chOff x="644525" y="2574925"/>
              <a:chExt cx="217488" cy="219075"/>
            </a:xfrm>
            <a:grpFill/>
          </p:grpSpPr>
          <p:sp>
            <p:nvSpPr>
              <p:cNvPr id="194" name="Freeform 193"/>
              <p:cNvSpPr>
                <a:spLocks/>
              </p:cNvSpPr>
              <p:nvPr/>
            </p:nvSpPr>
            <p:spPr bwMode="auto">
              <a:xfrm>
                <a:off x="722313" y="2606675"/>
                <a:ext cx="31750" cy="93662"/>
              </a:xfrm>
              <a:custGeom>
                <a:avLst/>
                <a:gdLst>
                  <a:gd name="T0" fmla="*/ 8 w 12"/>
                  <a:gd name="T1" fmla="*/ 36 h 36"/>
                  <a:gd name="T2" fmla="*/ 12 w 12"/>
                  <a:gd name="T3" fmla="*/ 36 h 36"/>
                  <a:gd name="T4" fmla="*/ 12 w 12"/>
                  <a:gd name="T5" fmla="*/ 0 h 36"/>
                  <a:gd name="T6" fmla="*/ 10 w 12"/>
                  <a:gd name="T7" fmla="*/ 0 h 36"/>
                  <a:gd name="T8" fmla="*/ 0 w 12"/>
                  <a:gd name="T9" fmla="*/ 6 h 36"/>
                  <a:gd name="T10" fmla="*/ 0 w 12"/>
                  <a:gd name="T11" fmla="*/ 12 h 36"/>
                  <a:gd name="T12" fmla="*/ 8 w 12"/>
                  <a:gd name="T13" fmla="*/ 12 h 36"/>
                  <a:gd name="T14" fmla="*/ 8 w 12"/>
                  <a:gd name="T15" fmla="*/ 36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36">
                    <a:moveTo>
                      <a:pt x="8" y="36"/>
                    </a:moveTo>
                    <a:cubicBezTo>
                      <a:pt x="12" y="36"/>
                      <a:pt x="12" y="36"/>
                      <a:pt x="12" y="36"/>
                    </a:cubicBezTo>
                    <a:cubicBezTo>
                      <a:pt x="12" y="0"/>
                      <a:pt x="12" y="0"/>
                      <a:pt x="12" y="0"/>
                    </a:cubicBezTo>
                    <a:cubicBezTo>
                      <a:pt x="10" y="0"/>
                      <a:pt x="10" y="0"/>
                      <a:pt x="10" y="0"/>
                    </a:cubicBezTo>
                    <a:cubicBezTo>
                      <a:pt x="10" y="4"/>
                      <a:pt x="8" y="6"/>
                      <a:pt x="0" y="6"/>
                    </a:cubicBezTo>
                    <a:cubicBezTo>
                      <a:pt x="0" y="12"/>
                      <a:pt x="0" y="12"/>
                      <a:pt x="0" y="12"/>
                    </a:cubicBezTo>
                    <a:cubicBezTo>
                      <a:pt x="8" y="12"/>
                      <a:pt x="8" y="12"/>
                      <a:pt x="8" y="12"/>
                    </a:cubicBezTo>
                    <a:lnTo>
                      <a:pt x="8"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5" name="Freeform 194"/>
              <p:cNvSpPr>
                <a:spLocks noEditPoints="1"/>
              </p:cNvSpPr>
              <p:nvPr/>
            </p:nvSpPr>
            <p:spPr bwMode="auto">
              <a:xfrm>
                <a:off x="644525" y="2574925"/>
                <a:ext cx="217488" cy="219075"/>
              </a:xfrm>
              <a:custGeom>
                <a:avLst/>
                <a:gdLst>
                  <a:gd name="T0" fmla="*/ 68 w 84"/>
                  <a:gd name="T1" fmla="*/ 0 h 84"/>
                  <a:gd name="T2" fmla="*/ 66 w 84"/>
                  <a:gd name="T3" fmla="*/ 0 h 84"/>
                  <a:gd name="T4" fmla="*/ 16 w 84"/>
                  <a:gd name="T5" fmla="*/ 0 h 84"/>
                  <a:gd name="T6" fmla="*/ 0 w 84"/>
                  <a:gd name="T7" fmla="*/ 0 h 84"/>
                  <a:gd name="T8" fmla="*/ 14 w 84"/>
                  <a:gd name="T9" fmla="*/ 34 h 84"/>
                  <a:gd name="T10" fmla="*/ 14 w 84"/>
                  <a:gd name="T11" fmla="*/ 34 h 84"/>
                  <a:gd name="T12" fmla="*/ 38 w 84"/>
                  <a:gd name="T13" fmla="*/ 58 h 84"/>
                  <a:gd name="T14" fmla="*/ 38 w 84"/>
                  <a:gd name="T15" fmla="*/ 80 h 84"/>
                  <a:gd name="T16" fmla="*/ 22 w 84"/>
                  <a:gd name="T17" fmla="*/ 80 h 84"/>
                  <a:gd name="T18" fmla="*/ 22 w 84"/>
                  <a:gd name="T19" fmla="*/ 84 h 84"/>
                  <a:gd name="T20" fmla="*/ 58 w 84"/>
                  <a:gd name="T21" fmla="*/ 84 h 84"/>
                  <a:gd name="T22" fmla="*/ 58 w 84"/>
                  <a:gd name="T23" fmla="*/ 80 h 84"/>
                  <a:gd name="T24" fmla="*/ 42 w 84"/>
                  <a:gd name="T25" fmla="*/ 80 h 84"/>
                  <a:gd name="T26" fmla="*/ 42 w 84"/>
                  <a:gd name="T27" fmla="*/ 58 h 84"/>
                  <a:gd name="T28" fmla="*/ 66 w 84"/>
                  <a:gd name="T29" fmla="*/ 34 h 84"/>
                  <a:gd name="T30" fmla="*/ 66 w 84"/>
                  <a:gd name="T31" fmla="*/ 34 h 84"/>
                  <a:gd name="T32" fmla="*/ 84 w 84"/>
                  <a:gd name="T33" fmla="*/ 0 h 84"/>
                  <a:gd name="T34" fmla="*/ 68 w 84"/>
                  <a:gd name="T35" fmla="*/ 0 h 84"/>
                  <a:gd name="T36" fmla="*/ 14 w 84"/>
                  <a:gd name="T37" fmla="*/ 30 h 84"/>
                  <a:gd name="T38" fmla="*/ 4 w 84"/>
                  <a:gd name="T39" fmla="*/ 4 h 84"/>
                  <a:gd name="T40" fmla="*/ 14 w 84"/>
                  <a:gd name="T41" fmla="*/ 4 h 84"/>
                  <a:gd name="T42" fmla="*/ 14 w 84"/>
                  <a:gd name="T43" fmla="*/ 30 h 84"/>
                  <a:gd name="T44" fmla="*/ 62 w 84"/>
                  <a:gd name="T45" fmla="*/ 34 h 84"/>
                  <a:gd name="T46" fmla="*/ 44 w 84"/>
                  <a:gd name="T47" fmla="*/ 56 h 84"/>
                  <a:gd name="T48" fmla="*/ 40 w 84"/>
                  <a:gd name="T49" fmla="*/ 56 h 84"/>
                  <a:gd name="T50" fmla="*/ 18 w 84"/>
                  <a:gd name="T51" fmla="*/ 34 h 84"/>
                  <a:gd name="T52" fmla="*/ 18 w 84"/>
                  <a:gd name="T53" fmla="*/ 4 h 84"/>
                  <a:gd name="T54" fmla="*/ 62 w 84"/>
                  <a:gd name="T55" fmla="*/ 4 h 84"/>
                  <a:gd name="T56" fmla="*/ 62 w 84"/>
                  <a:gd name="T57" fmla="*/ 34 h 84"/>
                  <a:gd name="T58" fmla="*/ 66 w 84"/>
                  <a:gd name="T59" fmla="*/ 30 h 84"/>
                  <a:gd name="T60" fmla="*/ 66 w 84"/>
                  <a:gd name="T61" fmla="*/ 4 h 84"/>
                  <a:gd name="T62" fmla="*/ 80 w 84"/>
                  <a:gd name="T63" fmla="*/ 4 h 84"/>
                  <a:gd name="T64" fmla="*/ 66 w 84"/>
                  <a:gd name="T65"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4" h="84">
                    <a:moveTo>
                      <a:pt x="68" y="0"/>
                    </a:moveTo>
                    <a:cubicBezTo>
                      <a:pt x="66" y="0"/>
                      <a:pt x="66" y="0"/>
                      <a:pt x="66" y="0"/>
                    </a:cubicBezTo>
                    <a:cubicBezTo>
                      <a:pt x="16" y="0"/>
                      <a:pt x="16" y="0"/>
                      <a:pt x="16" y="0"/>
                    </a:cubicBezTo>
                    <a:cubicBezTo>
                      <a:pt x="0" y="0"/>
                      <a:pt x="0" y="0"/>
                      <a:pt x="0" y="0"/>
                    </a:cubicBezTo>
                    <a:cubicBezTo>
                      <a:pt x="0" y="0"/>
                      <a:pt x="2" y="28"/>
                      <a:pt x="14" y="34"/>
                    </a:cubicBezTo>
                    <a:cubicBezTo>
                      <a:pt x="14" y="34"/>
                      <a:pt x="14" y="34"/>
                      <a:pt x="14" y="34"/>
                    </a:cubicBezTo>
                    <a:cubicBezTo>
                      <a:pt x="14" y="47"/>
                      <a:pt x="26" y="58"/>
                      <a:pt x="38" y="58"/>
                    </a:cubicBezTo>
                    <a:cubicBezTo>
                      <a:pt x="38" y="80"/>
                      <a:pt x="38" y="80"/>
                      <a:pt x="38" y="80"/>
                    </a:cubicBezTo>
                    <a:cubicBezTo>
                      <a:pt x="22" y="80"/>
                      <a:pt x="22" y="80"/>
                      <a:pt x="22" y="80"/>
                    </a:cubicBezTo>
                    <a:cubicBezTo>
                      <a:pt x="22" y="84"/>
                      <a:pt x="22" y="84"/>
                      <a:pt x="22" y="84"/>
                    </a:cubicBezTo>
                    <a:cubicBezTo>
                      <a:pt x="58" y="84"/>
                      <a:pt x="58" y="84"/>
                      <a:pt x="58" y="84"/>
                    </a:cubicBezTo>
                    <a:cubicBezTo>
                      <a:pt x="58" y="80"/>
                      <a:pt x="58" y="80"/>
                      <a:pt x="58" y="80"/>
                    </a:cubicBezTo>
                    <a:cubicBezTo>
                      <a:pt x="42" y="80"/>
                      <a:pt x="42" y="80"/>
                      <a:pt x="42" y="80"/>
                    </a:cubicBezTo>
                    <a:cubicBezTo>
                      <a:pt x="42" y="58"/>
                      <a:pt x="42" y="58"/>
                      <a:pt x="42" y="58"/>
                    </a:cubicBezTo>
                    <a:cubicBezTo>
                      <a:pt x="58" y="58"/>
                      <a:pt x="66" y="47"/>
                      <a:pt x="66" y="34"/>
                    </a:cubicBezTo>
                    <a:cubicBezTo>
                      <a:pt x="66" y="34"/>
                      <a:pt x="66" y="34"/>
                      <a:pt x="66" y="34"/>
                    </a:cubicBezTo>
                    <a:cubicBezTo>
                      <a:pt x="82" y="28"/>
                      <a:pt x="84" y="0"/>
                      <a:pt x="84" y="0"/>
                    </a:cubicBezTo>
                    <a:lnTo>
                      <a:pt x="68" y="0"/>
                    </a:lnTo>
                    <a:close/>
                    <a:moveTo>
                      <a:pt x="14" y="30"/>
                    </a:moveTo>
                    <a:cubicBezTo>
                      <a:pt x="6" y="23"/>
                      <a:pt x="4" y="4"/>
                      <a:pt x="4" y="4"/>
                    </a:cubicBezTo>
                    <a:cubicBezTo>
                      <a:pt x="14" y="4"/>
                      <a:pt x="14" y="4"/>
                      <a:pt x="14" y="4"/>
                    </a:cubicBezTo>
                    <a:lnTo>
                      <a:pt x="14" y="30"/>
                    </a:lnTo>
                    <a:close/>
                    <a:moveTo>
                      <a:pt x="62" y="34"/>
                    </a:moveTo>
                    <a:cubicBezTo>
                      <a:pt x="62" y="45"/>
                      <a:pt x="55" y="56"/>
                      <a:pt x="44" y="56"/>
                    </a:cubicBezTo>
                    <a:cubicBezTo>
                      <a:pt x="40" y="56"/>
                      <a:pt x="40" y="56"/>
                      <a:pt x="40" y="56"/>
                    </a:cubicBezTo>
                    <a:cubicBezTo>
                      <a:pt x="29" y="56"/>
                      <a:pt x="18" y="45"/>
                      <a:pt x="18" y="34"/>
                    </a:cubicBezTo>
                    <a:cubicBezTo>
                      <a:pt x="18" y="4"/>
                      <a:pt x="18" y="4"/>
                      <a:pt x="18" y="4"/>
                    </a:cubicBezTo>
                    <a:cubicBezTo>
                      <a:pt x="62" y="4"/>
                      <a:pt x="62" y="4"/>
                      <a:pt x="62" y="4"/>
                    </a:cubicBezTo>
                    <a:lnTo>
                      <a:pt x="62" y="34"/>
                    </a:lnTo>
                    <a:close/>
                    <a:moveTo>
                      <a:pt x="66" y="30"/>
                    </a:moveTo>
                    <a:cubicBezTo>
                      <a:pt x="66" y="4"/>
                      <a:pt x="66" y="4"/>
                      <a:pt x="66" y="4"/>
                    </a:cubicBezTo>
                    <a:cubicBezTo>
                      <a:pt x="80" y="4"/>
                      <a:pt x="80" y="4"/>
                      <a:pt x="80" y="4"/>
                    </a:cubicBezTo>
                    <a:cubicBezTo>
                      <a:pt x="80" y="4"/>
                      <a:pt x="78" y="23"/>
                      <a:pt x="6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96" name="Freeform 95"/>
            <p:cNvSpPr>
              <a:spLocks noEditPoints="1"/>
            </p:cNvSpPr>
            <p:nvPr/>
          </p:nvSpPr>
          <p:spPr bwMode="auto">
            <a:xfrm>
              <a:off x="9490404" y="5593748"/>
              <a:ext cx="503012" cy="627844"/>
            </a:xfrm>
            <a:custGeom>
              <a:avLst/>
              <a:gdLst>
                <a:gd name="T0" fmla="*/ 68 w 84"/>
                <a:gd name="T1" fmla="*/ 34 h 104"/>
                <a:gd name="T2" fmla="*/ 68 w 84"/>
                <a:gd name="T3" fmla="*/ 34 h 104"/>
                <a:gd name="T4" fmla="*/ 84 w 84"/>
                <a:gd name="T5" fmla="*/ 0 h 104"/>
                <a:gd name="T6" fmla="*/ 68 w 84"/>
                <a:gd name="T7" fmla="*/ 0 h 104"/>
                <a:gd name="T8" fmla="*/ 66 w 84"/>
                <a:gd name="T9" fmla="*/ 0 h 104"/>
                <a:gd name="T10" fmla="*/ 16 w 84"/>
                <a:gd name="T11" fmla="*/ 0 h 104"/>
                <a:gd name="T12" fmla="*/ 0 w 84"/>
                <a:gd name="T13" fmla="*/ 0 h 104"/>
                <a:gd name="T14" fmla="*/ 16 w 84"/>
                <a:gd name="T15" fmla="*/ 34 h 104"/>
                <a:gd name="T16" fmla="*/ 16 w 84"/>
                <a:gd name="T17" fmla="*/ 34 h 104"/>
                <a:gd name="T18" fmla="*/ 40 w 84"/>
                <a:gd name="T19" fmla="*/ 58 h 104"/>
                <a:gd name="T20" fmla="*/ 40 w 84"/>
                <a:gd name="T21" fmla="*/ 76 h 104"/>
                <a:gd name="T22" fmla="*/ 24 w 84"/>
                <a:gd name="T23" fmla="*/ 76 h 104"/>
                <a:gd name="T24" fmla="*/ 24 w 84"/>
                <a:gd name="T25" fmla="*/ 88 h 104"/>
                <a:gd name="T26" fmla="*/ 12 w 84"/>
                <a:gd name="T27" fmla="*/ 88 h 104"/>
                <a:gd name="T28" fmla="*/ 12 w 84"/>
                <a:gd name="T29" fmla="*/ 104 h 104"/>
                <a:gd name="T30" fmla="*/ 72 w 84"/>
                <a:gd name="T31" fmla="*/ 104 h 104"/>
                <a:gd name="T32" fmla="*/ 72 w 84"/>
                <a:gd name="T33" fmla="*/ 88 h 104"/>
                <a:gd name="T34" fmla="*/ 60 w 84"/>
                <a:gd name="T35" fmla="*/ 88 h 104"/>
                <a:gd name="T36" fmla="*/ 60 w 84"/>
                <a:gd name="T37" fmla="*/ 76 h 104"/>
                <a:gd name="T38" fmla="*/ 44 w 84"/>
                <a:gd name="T39" fmla="*/ 76 h 104"/>
                <a:gd name="T40" fmla="*/ 44 w 84"/>
                <a:gd name="T41" fmla="*/ 58 h 104"/>
                <a:gd name="T42" fmla="*/ 68 w 84"/>
                <a:gd name="T43" fmla="*/ 34 h 104"/>
                <a:gd name="T44" fmla="*/ 68 w 84"/>
                <a:gd name="T45" fmla="*/ 4 h 104"/>
                <a:gd name="T46" fmla="*/ 80 w 84"/>
                <a:gd name="T47" fmla="*/ 4 h 104"/>
                <a:gd name="T48" fmla="*/ 68 w 84"/>
                <a:gd name="T49" fmla="*/ 30 h 104"/>
                <a:gd name="T50" fmla="*/ 68 w 84"/>
                <a:gd name="T51" fmla="*/ 4 h 104"/>
                <a:gd name="T52" fmla="*/ 16 w 84"/>
                <a:gd name="T53" fmla="*/ 30 h 104"/>
                <a:gd name="T54" fmla="*/ 4 w 84"/>
                <a:gd name="T55" fmla="*/ 4 h 104"/>
                <a:gd name="T56" fmla="*/ 16 w 84"/>
                <a:gd name="T57" fmla="*/ 4 h 104"/>
                <a:gd name="T58" fmla="*/ 16 w 84"/>
                <a:gd name="T59" fmla="*/ 30 h 104"/>
                <a:gd name="T60" fmla="*/ 68 w 84"/>
                <a:gd name="T61" fmla="*/ 92 h 104"/>
                <a:gd name="T62" fmla="*/ 68 w 84"/>
                <a:gd name="T63" fmla="*/ 100 h 104"/>
                <a:gd name="T64" fmla="*/ 16 w 84"/>
                <a:gd name="T65" fmla="*/ 100 h 104"/>
                <a:gd name="T66" fmla="*/ 16 w 84"/>
                <a:gd name="T67" fmla="*/ 92 h 104"/>
                <a:gd name="T68" fmla="*/ 68 w 84"/>
                <a:gd name="T69" fmla="*/ 92 h 104"/>
                <a:gd name="T70" fmla="*/ 56 w 84"/>
                <a:gd name="T71" fmla="*/ 80 h 104"/>
                <a:gd name="T72" fmla="*/ 56 w 84"/>
                <a:gd name="T73" fmla="*/ 88 h 104"/>
                <a:gd name="T74" fmla="*/ 28 w 84"/>
                <a:gd name="T75" fmla="*/ 88 h 104"/>
                <a:gd name="T76" fmla="*/ 28 w 84"/>
                <a:gd name="T77" fmla="*/ 80 h 104"/>
                <a:gd name="T78" fmla="*/ 56 w 84"/>
                <a:gd name="T79" fmla="*/ 80 h 104"/>
                <a:gd name="T80" fmla="*/ 44 w 84"/>
                <a:gd name="T81" fmla="*/ 56 h 104"/>
                <a:gd name="T82" fmla="*/ 40 w 84"/>
                <a:gd name="T83" fmla="*/ 56 h 104"/>
                <a:gd name="T84" fmla="*/ 20 w 84"/>
                <a:gd name="T85" fmla="*/ 34 h 104"/>
                <a:gd name="T86" fmla="*/ 20 w 84"/>
                <a:gd name="T87" fmla="*/ 4 h 104"/>
                <a:gd name="T88" fmla="*/ 64 w 84"/>
                <a:gd name="T89" fmla="*/ 4 h 104"/>
                <a:gd name="T90" fmla="*/ 64 w 84"/>
                <a:gd name="T91" fmla="*/ 34 h 104"/>
                <a:gd name="T92" fmla="*/ 44 w 84"/>
                <a:gd name="T93" fmla="*/ 5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4" h="104">
                  <a:moveTo>
                    <a:pt x="68" y="34"/>
                  </a:moveTo>
                  <a:cubicBezTo>
                    <a:pt x="68" y="34"/>
                    <a:pt x="68" y="34"/>
                    <a:pt x="68" y="34"/>
                  </a:cubicBezTo>
                  <a:cubicBezTo>
                    <a:pt x="82" y="28"/>
                    <a:pt x="84" y="0"/>
                    <a:pt x="84" y="0"/>
                  </a:cubicBezTo>
                  <a:cubicBezTo>
                    <a:pt x="68" y="0"/>
                    <a:pt x="68" y="0"/>
                    <a:pt x="68" y="0"/>
                  </a:cubicBezTo>
                  <a:cubicBezTo>
                    <a:pt x="66" y="0"/>
                    <a:pt x="66" y="0"/>
                    <a:pt x="66" y="0"/>
                  </a:cubicBezTo>
                  <a:cubicBezTo>
                    <a:pt x="16" y="0"/>
                    <a:pt x="16" y="0"/>
                    <a:pt x="16" y="0"/>
                  </a:cubicBezTo>
                  <a:cubicBezTo>
                    <a:pt x="0" y="0"/>
                    <a:pt x="0" y="0"/>
                    <a:pt x="0" y="0"/>
                  </a:cubicBezTo>
                  <a:cubicBezTo>
                    <a:pt x="0" y="0"/>
                    <a:pt x="2" y="28"/>
                    <a:pt x="16" y="34"/>
                  </a:cubicBezTo>
                  <a:cubicBezTo>
                    <a:pt x="16" y="34"/>
                    <a:pt x="16" y="34"/>
                    <a:pt x="16" y="34"/>
                  </a:cubicBezTo>
                  <a:cubicBezTo>
                    <a:pt x="16" y="47"/>
                    <a:pt x="27" y="58"/>
                    <a:pt x="40" y="58"/>
                  </a:cubicBezTo>
                  <a:cubicBezTo>
                    <a:pt x="40" y="76"/>
                    <a:pt x="40" y="76"/>
                    <a:pt x="40" y="76"/>
                  </a:cubicBezTo>
                  <a:cubicBezTo>
                    <a:pt x="24" y="76"/>
                    <a:pt x="24" y="76"/>
                    <a:pt x="24" y="76"/>
                  </a:cubicBezTo>
                  <a:cubicBezTo>
                    <a:pt x="24" y="88"/>
                    <a:pt x="24" y="88"/>
                    <a:pt x="24" y="88"/>
                  </a:cubicBezTo>
                  <a:cubicBezTo>
                    <a:pt x="12" y="88"/>
                    <a:pt x="12" y="88"/>
                    <a:pt x="12" y="88"/>
                  </a:cubicBezTo>
                  <a:cubicBezTo>
                    <a:pt x="12" y="104"/>
                    <a:pt x="12" y="104"/>
                    <a:pt x="12" y="104"/>
                  </a:cubicBezTo>
                  <a:cubicBezTo>
                    <a:pt x="72" y="104"/>
                    <a:pt x="72" y="104"/>
                    <a:pt x="72" y="104"/>
                  </a:cubicBezTo>
                  <a:cubicBezTo>
                    <a:pt x="72" y="88"/>
                    <a:pt x="72" y="88"/>
                    <a:pt x="72" y="88"/>
                  </a:cubicBezTo>
                  <a:cubicBezTo>
                    <a:pt x="60" y="88"/>
                    <a:pt x="60" y="88"/>
                    <a:pt x="60" y="88"/>
                  </a:cubicBezTo>
                  <a:cubicBezTo>
                    <a:pt x="60" y="76"/>
                    <a:pt x="60" y="76"/>
                    <a:pt x="60" y="76"/>
                  </a:cubicBezTo>
                  <a:cubicBezTo>
                    <a:pt x="44" y="76"/>
                    <a:pt x="44" y="76"/>
                    <a:pt x="44" y="76"/>
                  </a:cubicBezTo>
                  <a:cubicBezTo>
                    <a:pt x="44" y="58"/>
                    <a:pt x="44" y="58"/>
                    <a:pt x="44" y="58"/>
                  </a:cubicBezTo>
                  <a:cubicBezTo>
                    <a:pt x="57" y="58"/>
                    <a:pt x="68" y="47"/>
                    <a:pt x="68" y="34"/>
                  </a:cubicBezTo>
                  <a:close/>
                  <a:moveTo>
                    <a:pt x="68" y="4"/>
                  </a:moveTo>
                  <a:cubicBezTo>
                    <a:pt x="80" y="4"/>
                    <a:pt x="80" y="4"/>
                    <a:pt x="80" y="4"/>
                  </a:cubicBezTo>
                  <a:cubicBezTo>
                    <a:pt x="80" y="4"/>
                    <a:pt x="76" y="23"/>
                    <a:pt x="68" y="30"/>
                  </a:cubicBezTo>
                  <a:lnTo>
                    <a:pt x="68" y="4"/>
                  </a:lnTo>
                  <a:close/>
                  <a:moveTo>
                    <a:pt x="16" y="30"/>
                  </a:moveTo>
                  <a:cubicBezTo>
                    <a:pt x="7" y="23"/>
                    <a:pt x="4" y="4"/>
                    <a:pt x="4" y="4"/>
                  </a:cubicBezTo>
                  <a:cubicBezTo>
                    <a:pt x="16" y="4"/>
                    <a:pt x="16" y="4"/>
                    <a:pt x="16" y="4"/>
                  </a:cubicBezTo>
                  <a:lnTo>
                    <a:pt x="16" y="30"/>
                  </a:lnTo>
                  <a:close/>
                  <a:moveTo>
                    <a:pt x="68" y="92"/>
                  </a:moveTo>
                  <a:cubicBezTo>
                    <a:pt x="68" y="100"/>
                    <a:pt x="68" y="100"/>
                    <a:pt x="68" y="100"/>
                  </a:cubicBezTo>
                  <a:cubicBezTo>
                    <a:pt x="16" y="100"/>
                    <a:pt x="16" y="100"/>
                    <a:pt x="16" y="100"/>
                  </a:cubicBezTo>
                  <a:cubicBezTo>
                    <a:pt x="16" y="92"/>
                    <a:pt x="16" y="92"/>
                    <a:pt x="16" y="92"/>
                  </a:cubicBezTo>
                  <a:lnTo>
                    <a:pt x="68" y="92"/>
                  </a:lnTo>
                  <a:close/>
                  <a:moveTo>
                    <a:pt x="56" y="80"/>
                  </a:moveTo>
                  <a:cubicBezTo>
                    <a:pt x="56" y="88"/>
                    <a:pt x="56" y="88"/>
                    <a:pt x="56" y="88"/>
                  </a:cubicBezTo>
                  <a:cubicBezTo>
                    <a:pt x="28" y="88"/>
                    <a:pt x="28" y="88"/>
                    <a:pt x="28" y="88"/>
                  </a:cubicBezTo>
                  <a:cubicBezTo>
                    <a:pt x="28" y="80"/>
                    <a:pt x="28" y="80"/>
                    <a:pt x="28" y="80"/>
                  </a:cubicBezTo>
                  <a:lnTo>
                    <a:pt x="56" y="80"/>
                  </a:lnTo>
                  <a:close/>
                  <a:moveTo>
                    <a:pt x="44" y="56"/>
                  </a:moveTo>
                  <a:cubicBezTo>
                    <a:pt x="40" y="56"/>
                    <a:pt x="40" y="56"/>
                    <a:pt x="40" y="56"/>
                  </a:cubicBezTo>
                  <a:cubicBezTo>
                    <a:pt x="29" y="56"/>
                    <a:pt x="20" y="45"/>
                    <a:pt x="20" y="34"/>
                  </a:cubicBezTo>
                  <a:cubicBezTo>
                    <a:pt x="20" y="4"/>
                    <a:pt x="20" y="4"/>
                    <a:pt x="20" y="4"/>
                  </a:cubicBezTo>
                  <a:cubicBezTo>
                    <a:pt x="64" y="4"/>
                    <a:pt x="64" y="4"/>
                    <a:pt x="64" y="4"/>
                  </a:cubicBezTo>
                  <a:cubicBezTo>
                    <a:pt x="64" y="34"/>
                    <a:pt x="64" y="34"/>
                    <a:pt x="64" y="34"/>
                  </a:cubicBezTo>
                  <a:cubicBezTo>
                    <a:pt x="64" y="45"/>
                    <a:pt x="55" y="56"/>
                    <a:pt x="44" y="5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97" name="Group 96"/>
            <p:cNvGrpSpPr/>
            <p:nvPr/>
          </p:nvGrpSpPr>
          <p:grpSpPr>
            <a:xfrm>
              <a:off x="6609819" y="4374460"/>
              <a:ext cx="505129" cy="639830"/>
              <a:chOff x="6350000" y="2533650"/>
              <a:chExt cx="238125" cy="301625"/>
            </a:xfrm>
            <a:grpFill/>
          </p:grpSpPr>
          <p:sp>
            <p:nvSpPr>
              <p:cNvPr id="191" name="Freeform 190"/>
              <p:cNvSpPr>
                <a:spLocks noEditPoints="1"/>
              </p:cNvSpPr>
              <p:nvPr/>
            </p:nvSpPr>
            <p:spPr bwMode="auto">
              <a:xfrm>
                <a:off x="6440488" y="2665413"/>
                <a:ext cx="77788" cy="79375"/>
              </a:xfrm>
              <a:custGeom>
                <a:avLst/>
                <a:gdLst>
                  <a:gd name="T0" fmla="*/ 29 w 30"/>
                  <a:gd name="T1" fmla="*/ 1 h 30"/>
                  <a:gd name="T2" fmla="*/ 26 w 30"/>
                  <a:gd name="T3" fmla="*/ 1 h 30"/>
                  <a:gd name="T4" fmla="*/ 14 w 30"/>
                  <a:gd name="T5" fmla="*/ 14 h 30"/>
                  <a:gd name="T6" fmla="*/ 11 w 30"/>
                  <a:gd name="T7" fmla="*/ 13 h 30"/>
                  <a:gd name="T8" fmla="*/ 5 w 30"/>
                  <a:gd name="T9" fmla="*/ 19 h 30"/>
                  <a:gd name="T10" fmla="*/ 6 w 30"/>
                  <a:gd name="T11" fmla="*/ 22 h 30"/>
                  <a:gd name="T12" fmla="*/ 1 w 30"/>
                  <a:gd name="T13" fmla="*/ 26 h 30"/>
                  <a:gd name="T14" fmla="*/ 1 w 30"/>
                  <a:gd name="T15" fmla="*/ 29 h 30"/>
                  <a:gd name="T16" fmla="*/ 4 w 30"/>
                  <a:gd name="T17" fmla="*/ 29 h 30"/>
                  <a:gd name="T18" fmla="*/ 8 w 30"/>
                  <a:gd name="T19" fmla="*/ 24 h 30"/>
                  <a:gd name="T20" fmla="*/ 11 w 30"/>
                  <a:gd name="T21" fmla="*/ 25 h 30"/>
                  <a:gd name="T22" fmla="*/ 17 w 30"/>
                  <a:gd name="T23" fmla="*/ 19 h 30"/>
                  <a:gd name="T24" fmla="*/ 16 w 30"/>
                  <a:gd name="T25" fmla="*/ 16 h 30"/>
                  <a:gd name="T26" fmla="*/ 29 w 30"/>
                  <a:gd name="T27" fmla="*/ 4 h 30"/>
                  <a:gd name="T28" fmla="*/ 29 w 30"/>
                  <a:gd name="T29" fmla="*/ 1 h 30"/>
                  <a:gd name="T30" fmla="*/ 11 w 30"/>
                  <a:gd name="T31" fmla="*/ 21 h 30"/>
                  <a:gd name="T32" fmla="*/ 9 w 30"/>
                  <a:gd name="T33" fmla="*/ 19 h 30"/>
                  <a:gd name="T34" fmla="*/ 11 w 30"/>
                  <a:gd name="T35" fmla="*/ 17 h 30"/>
                  <a:gd name="T36" fmla="*/ 13 w 30"/>
                  <a:gd name="T37" fmla="*/ 19 h 30"/>
                  <a:gd name="T38" fmla="*/ 11 w 30"/>
                  <a:gd name="T39" fmla="*/ 2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0">
                    <a:moveTo>
                      <a:pt x="29" y="1"/>
                    </a:moveTo>
                    <a:cubicBezTo>
                      <a:pt x="28" y="0"/>
                      <a:pt x="27" y="0"/>
                      <a:pt x="26" y="1"/>
                    </a:cubicBezTo>
                    <a:cubicBezTo>
                      <a:pt x="14" y="14"/>
                      <a:pt x="14" y="14"/>
                      <a:pt x="14" y="14"/>
                    </a:cubicBezTo>
                    <a:cubicBezTo>
                      <a:pt x="13" y="13"/>
                      <a:pt x="12" y="13"/>
                      <a:pt x="11" y="13"/>
                    </a:cubicBezTo>
                    <a:cubicBezTo>
                      <a:pt x="8" y="13"/>
                      <a:pt x="5" y="16"/>
                      <a:pt x="5" y="19"/>
                    </a:cubicBezTo>
                    <a:cubicBezTo>
                      <a:pt x="5" y="20"/>
                      <a:pt x="5" y="21"/>
                      <a:pt x="6" y="22"/>
                    </a:cubicBezTo>
                    <a:cubicBezTo>
                      <a:pt x="1" y="26"/>
                      <a:pt x="1" y="26"/>
                      <a:pt x="1" y="26"/>
                    </a:cubicBezTo>
                    <a:cubicBezTo>
                      <a:pt x="0" y="27"/>
                      <a:pt x="0" y="28"/>
                      <a:pt x="1" y="29"/>
                    </a:cubicBezTo>
                    <a:cubicBezTo>
                      <a:pt x="2" y="30"/>
                      <a:pt x="3" y="30"/>
                      <a:pt x="4" y="29"/>
                    </a:cubicBezTo>
                    <a:cubicBezTo>
                      <a:pt x="8" y="24"/>
                      <a:pt x="8" y="24"/>
                      <a:pt x="8" y="24"/>
                    </a:cubicBezTo>
                    <a:cubicBezTo>
                      <a:pt x="9" y="25"/>
                      <a:pt x="10" y="25"/>
                      <a:pt x="11" y="25"/>
                    </a:cubicBezTo>
                    <a:cubicBezTo>
                      <a:pt x="14" y="25"/>
                      <a:pt x="17" y="22"/>
                      <a:pt x="17" y="19"/>
                    </a:cubicBezTo>
                    <a:cubicBezTo>
                      <a:pt x="17" y="18"/>
                      <a:pt x="17" y="17"/>
                      <a:pt x="16" y="16"/>
                    </a:cubicBezTo>
                    <a:cubicBezTo>
                      <a:pt x="29" y="4"/>
                      <a:pt x="29" y="4"/>
                      <a:pt x="29" y="4"/>
                    </a:cubicBezTo>
                    <a:cubicBezTo>
                      <a:pt x="30" y="3"/>
                      <a:pt x="30" y="2"/>
                      <a:pt x="29" y="1"/>
                    </a:cubicBezTo>
                    <a:close/>
                    <a:moveTo>
                      <a:pt x="11" y="21"/>
                    </a:moveTo>
                    <a:cubicBezTo>
                      <a:pt x="10" y="21"/>
                      <a:pt x="9" y="20"/>
                      <a:pt x="9" y="19"/>
                    </a:cubicBezTo>
                    <a:cubicBezTo>
                      <a:pt x="9" y="18"/>
                      <a:pt x="10" y="17"/>
                      <a:pt x="11" y="17"/>
                    </a:cubicBezTo>
                    <a:cubicBezTo>
                      <a:pt x="12" y="17"/>
                      <a:pt x="13" y="18"/>
                      <a:pt x="13" y="19"/>
                    </a:cubicBezTo>
                    <a:cubicBezTo>
                      <a:pt x="13" y="20"/>
                      <a:pt x="12" y="21"/>
                      <a:pt x="1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2" name="Freeform 191"/>
              <p:cNvSpPr>
                <a:spLocks noEditPoints="1"/>
              </p:cNvSpPr>
              <p:nvPr/>
            </p:nvSpPr>
            <p:spPr bwMode="auto">
              <a:xfrm>
                <a:off x="6380163" y="2627313"/>
                <a:ext cx="177800" cy="176212"/>
              </a:xfrm>
              <a:custGeom>
                <a:avLst/>
                <a:gdLst>
                  <a:gd name="T0" fmla="*/ 34 w 68"/>
                  <a:gd name="T1" fmla="*/ 0 h 68"/>
                  <a:gd name="T2" fmla="*/ 0 w 68"/>
                  <a:gd name="T3" fmla="*/ 34 h 68"/>
                  <a:gd name="T4" fmla="*/ 34 w 68"/>
                  <a:gd name="T5" fmla="*/ 68 h 68"/>
                  <a:gd name="T6" fmla="*/ 68 w 68"/>
                  <a:gd name="T7" fmla="*/ 34 h 68"/>
                  <a:gd name="T8" fmla="*/ 34 w 68"/>
                  <a:gd name="T9" fmla="*/ 0 h 68"/>
                  <a:gd name="T10" fmla="*/ 36 w 68"/>
                  <a:gd name="T11" fmla="*/ 64 h 68"/>
                  <a:gd name="T12" fmla="*/ 36 w 68"/>
                  <a:gd name="T13" fmla="*/ 54 h 68"/>
                  <a:gd name="T14" fmla="*/ 34 w 68"/>
                  <a:gd name="T15" fmla="*/ 52 h 68"/>
                  <a:gd name="T16" fmla="*/ 32 w 68"/>
                  <a:gd name="T17" fmla="*/ 54 h 68"/>
                  <a:gd name="T18" fmla="*/ 32 w 68"/>
                  <a:gd name="T19" fmla="*/ 64 h 68"/>
                  <a:gd name="T20" fmla="*/ 4 w 68"/>
                  <a:gd name="T21" fmla="*/ 36 h 68"/>
                  <a:gd name="T22" fmla="*/ 14 w 68"/>
                  <a:gd name="T23" fmla="*/ 36 h 68"/>
                  <a:gd name="T24" fmla="*/ 16 w 68"/>
                  <a:gd name="T25" fmla="*/ 34 h 68"/>
                  <a:gd name="T26" fmla="*/ 14 w 68"/>
                  <a:gd name="T27" fmla="*/ 32 h 68"/>
                  <a:gd name="T28" fmla="*/ 4 w 68"/>
                  <a:gd name="T29" fmla="*/ 32 h 68"/>
                  <a:gd name="T30" fmla="*/ 32 w 68"/>
                  <a:gd name="T31" fmla="*/ 4 h 68"/>
                  <a:gd name="T32" fmla="*/ 32 w 68"/>
                  <a:gd name="T33" fmla="*/ 14 h 68"/>
                  <a:gd name="T34" fmla="*/ 34 w 68"/>
                  <a:gd name="T35" fmla="*/ 16 h 68"/>
                  <a:gd name="T36" fmla="*/ 36 w 68"/>
                  <a:gd name="T37" fmla="*/ 14 h 68"/>
                  <a:gd name="T38" fmla="*/ 36 w 68"/>
                  <a:gd name="T39" fmla="*/ 4 h 68"/>
                  <a:gd name="T40" fmla="*/ 64 w 68"/>
                  <a:gd name="T41" fmla="*/ 32 h 68"/>
                  <a:gd name="T42" fmla="*/ 54 w 68"/>
                  <a:gd name="T43" fmla="*/ 32 h 68"/>
                  <a:gd name="T44" fmla="*/ 52 w 68"/>
                  <a:gd name="T45" fmla="*/ 34 h 68"/>
                  <a:gd name="T46" fmla="*/ 54 w 68"/>
                  <a:gd name="T47" fmla="*/ 36 h 68"/>
                  <a:gd name="T48" fmla="*/ 64 w 68"/>
                  <a:gd name="T49" fmla="*/ 36 h 68"/>
                  <a:gd name="T50" fmla="*/ 36 w 68"/>
                  <a:gd name="T51" fmla="*/ 6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 h="68">
                    <a:moveTo>
                      <a:pt x="34" y="0"/>
                    </a:moveTo>
                    <a:cubicBezTo>
                      <a:pt x="15" y="0"/>
                      <a:pt x="0" y="15"/>
                      <a:pt x="0" y="34"/>
                    </a:cubicBezTo>
                    <a:cubicBezTo>
                      <a:pt x="0" y="53"/>
                      <a:pt x="15" y="68"/>
                      <a:pt x="34" y="68"/>
                    </a:cubicBezTo>
                    <a:cubicBezTo>
                      <a:pt x="53" y="68"/>
                      <a:pt x="68" y="53"/>
                      <a:pt x="68" y="34"/>
                    </a:cubicBezTo>
                    <a:cubicBezTo>
                      <a:pt x="68" y="15"/>
                      <a:pt x="53" y="0"/>
                      <a:pt x="34" y="0"/>
                    </a:cubicBezTo>
                    <a:close/>
                    <a:moveTo>
                      <a:pt x="36" y="64"/>
                    </a:moveTo>
                    <a:cubicBezTo>
                      <a:pt x="36" y="54"/>
                      <a:pt x="36" y="54"/>
                      <a:pt x="36" y="54"/>
                    </a:cubicBezTo>
                    <a:cubicBezTo>
                      <a:pt x="36" y="53"/>
                      <a:pt x="35" y="52"/>
                      <a:pt x="34" y="52"/>
                    </a:cubicBezTo>
                    <a:cubicBezTo>
                      <a:pt x="33" y="52"/>
                      <a:pt x="32" y="53"/>
                      <a:pt x="32" y="54"/>
                    </a:cubicBezTo>
                    <a:cubicBezTo>
                      <a:pt x="32" y="64"/>
                      <a:pt x="32" y="64"/>
                      <a:pt x="32" y="64"/>
                    </a:cubicBezTo>
                    <a:cubicBezTo>
                      <a:pt x="17" y="63"/>
                      <a:pt x="5" y="52"/>
                      <a:pt x="4" y="36"/>
                    </a:cubicBezTo>
                    <a:cubicBezTo>
                      <a:pt x="14" y="36"/>
                      <a:pt x="14" y="36"/>
                      <a:pt x="14" y="36"/>
                    </a:cubicBezTo>
                    <a:cubicBezTo>
                      <a:pt x="15" y="36"/>
                      <a:pt x="16" y="35"/>
                      <a:pt x="16" y="34"/>
                    </a:cubicBezTo>
                    <a:cubicBezTo>
                      <a:pt x="16" y="33"/>
                      <a:pt x="15" y="32"/>
                      <a:pt x="14" y="32"/>
                    </a:cubicBezTo>
                    <a:cubicBezTo>
                      <a:pt x="4" y="32"/>
                      <a:pt x="4" y="32"/>
                      <a:pt x="4" y="32"/>
                    </a:cubicBezTo>
                    <a:cubicBezTo>
                      <a:pt x="5" y="16"/>
                      <a:pt x="17" y="5"/>
                      <a:pt x="32" y="4"/>
                    </a:cubicBezTo>
                    <a:cubicBezTo>
                      <a:pt x="32" y="14"/>
                      <a:pt x="32" y="14"/>
                      <a:pt x="32" y="14"/>
                    </a:cubicBezTo>
                    <a:cubicBezTo>
                      <a:pt x="32" y="15"/>
                      <a:pt x="33" y="16"/>
                      <a:pt x="34" y="16"/>
                    </a:cubicBezTo>
                    <a:cubicBezTo>
                      <a:pt x="35" y="16"/>
                      <a:pt x="36" y="15"/>
                      <a:pt x="36" y="14"/>
                    </a:cubicBezTo>
                    <a:cubicBezTo>
                      <a:pt x="36" y="4"/>
                      <a:pt x="36" y="4"/>
                      <a:pt x="36" y="4"/>
                    </a:cubicBezTo>
                    <a:cubicBezTo>
                      <a:pt x="51" y="5"/>
                      <a:pt x="63" y="16"/>
                      <a:pt x="64" y="32"/>
                    </a:cubicBezTo>
                    <a:cubicBezTo>
                      <a:pt x="54" y="32"/>
                      <a:pt x="54" y="32"/>
                      <a:pt x="54" y="32"/>
                    </a:cubicBezTo>
                    <a:cubicBezTo>
                      <a:pt x="53" y="32"/>
                      <a:pt x="52" y="33"/>
                      <a:pt x="52" y="34"/>
                    </a:cubicBezTo>
                    <a:cubicBezTo>
                      <a:pt x="52" y="35"/>
                      <a:pt x="53" y="36"/>
                      <a:pt x="54" y="36"/>
                    </a:cubicBezTo>
                    <a:cubicBezTo>
                      <a:pt x="64" y="36"/>
                      <a:pt x="64" y="36"/>
                      <a:pt x="64" y="36"/>
                    </a:cubicBezTo>
                    <a:cubicBezTo>
                      <a:pt x="63" y="52"/>
                      <a:pt x="51" y="63"/>
                      <a:pt x="36"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3" name="Freeform 192"/>
              <p:cNvSpPr>
                <a:spLocks noEditPoints="1"/>
              </p:cNvSpPr>
              <p:nvPr/>
            </p:nvSpPr>
            <p:spPr bwMode="auto">
              <a:xfrm>
                <a:off x="6350000" y="2533650"/>
                <a:ext cx="238125" cy="301625"/>
              </a:xfrm>
              <a:custGeom>
                <a:avLst/>
                <a:gdLst>
                  <a:gd name="T0" fmla="*/ 80 w 92"/>
                  <a:gd name="T1" fmla="*/ 39 h 116"/>
                  <a:gd name="T2" fmla="*/ 85 w 92"/>
                  <a:gd name="T3" fmla="*/ 34 h 116"/>
                  <a:gd name="T4" fmla="*/ 88 w 92"/>
                  <a:gd name="T5" fmla="*/ 37 h 116"/>
                  <a:gd name="T6" fmla="*/ 90 w 92"/>
                  <a:gd name="T7" fmla="*/ 34 h 116"/>
                  <a:gd name="T8" fmla="*/ 82 w 92"/>
                  <a:gd name="T9" fmla="*/ 26 h 116"/>
                  <a:gd name="T10" fmla="*/ 79 w 92"/>
                  <a:gd name="T11" fmla="*/ 28 h 116"/>
                  <a:gd name="T12" fmla="*/ 82 w 92"/>
                  <a:gd name="T13" fmla="*/ 31 h 116"/>
                  <a:gd name="T14" fmla="*/ 77 w 92"/>
                  <a:gd name="T15" fmla="*/ 36 h 116"/>
                  <a:gd name="T16" fmla="*/ 55 w 92"/>
                  <a:gd name="T17" fmla="*/ 25 h 116"/>
                  <a:gd name="T18" fmla="*/ 60 w 92"/>
                  <a:gd name="T19" fmla="*/ 14 h 116"/>
                  <a:gd name="T20" fmla="*/ 46 w 92"/>
                  <a:gd name="T21" fmla="*/ 0 h 116"/>
                  <a:gd name="T22" fmla="*/ 32 w 92"/>
                  <a:gd name="T23" fmla="*/ 14 h 116"/>
                  <a:gd name="T24" fmla="*/ 37 w 92"/>
                  <a:gd name="T25" fmla="*/ 25 h 116"/>
                  <a:gd name="T26" fmla="*/ 15 w 92"/>
                  <a:gd name="T27" fmla="*/ 36 h 116"/>
                  <a:gd name="T28" fmla="*/ 10 w 92"/>
                  <a:gd name="T29" fmla="*/ 31 h 116"/>
                  <a:gd name="T30" fmla="*/ 13 w 92"/>
                  <a:gd name="T31" fmla="*/ 28 h 116"/>
                  <a:gd name="T32" fmla="*/ 10 w 92"/>
                  <a:gd name="T33" fmla="*/ 26 h 116"/>
                  <a:gd name="T34" fmla="*/ 2 w 92"/>
                  <a:gd name="T35" fmla="*/ 34 h 116"/>
                  <a:gd name="T36" fmla="*/ 4 w 92"/>
                  <a:gd name="T37" fmla="*/ 37 h 116"/>
                  <a:gd name="T38" fmla="*/ 7 w 92"/>
                  <a:gd name="T39" fmla="*/ 34 h 116"/>
                  <a:gd name="T40" fmla="*/ 12 w 92"/>
                  <a:gd name="T41" fmla="*/ 39 h 116"/>
                  <a:gd name="T42" fmla="*/ 0 w 92"/>
                  <a:gd name="T43" fmla="*/ 70 h 116"/>
                  <a:gd name="T44" fmla="*/ 46 w 92"/>
                  <a:gd name="T45" fmla="*/ 116 h 116"/>
                  <a:gd name="T46" fmla="*/ 92 w 92"/>
                  <a:gd name="T47" fmla="*/ 70 h 116"/>
                  <a:gd name="T48" fmla="*/ 80 w 92"/>
                  <a:gd name="T49" fmla="*/ 39 h 116"/>
                  <a:gd name="T50" fmla="*/ 36 w 92"/>
                  <a:gd name="T51" fmla="*/ 14 h 116"/>
                  <a:gd name="T52" fmla="*/ 46 w 92"/>
                  <a:gd name="T53" fmla="*/ 4 h 116"/>
                  <a:gd name="T54" fmla="*/ 56 w 92"/>
                  <a:gd name="T55" fmla="*/ 14 h 116"/>
                  <a:gd name="T56" fmla="*/ 48 w 92"/>
                  <a:gd name="T57" fmla="*/ 24 h 116"/>
                  <a:gd name="T58" fmla="*/ 48 w 92"/>
                  <a:gd name="T59" fmla="*/ 16 h 116"/>
                  <a:gd name="T60" fmla="*/ 52 w 92"/>
                  <a:gd name="T61" fmla="*/ 16 h 116"/>
                  <a:gd name="T62" fmla="*/ 52 w 92"/>
                  <a:gd name="T63" fmla="*/ 12 h 116"/>
                  <a:gd name="T64" fmla="*/ 40 w 92"/>
                  <a:gd name="T65" fmla="*/ 12 h 116"/>
                  <a:gd name="T66" fmla="*/ 40 w 92"/>
                  <a:gd name="T67" fmla="*/ 16 h 116"/>
                  <a:gd name="T68" fmla="*/ 44 w 92"/>
                  <a:gd name="T69" fmla="*/ 16 h 116"/>
                  <a:gd name="T70" fmla="*/ 44 w 92"/>
                  <a:gd name="T71" fmla="*/ 24 h 116"/>
                  <a:gd name="T72" fmla="*/ 36 w 92"/>
                  <a:gd name="T73" fmla="*/ 14 h 116"/>
                  <a:gd name="T74" fmla="*/ 46 w 92"/>
                  <a:gd name="T75" fmla="*/ 112 h 116"/>
                  <a:gd name="T76" fmla="*/ 4 w 92"/>
                  <a:gd name="T77" fmla="*/ 70 h 116"/>
                  <a:gd name="T78" fmla="*/ 46 w 92"/>
                  <a:gd name="T79" fmla="*/ 28 h 116"/>
                  <a:gd name="T80" fmla="*/ 88 w 92"/>
                  <a:gd name="T81" fmla="*/ 70 h 116"/>
                  <a:gd name="T82" fmla="*/ 46 w 92"/>
                  <a:gd name="T8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2" h="116">
                    <a:moveTo>
                      <a:pt x="80" y="39"/>
                    </a:moveTo>
                    <a:cubicBezTo>
                      <a:pt x="85" y="34"/>
                      <a:pt x="85" y="34"/>
                      <a:pt x="85" y="34"/>
                    </a:cubicBezTo>
                    <a:cubicBezTo>
                      <a:pt x="88" y="37"/>
                      <a:pt x="88" y="37"/>
                      <a:pt x="88" y="37"/>
                    </a:cubicBezTo>
                    <a:cubicBezTo>
                      <a:pt x="90" y="34"/>
                      <a:pt x="90" y="34"/>
                      <a:pt x="90" y="34"/>
                    </a:cubicBezTo>
                    <a:cubicBezTo>
                      <a:pt x="82" y="26"/>
                      <a:pt x="82" y="26"/>
                      <a:pt x="82" y="26"/>
                    </a:cubicBezTo>
                    <a:cubicBezTo>
                      <a:pt x="79" y="28"/>
                      <a:pt x="79" y="28"/>
                      <a:pt x="79" y="28"/>
                    </a:cubicBezTo>
                    <a:cubicBezTo>
                      <a:pt x="82" y="31"/>
                      <a:pt x="82" y="31"/>
                      <a:pt x="82" y="31"/>
                    </a:cubicBezTo>
                    <a:cubicBezTo>
                      <a:pt x="77" y="36"/>
                      <a:pt x="77" y="36"/>
                      <a:pt x="77" y="36"/>
                    </a:cubicBezTo>
                    <a:cubicBezTo>
                      <a:pt x="71" y="30"/>
                      <a:pt x="63" y="27"/>
                      <a:pt x="55" y="25"/>
                    </a:cubicBezTo>
                    <a:cubicBezTo>
                      <a:pt x="58" y="22"/>
                      <a:pt x="60" y="18"/>
                      <a:pt x="60" y="14"/>
                    </a:cubicBezTo>
                    <a:cubicBezTo>
                      <a:pt x="60" y="6"/>
                      <a:pt x="54" y="0"/>
                      <a:pt x="46" y="0"/>
                    </a:cubicBezTo>
                    <a:cubicBezTo>
                      <a:pt x="38" y="0"/>
                      <a:pt x="32" y="6"/>
                      <a:pt x="32" y="14"/>
                    </a:cubicBezTo>
                    <a:cubicBezTo>
                      <a:pt x="32" y="18"/>
                      <a:pt x="34" y="22"/>
                      <a:pt x="37" y="25"/>
                    </a:cubicBezTo>
                    <a:cubicBezTo>
                      <a:pt x="29" y="27"/>
                      <a:pt x="21" y="30"/>
                      <a:pt x="15" y="36"/>
                    </a:cubicBezTo>
                    <a:cubicBezTo>
                      <a:pt x="10" y="31"/>
                      <a:pt x="10" y="31"/>
                      <a:pt x="10" y="31"/>
                    </a:cubicBezTo>
                    <a:cubicBezTo>
                      <a:pt x="13" y="28"/>
                      <a:pt x="13" y="28"/>
                      <a:pt x="13" y="28"/>
                    </a:cubicBezTo>
                    <a:cubicBezTo>
                      <a:pt x="10" y="26"/>
                      <a:pt x="10" y="26"/>
                      <a:pt x="10" y="26"/>
                    </a:cubicBezTo>
                    <a:cubicBezTo>
                      <a:pt x="2" y="34"/>
                      <a:pt x="2" y="34"/>
                      <a:pt x="2" y="34"/>
                    </a:cubicBezTo>
                    <a:cubicBezTo>
                      <a:pt x="4" y="37"/>
                      <a:pt x="4" y="37"/>
                      <a:pt x="4" y="37"/>
                    </a:cubicBezTo>
                    <a:cubicBezTo>
                      <a:pt x="7" y="34"/>
                      <a:pt x="7" y="34"/>
                      <a:pt x="7" y="34"/>
                    </a:cubicBezTo>
                    <a:cubicBezTo>
                      <a:pt x="12" y="39"/>
                      <a:pt x="12" y="39"/>
                      <a:pt x="12" y="39"/>
                    </a:cubicBezTo>
                    <a:cubicBezTo>
                      <a:pt x="5" y="47"/>
                      <a:pt x="0" y="58"/>
                      <a:pt x="0" y="70"/>
                    </a:cubicBezTo>
                    <a:cubicBezTo>
                      <a:pt x="0" y="95"/>
                      <a:pt x="21" y="116"/>
                      <a:pt x="46" y="116"/>
                    </a:cubicBezTo>
                    <a:cubicBezTo>
                      <a:pt x="71" y="116"/>
                      <a:pt x="92" y="95"/>
                      <a:pt x="92" y="70"/>
                    </a:cubicBezTo>
                    <a:cubicBezTo>
                      <a:pt x="92" y="58"/>
                      <a:pt x="87" y="47"/>
                      <a:pt x="80" y="39"/>
                    </a:cubicBezTo>
                    <a:close/>
                    <a:moveTo>
                      <a:pt x="36" y="14"/>
                    </a:moveTo>
                    <a:cubicBezTo>
                      <a:pt x="36" y="8"/>
                      <a:pt x="40" y="4"/>
                      <a:pt x="46" y="4"/>
                    </a:cubicBezTo>
                    <a:cubicBezTo>
                      <a:pt x="52" y="4"/>
                      <a:pt x="56" y="8"/>
                      <a:pt x="56" y="14"/>
                    </a:cubicBezTo>
                    <a:cubicBezTo>
                      <a:pt x="56" y="19"/>
                      <a:pt x="53" y="23"/>
                      <a:pt x="48" y="24"/>
                    </a:cubicBezTo>
                    <a:cubicBezTo>
                      <a:pt x="48" y="16"/>
                      <a:pt x="48" y="16"/>
                      <a:pt x="48" y="16"/>
                    </a:cubicBezTo>
                    <a:cubicBezTo>
                      <a:pt x="52" y="16"/>
                      <a:pt x="52" y="16"/>
                      <a:pt x="52" y="16"/>
                    </a:cubicBezTo>
                    <a:cubicBezTo>
                      <a:pt x="52" y="12"/>
                      <a:pt x="52" y="12"/>
                      <a:pt x="52" y="12"/>
                    </a:cubicBezTo>
                    <a:cubicBezTo>
                      <a:pt x="40" y="12"/>
                      <a:pt x="40" y="12"/>
                      <a:pt x="40" y="12"/>
                    </a:cubicBezTo>
                    <a:cubicBezTo>
                      <a:pt x="40" y="16"/>
                      <a:pt x="40" y="16"/>
                      <a:pt x="40" y="16"/>
                    </a:cubicBezTo>
                    <a:cubicBezTo>
                      <a:pt x="44" y="16"/>
                      <a:pt x="44" y="16"/>
                      <a:pt x="44" y="16"/>
                    </a:cubicBezTo>
                    <a:cubicBezTo>
                      <a:pt x="44" y="24"/>
                      <a:pt x="44" y="24"/>
                      <a:pt x="44" y="24"/>
                    </a:cubicBezTo>
                    <a:cubicBezTo>
                      <a:pt x="39" y="23"/>
                      <a:pt x="36" y="19"/>
                      <a:pt x="36" y="14"/>
                    </a:cubicBezTo>
                    <a:close/>
                    <a:moveTo>
                      <a:pt x="46" y="112"/>
                    </a:moveTo>
                    <a:cubicBezTo>
                      <a:pt x="23" y="112"/>
                      <a:pt x="4" y="93"/>
                      <a:pt x="4" y="70"/>
                    </a:cubicBezTo>
                    <a:cubicBezTo>
                      <a:pt x="4" y="47"/>
                      <a:pt x="23" y="28"/>
                      <a:pt x="46" y="28"/>
                    </a:cubicBezTo>
                    <a:cubicBezTo>
                      <a:pt x="69" y="28"/>
                      <a:pt x="88" y="47"/>
                      <a:pt x="88" y="70"/>
                    </a:cubicBezTo>
                    <a:cubicBezTo>
                      <a:pt x="88" y="93"/>
                      <a:pt x="69" y="112"/>
                      <a:pt x="46"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8" name="Group 97"/>
            <p:cNvGrpSpPr/>
            <p:nvPr/>
          </p:nvGrpSpPr>
          <p:grpSpPr>
            <a:xfrm>
              <a:off x="11075581" y="528361"/>
              <a:ext cx="462862" cy="508841"/>
              <a:chOff x="6983413" y="2554288"/>
              <a:chExt cx="239713" cy="263525"/>
            </a:xfrm>
            <a:grpFill/>
          </p:grpSpPr>
          <p:sp>
            <p:nvSpPr>
              <p:cNvPr id="189" name="Freeform 188"/>
              <p:cNvSpPr>
                <a:spLocks noEditPoints="1"/>
              </p:cNvSpPr>
              <p:nvPr/>
            </p:nvSpPr>
            <p:spPr bwMode="auto">
              <a:xfrm>
                <a:off x="7088188" y="2619375"/>
                <a:ext cx="30163" cy="114300"/>
              </a:xfrm>
              <a:custGeom>
                <a:avLst/>
                <a:gdLst>
                  <a:gd name="T0" fmla="*/ 8 w 12"/>
                  <a:gd name="T1" fmla="*/ 24 h 44"/>
                  <a:gd name="T2" fmla="*/ 8 w 12"/>
                  <a:gd name="T3" fmla="*/ 2 h 44"/>
                  <a:gd name="T4" fmla="*/ 6 w 12"/>
                  <a:gd name="T5" fmla="*/ 0 h 44"/>
                  <a:gd name="T6" fmla="*/ 4 w 12"/>
                  <a:gd name="T7" fmla="*/ 2 h 44"/>
                  <a:gd name="T8" fmla="*/ 4 w 12"/>
                  <a:gd name="T9" fmla="*/ 24 h 44"/>
                  <a:gd name="T10" fmla="*/ 0 w 12"/>
                  <a:gd name="T11" fmla="*/ 30 h 44"/>
                  <a:gd name="T12" fmla="*/ 4 w 12"/>
                  <a:gd name="T13" fmla="*/ 36 h 44"/>
                  <a:gd name="T14" fmla="*/ 4 w 12"/>
                  <a:gd name="T15" fmla="*/ 42 h 44"/>
                  <a:gd name="T16" fmla="*/ 6 w 12"/>
                  <a:gd name="T17" fmla="*/ 44 h 44"/>
                  <a:gd name="T18" fmla="*/ 8 w 12"/>
                  <a:gd name="T19" fmla="*/ 42 h 44"/>
                  <a:gd name="T20" fmla="*/ 8 w 12"/>
                  <a:gd name="T21" fmla="*/ 36 h 44"/>
                  <a:gd name="T22" fmla="*/ 12 w 12"/>
                  <a:gd name="T23" fmla="*/ 30 h 44"/>
                  <a:gd name="T24" fmla="*/ 8 w 12"/>
                  <a:gd name="T25" fmla="*/ 24 h 44"/>
                  <a:gd name="T26" fmla="*/ 6 w 12"/>
                  <a:gd name="T27" fmla="*/ 32 h 44"/>
                  <a:gd name="T28" fmla="*/ 4 w 12"/>
                  <a:gd name="T29" fmla="*/ 30 h 44"/>
                  <a:gd name="T30" fmla="*/ 6 w 12"/>
                  <a:gd name="T31" fmla="*/ 28 h 44"/>
                  <a:gd name="T32" fmla="*/ 8 w 12"/>
                  <a:gd name="T33" fmla="*/ 30 h 44"/>
                  <a:gd name="T34" fmla="*/ 6 w 12"/>
                  <a:gd name="T35" fmla="*/ 3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 h="44">
                    <a:moveTo>
                      <a:pt x="8" y="24"/>
                    </a:moveTo>
                    <a:cubicBezTo>
                      <a:pt x="8" y="2"/>
                      <a:pt x="8" y="2"/>
                      <a:pt x="8" y="2"/>
                    </a:cubicBezTo>
                    <a:cubicBezTo>
                      <a:pt x="8" y="1"/>
                      <a:pt x="7" y="0"/>
                      <a:pt x="6" y="0"/>
                    </a:cubicBezTo>
                    <a:cubicBezTo>
                      <a:pt x="5" y="0"/>
                      <a:pt x="4" y="1"/>
                      <a:pt x="4" y="2"/>
                    </a:cubicBezTo>
                    <a:cubicBezTo>
                      <a:pt x="4" y="24"/>
                      <a:pt x="4" y="24"/>
                      <a:pt x="4" y="24"/>
                    </a:cubicBezTo>
                    <a:cubicBezTo>
                      <a:pt x="2" y="25"/>
                      <a:pt x="0" y="27"/>
                      <a:pt x="0" y="30"/>
                    </a:cubicBezTo>
                    <a:cubicBezTo>
                      <a:pt x="0" y="33"/>
                      <a:pt x="2" y="35"/>
                      <a:pt x="4" y="36"/>
                    </a:cubicBezTo>
                    <a:cubicBezTo>
                      <a:pt x="4" y="42"/>
                      <a:pt x="4" y="42"/>
                      <a:pt x="4" y="42"/>
                    </a:cubicBezTo>
                    <a:cubicBezTo>
                      <a:pt x="4" y="43"/>
                      <a:pt x="5" y="44"/>
                      <a:pt x="6" y="44"/>
                    </a:cubicBezTo>
                    <a:cubicBezTo>
                      <a:pt x="7" y="44"/>
                      <a:pt x="8" y="43"/>
                      <a:pt x="8" y="42"/>
                    </a:cubicBezTo>
                    <a:cubicBezTo>
                      <a:pt x="8" y="36"/>
                      <a:pt x="8" y="36"/>
                      <a:pt x="8" y="36"/>
                    </a:cubicBezTo>
                    <a:cubicBezTo>
                      <a:pt x="10" y="35"/>
                      <a:pt x="12" y="33"/>
                      <a:pt x="12" y="30"/>
                    </a:cubicBezTo>
                    <a:cubicBezTo>
                      <a:pt x="12" y="27"/>
                      <a:pt x="10" y="25"/>
                      <a:pt x="8" y="24"/>
                    </a:cubicBezTo>
                    <a:close/>
                    <a:moveTo>
                      <a:pt x="6" y="32"/>
                    </a:moveTo>
                    <a:cubicBezTo>
                      <a:pt x="5" y="32"/>
                      <a:pt x="4" y="31"/>
                      <a:pt x="4" y="30"/>
                    </a:cubicBezTo>
                    <a:cubicBezTo>
                      <a:pt x="4" y="29"/>
                      <a:pt x="5" y="28"/>
                      <a:pt x="6" y="28"/>
                    </a:cubicBezTo>
                    <a:cubicBezTo>
                      <a:pt x="7" y="28"/>
                      <a:pt x="8" y="29"/>
                      <a:pt x="8" y="30"/>
                    </a:cubicBezTo>
                    <a:cubicBezTo>
                      <a:pt x="8" y="31"/>
                      <a:pt x="7" y="32"/>
                      <a:pt x="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0" name="Freeform 189"/>
              <p:cNvSpPr>
                <a:spLocks noEditPoints="1"/>
              </p:cNvSpPr>
              <p:nvPr/>
            </p:nvSpPr>
            <p:spPr bwMode="auto">
              <a:xfrm>
                <a:off x="6983413" y="2554288"/>
                <a:ext cx="239713" cy="263525"/>
              </a:xfrm>
              <a:custGeom>
                <a:avLst/>
                <a:gdLst>
                  <a:gd name="T0" fmla="*/ 80 w 92"/>
                  <a:gd name="T1" fmla="*/ 24 h 101"/>
                  <a:gd name="T2" fmla="*/ 85 w 92"/>
                  <a:gd name="T3" fmla="*/ 19 h 101"/>
                  <a:gd name="T4" fmla="*/ 88 w 92"/>
                  <a:gd name="T5" fmla="*/ 22 h 101"/>
                  <a:gd name="T6" fmla="*/ 90 w 92"/>
                  <a:gd name="T7" fmla="*/ 19 h 101"/>
                  <a:gd name="T8" fmla="*/ 82 w 92"/>
                  <a:gd name="T9" fmla="*/ 11 h 101"/>
                  <a:gd name="T10" fmla="*/ 79 w 92"/>
                  <a:gd name="T11" fmla="*/ 13 h 101"/>
                  <a:gd name="T12" fmla="*/ 82 w 92"/>
                  <a:gd name="T13" fmla="*/ 16 h 101"/>
                  <a:gd name="T14" fmla="*/ 77 w 92"/>
                  <a:gd name="T15" fmla="*/ 21 h 101"/>
                  <a:gd name="T16" fmla="*/ 48 w 92"/>
                  <a:gd name="T17" fmla="*/ 9 h 101"/>
                  <a:gd name="T18" fmla="*/ 48 w 92"/>
                  <a:gd name="T19" fmla="*/ 4 h 101"/>
                  <a:gd name="T20" fmla="*/ 52 w 92"/>
                  <a:gd name="T21" fmla="*/ 4 h 101"/>
                  <a:gd name="T22" fmla="*/ 52 w 92"/>
                  <a:gd name="T23" fmla="*/ 0 h 101"/>
                  <a:gd name="T24" fmla="*/ 40 w 92"/>
                  <a:gd name="T25" fmla="*/ 0 h 101"/>
                  <a:gd name="T26" fmla="*/ 40 w 92"/>
                  <a:gd name="T27" fmla="*/ 4 h 101"/>
                  <a:gd name="T28" fmla="*/ 44 w 92"/>
                  <a:gd name="T29" fmla="*/ 4 h 101"/>
                  <a:gd name="T30" fmla="*/ 44 w 92"/>
                  <a:gd name="T31" fmla="*/ 9 h 101"/>
                  <a:gd name="T32" fmla="*/ 0 w 92"/>
                  <a:gd name="T33" fmla="*/ 55 h 101"/>
                  <a:gd name="T34" fmla="*/ 46 w 92"/>
                  <a:gd name="T35" fmla="*/ 101 h 101"/>
                  <a:gd name="T36" fmla="*/ 92 w 92"/>
                  <a:gd name="T37" fmla="*/ 55 h 101"/>
                  <a:gd name="T38" fmla="*/ 80 w 92"/>
                  <a:gd name="T39" fmla="*/ 24 h 101"/>
                  <a:gd name="T40" fmla="*/ 46 w 92"/>
                  <a:gd name="T41" fmla="*/ 97 h 101"/>
                  <a:gd name="T42" fmla="*/ 4 w 92"/>
                  <a:gd name="T43" fmla="*/ 55 h 101"/>
                  <a:gd name="T44" fmla="*/ 46 w 92"/>
                  <a:gd name="T45" fmla="*/ 13 h 101"/>
                  <a:gd name="T46" fmla="*/ 88 w 92"/>
                  <a:gd name="T47" fmla="*/ 55 h 101"/>
                  <a:gd name="T48" fmla="*/ 46 w 92"/>
                  <a:gd name="T49" fmla="*/ 9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2" h="101">
                    <a:moveTo>
                      <a:pt x="80" y="24"/>
                    </a:moveTo>
                    <a:cubicBezTo>
                      <a:pt x="85" y="19"/>
                      <a:pt x="85" y="19"/>
                      <a:pt x="85" y="19"/>
                    </a:cubicBezTo>
                    <a:cubicBezTo>
                      <a:pt x="88" y="22"/>
                      <a:pt x="88" y="22"/>
                      <a:pt x="88" y="22"/>
                    </a:cubicBezTo>
                    <a:cubicBezTo>
                      <a:pt x="90" y="19"/>
                      <a:pt x="90" y="19"/>
                      <a:pt x="90" y="19"/>
                    </a:cubicBezTo>
                    <a:cubicBezTo>
                      <a:pt x="82" y="11"/>
                      <a:pt x="82" y="11"/>
                      <a:pt x="82" y="11"/>
                    </a:cubicBezTo>
                    <a:cubicBezTo>
                      <a:pt x="79" y="13"/>
                      <a:pt x="79" y="13"/>
                      <a:pt x="79" y="13"/>
                    </a:cubicBezTo>
                    <a:cubicBezTo>
                      <a:pt x="82" y="16"/>
                      <a:pt x="82" y="16"/>
                      <a:pt x="82" y="16"/>
                    </a:cubicBezTo>
                    <a:cubicBezTo>
                      <a:pt x="77" y="21"/>
                      <a:pt x="77" y="21"/>
                      <a:pt x="77" y="21"/>
                    </a:cubicBezTo>
                    <a:cubicBezTo>
                      <a:pt x="69" y="14"/>
                      <a:pt x="59" y="10"/>
                      <a:pt x="48" y="9"/>
                    </a:cubicBezTo>
                    <a:cubicBezTo>
                      <a:pt x="48" y="4"/>
                      <a:pt x="48" y="4"/>
                      <a:pt x="48" y="4"/>
                    </a:cubicBezTo>
                    <a:cubicBezTo>
                      <a:pt x="52" y="4"/>
                      <a:pt x="52" y="4"/>
                      <a:pt x="52" y="4"/>
                    </a:cubicBezTo>
                    <a:cubicBezTo>
                      <a:pt x="52" y="0"/>
                      <a:pt x="52" y="0"/>
                      <a:pt x="52" y="0"/>
                    </a:cubicBezTo>
                    <a:cubicBezTo>
                      <a:pt x="40" y="0"/>
                      <a:pt x="40" y="0"/>
                      <a:pt x="40" y="0"/>
                    </a:cubicBezTo>
                    <a:cubicBezTo>
                      <a:pt x="40" y="4"/>
                      <a:pt x="40" y="4"/>
                      <a:pt x="40" y="4"/>
                    </a:cubicBezTo>
                    <a:cubicBezTo>
                      <a:pt x="44" y="4"/>
                      <a:pt x="44" y="4"/>
                      <a:pt x="44" y="4"/>
                    </a:cubicBezTo>
                    <a:cubicBezTo>
                      <a:pt x="44" y="9"/>
                      <a:pt x="44" y="9"/>
                      <a:pt x="44" y="9"/>
                    </a:cubicBezTo>
                    <a:cubicBezTo>
                      <a:pt x="20" y="10"/>
                      <a:pt x="0" y="30"/>
                      <a:pt x="0" y="55"/>
                    </a:cubicBezTo>
                    <a:cubicBezTo>
                      <a:pt x="0" y="80"/>
                      <a:pt x="21" y="101"/>
                      <a:pt x="46" y="101"/>
                    </a:cubicBezTo>
                    <a:cubicBezTo>
                      <a:pt x="71" y="101"/>
                      <a:pt x="92" y="80"/>
                      <a:pt x="92" y="55"/>
                    </a:cubicBezTo>
                    <a:cubicBezTo>
                      <a:pt x="92" y="43"/>
                      <a:pt x="87" y="32"/>
                      <a:pt x="80" y="24"/>
                    </a:cubicBezTo>
                    <a:close/>
                    <a:moveTo>
                      <a:pt x="46" y="97"/>
                    </a:moveTo>
                    <a:cubicBezTo>
                      <a:pt x="23" y="97"/>
                      <a:pt x="4" y="78"/>
                      <a:pt x="4" y="55"/>
                    </a:cubicBezTo>
                    <a:cubicBezTo>
                      <a:pt x="4" y="32"/>
                      <a:pt x="23" y="13"/>
                      <a:pt x="46" y="13"/>
                    </a:cubicBezTo>
                    <a:cubicBezTo>
                      <a:pt x="69" y="13"/>
                      <a:pt x="88" y="32"/>
                      <a:pt x="88" y="55"/>
                    </a:cubicBezTo>
                    <a:cubicBezTo>
                      <a:pt x="88" y="78"/>
                      <a:pt x="69" y="97"/>
                      <a:pt x="46" y="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9" name="Group 98"/>
            <p:cNvGrpSpPr/>
            <p:nvPr/>
          </p:nvGrpSpPr>
          <p:grpSpPr>
            <a:xfrm>
              <a:off x="2480489" y="2779292"/>
              <a:ext cx="239713" cy="292100"/>
              <a:chOff x="1273175" y="3175000"/>
              <a:chExt cx="239713" cy="292100"/>
            </a:xfrm>
            <a:grpFill/>
          </p:grpSpPr>
          <p:sp>
            <p:nvSpPr>
              <p:cNvPr id="187" name="Oval 186"/>
              <p:cNvSpPr>
                <a:spLocks noChangeArrowheads="1"/>
              </p:cNvSpPr>
              <p:nvPr/>
            </p:nvSpPr>
            <p:spPr bwMode="auto">
              <a:xfrm>
                <a:off x="1419225" y="3403600"/>
                <a:ext cx="31750" cy="2063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8" name="Freeform 187"/>
              <p:cNvSpPr>
                <a:spLocks noEditPoints="1"/>
              </p:cNvSpPr>
              <p:nvPr/>
            </p:nvSpPr>
            <p:spPr bwMode="auto">
              <a:xfrm>
                <a:off x="1273175" y="3175000"/>
                <a:ext cx="239713" cy="292100"/>
              </a:xfrm>
              <a:custGeom>
                <a:avLst/>
                <a:gdLst>
                  <a:gd name="T0" fmla="*/ 46 w 92"/>
                  <a:gd name="T1" fmla="*/ 76 h 112"/>
                  <a:gd name="T2" fmla="*/ 32 w 92"/>
                  <a:gd name="T3" fmla="*/ 77 h 112"/>
                  <a:gd name="T4" fmla="*/ 32 w 92"/>
                  <a:gd name="T5" fmla="*/ 46 h 112"/>
                  <a:gd name="T6" fmla="*/ 84 w 92"/>
                  <a:gd name="T7" fmla="*/ 24 h 112"/>
                  <a:gd name="T8" fmla="*/ 28 w 92"/>
                  <a:gd name="T9" fmla="*/ 0 h 112"/>
                  <a:gd name="T10" fmla="*/ 28 w 92"/>
                  <a:gd name="T11" fmla="*/ 26 h 112"/>
                  <a:gd name="T12" fmla="*/ 28 w 92"/>
                  <a:gd name="T13" fmla="*/ 77 h 112"/>
                  <a:gd name="T14" fmla="*/ 0 w 92"/>
                  <a:gd name="T15" fmla="*/ 94 h 112"/>
                  <a:gd name="T16" fmla="*/ 46 w 92"/>
                  <a:gd name="T17" fmla="*/ 112 h 112"/>
                  <a:gd name="T18" fmla="*/ 92 w 92"/>
                  <a:gd name="T19" fmla="*/ 94 h 112"/>
                  <a:gd name="T20" fmla="*/ 46 w 92"/>
                  <a:gd name="T21" fmla="*/ 76 h 112"/>
                  <a:gd name="T22" fmla="*/ 32 w 92"/>
                  <a:gd name="T23" fmla="*/ 6 h 112"/>
                  <a:gd name="T24" fmla="*/ 74 w 92"/>
                  <a:gd name="T25" fmla="*/ 24 h 112"/>
                  <a:gd name="T26" fmla="*/ 32 w 92"/>
                  <a:gd name="T27" fmla="*/ 42 h 112"/>
                  <a:gd name="T28" fmla="*/ 32 w 92"/>
                  <a:gd name="T29" fmla="*/ 6 h 112"/>
                  <a:gd name="T30" fmla="*/ 46 w 92"/>
                  <a:gd name="T31" fmla="*/ 108 h 112"/>
                  <a:gd name="T32" fmla="*/ 4 w 92"/>
                  <a:gd name="T33" fmla="*/ 94 h 112"/>
                  <a:gd name="T34" fmla="*/ 28 w 92"/>
                  <a:gd name="T35" fmla="*/ 81 h 112"/>
                  <a:gd name="T36" fmla="*/ 28 w 92"/>
                  <a:gd name="T37" fmla="*/ 88 h 112"/>
                  <a:gd name="T38" fmla="*/ 20 w 92"/>
                  <a:gd name="T39" fmla="*/ 94 h 112"/>
                  <a:gd name="T40" fmla="*/ 30 w 92"/>
                  <a:gd name="T41" fmla="*/ 100 h 112"/>
                  <a:gd name="T42" fmla="*/ 40 w 92"/>
                  <a:gd name="T43" fmla="*/ 94 h 112"/>
                  <a:gd name="T44" fmla="*/ 32 w 92"/>
                  <a:gd name="T45" fmla="*/ 88 h 112"/>
                  <a:gd name="T46" fmla="*/ 32 w 92"/>
                  <a:gd name="T47" fmla="*/ 81 h 112"/>
                  <a:gd name="T48" fmla="*/ 46 w 92"/>
                  <a:gd name="T49" fmla="*/ 80 h 112"/>
                  <a:gd name="T50" fmla="*/ 88 w 92"/>
                  <a:gd name="T51" fmla="*/ 94 h 112"/>
                  <a:gd name="T52" fmla="*/ 46 w 92"/>
                  <a:gd name="T53" fmla="*/ 10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2" h="112">
                    <a:moveTo>
                      <a:pt x="46" y="76"/>
                    </a:moveTo>
                    <a:cubicBezTo>
                      <a:pt x="41" y="76"/>
                      <a:pt x="36" y="76"/>
                      <a:pt x="32" y="77"/>
                    </a:cubicBezTo>
                    <a:cubicBezTo>
                      <a:pt x="32" y="46"/>
                      <a:pt x="32" y="46"/>
                      <a:pt x="32" y="46"/>
                    </a:cubicBezTo>
                    <a:cubicBezTo>
                      <a:pt x="84" y="24"/>
                      <a:pt x="84" y="24"/>
                      <a:pt x="84" y="24"/>
                    </a:cubicBezTo>
                    <a:cubicBezTo>
                      <a:pt x="28" y="0"/>
                      <a:pt x="28" y="0"/>
                      <a:pt x="28" y="0"/>
                    </a:cubicBezTo>
                    <a:cubicBezTo>
                      <a:pt x="28" y="26"/>
                      <a:pt x="28" y="26"/>
                      <a:pt x="28" y="26"/>
                    </a:cubicBezTo>
                    <a:cubicBezTo>
                      <a:pt x="28" y="77"/>
                      <a:pt x="28" y="77"/>
                      <a:pt x="28" y="77"/>
                    </a:cubicBezTo>
                    <a:cubicBezTo>
                      <a:pt x="12" y="80"/>
                      <a:pt x="0" y="87"/>
                      <a:pt x="0" y="94"/>
                    </a:cubicBezTo>
                    <a:cubicBezTo>
                      <a:pt x="0" y="104"/>
                      <a:pt x="21" y="112"/>
                      <a:pt x="46" y="112"/>
                    </a:cubicBezTo>
                    <a:cubicBezTo>
                      <a:pt x="71" y="112"/>
                      <a:pt x="92" y="104"/>
                      <a:pt x="92" y="94"/>
                    </a:cubicBezTo>
                    <a:cubicBezTo>
                      <a:pt x="92" y="84"/>
                      <a:pt x="71" y="76"/>
                      <a:pt x="46" y="76"/>
                    </a:cubicBezTo>
                    <a:close/>
                    <a:moveTo>
                      <a:pt x="32" y="6"/>
                    </a:moveTo>
                    <a:cubicBezTo>
                      <a:pt x="74" y="24"/>
                      <a:pt x="74" y="24"/>
                      <a:pt x="74" y="24"/>
                    </a:cubicBezTo>
                    <a:cubicBezTo>
                      <a:pt x="32" y="42"/>
                      <a:pt x="32" y="42"/>
                      <a:pt x="32" y="42"/>
                    </a:cubicBezTo>
                    <a:lnTo>
                      <a:pt x="32" y="6"/>
                    </a:lnTo>
                    <a:close/>
                    <a:moveTo>
                      <a:pt x="46" y="108"/>
                    </a:moveTo>
                    <a:cubicBezTo>
                      <a:pt x="23" y="108"/>
                      <a:pt x="4" y="102"/>
                      <a:pt x="4" y="94"/>
                    </a:cubicBezTo>
                    <a:cubicBezTo>
                      <a:pt x="4" y="88"/>
                      <a:pt x="14" y="84"/>
                      <a:pt x="28" y="81"/>
                    </a:cubicBezTo>
                    <a:cubicBezTo>
                      <a:pt x="28" y="88"/>
                      <a:pt x="28" y="88"/>
                      <a:pt x="28" y="88"/>
                    </a:cubicBezTo>
                    <a:cubicBezTo>
                      <a:pt x="23" y="89"/>
                      <a:pt x="20" y="91"/>
                      <a:pt x="20" y="94"/>
                    </a:cubicBezTo>
                    <a:cubicBezTo>
                      <a:pt x="20" y="97"/>
                      <a:pt x="24" y="100"/>
                      <a:pt x="30" y="100"/>
                    </a:cubicBezTo>
                    <a:cubicBezTo>
                      <a:pt x="36" y="100"/>
                      <a:pt x="40" y="97"/>
                      <a:pt x="40" y="94"/>
                    </a:cubicBezTo>
                    <a:cubicBezTo>
                      <a:pt x="40" y="91"/>
                      <a:pt x="37" y="89"/>
                      <a:pt x="32" y="88"/>
                    </a:cubicBezTo>
                    <a:cubicBezTo>
                      <a:pt x="32" y="81"/>
                      <a:pt x="32" y="81"/>
                      <a:pt x="32" y="81"/>
                    </a:cubicBezTo>
                    <a:cubicBezTo>
                      <a:pt x="36" y="80"/>
                      <a:pt x="41" y="80"/>
                      <a:pt x="46" y="80"/>
                    </a:cubicBezTo>
                    <a:cubicBezTo>
                      <a:pt x="69" y="80"/>
                      <a:pt x="88" y="86"/>
                      <a:pt x="88" y="94"/>
                    </a:cubicBezTo>
                    <a:cubicBezTo>
                      <a:pt x="88" y="102"/>
                      <a:pt x="69" y="108"/>
                      <a:pt x="4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00" name="Freeform 99"/>
            <p:cNvSpPr>
              <a:spLocks noEditPoints="1"/>
            </p:cNvSpPr>
            <p:nvPr/>
          </p:nvSpPr>
          <p:spPr bwMode="auto">
            <a:xfrm>
              <a:off x="9288758" y="231629"/>
              <a:ext cx="590966" cy="590964"/>
            </a:xfrm>
            <a:custGeom>
              <a:avLst/>
              <a:gdLst>
                <a:gd name="T0" fmla="*/ 16 w 96"/>
                <a:gd name="T1" fmla="*/ 83 h 96"/>
                <a:gd name="T2" fmla="*/ 16 w 96"/>
                <a:gd name="T3" fmla="*/ 84 h 96"/>
                <a:gd name="T4" fmla="*/ 16 w 96"/>
                <a:gd name="T5" fmla="*/ 96 h 96"/>
                <a:gd name="T6" fmla="*/ 12 w 96"/>
                <a:gd name="T7" fmla="*/ 87 h 96"/>
                <a:gd name="T8" fmla="*/ 4 w 96"/>
                <a:gd name="T9" fmla="*/ 89 h 96"/>
                <a:gd name="T10" fmla="*/ 0 w 96"/>
                <a:gd name="T11" fmla="*/ 84 h 96"/>
                <a:gd name="T12" fmla="*/ 13 w 96"/>
                <a:gd name="T13" fmla="*/ 80 h 96"/>
                <a:gd name="T14" fmla="*/ 17 w 96"/>
                <a:gd name="T15" fmla="*/ 76 h 96"/>
                <a:gd name="T16" fmla="*/ 8 w 96"/>
                <a:gd name="T17" fmla="*/ 72 h 96"/>
                <a:gd name="T18" fmla="*/ 43 w 96"/>
                <a:gd name="T19" fmla="*/ 51 h 96"/>
                <a:gd name="T20" fmla="*/ 40 w 96"/>
                <a:gd name="T21" fmla="*/ 48 h 96"/>
                <a:gd name="T22" fmla="*/ 48 w 96"/>
                <a:gd name="T23" fmla="*/ 56 h 96"/>
                <a:gd name="T24" fmla="*/ 24 w 96"/>
                <a:gd name="T25" fmla="*/ 75 h 96"/>
                <a:gd name="T26" fmla="*/ 24 w 96"/>
                <a:gd name="T27" fmla="*/ 88 h 96"/>
                <a:gd name="T28" fmla="*/ 20 w 96"/>
                <a:gd name="T29" fmla="*/ 79 h 96"/>
                <a:gd name="T30" fmla="*/ 8 w 96"/>
                <a:gd name="T31" fmla="*/ 44 h 96"/>
                <a:gd name="T32" fmla="*/ 96 w 96"/>
                <a:gd name="T33" fmla="*/ 44 h 96"/>
                <a:gd name="T34" fmla="*/ 28 w 96"/>
                <a:gd name="T35" fmla="*/ 81 h 96"/>
                <a:gd name="T36" fmla="*/ 28 w 96"/>
                <a:gd name="T37" fmla="*/ 76 h 96"/>
                <a:gd name="T38" fmla="*/ 92 w 96"/>
                <a:gd name="T39" fmla="*/ 44 h 96"/>
                <a:gd name="T40" fmla="*/ 12 w 96"/>
                <a:gd name="T41" fmla="*/ 44 h 96"/>
                <a:gd name="T42" fmla="*/ 20 w 96"/>
                <a:gd name="T43" fmla="*/ 68 h 96"/>
                <a:gd name="T44" fmla="*/ 15 w 96"/>
                <a:gd name="T45" fmla="*/ 68 h 96"/>
                <a:gd name="T46" fmla="*/ 40 w 96"/>
                <a:gd name="T47" fmla="*/ 44 h 96"/>
                <a:gd name="T48" fmla="*/ 64 w 96"/>
                <a:gd name="T49" fmla="*/ 44 h 96"/>
                <a:gd name="T50" fmla="*/ 51 w 96"/>
                <a:gd name="T51" fmla="*/ 56 h 96"/>
                <a:gd name="T52" fmla="*/ 53 w 96"/>
                <a:gd name="T53" fmla="*/ 52 h 96"/>
                <a:gd name="T54" fmla="*/ 52 w 96"/>
                <a:gd name="T55" fmla="*/ 36 h 96"/>
                <a:gd name="T56" fmla="*/ 40 w 96"/>
                <a:gd name="T57" fmla="*/ 45 h 96"/>
                <a:gd name="T58" fmla="*/ 28 w 96"/>
                <a:gd name="T59" fmla="*/ 59 h 96"/>
                <a:gd name="T60" fmla="*/ 52 w 96"/>
                <a:gd name="T61" fmla="*/ 16 h 96"/>
                <a:gd name="T62" fmla="*/ 52 w 96"/>
                <a:gd name="T63" fmla="*/ 72 h 96"/>
                <a:gd name="T64" fmla="*/ 40 w 96"/>
                <a:gd name="T65" fmla="*/ 65 h 96"/>
                <a:gd name="T66" fmla="*/ 76 w 96"/>
                <a:gd name="T67" fmla="*/ 44 h 96"/>
                <a:gd name="T68" fmla="*/ 28 w 96"/>
                <a:gd name="T69" fmla="*/ 44 h 96"/>
                <a:gd name="T70" fmla="*/ 28 w 96"/>
                <a:gd name="T71" fmla="*/ 5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6" h="96">
                  <a:moveTo>
                    <a:pt x="20" y="79"/>
                  </a:moveTo>
                  <a:cubicBezTo>
                    <a:pt x="16" y="83"/>
                    <a:pt x="16" y="83"/>
                    <a:pt x="16" y="83"/>
                  </a:cubicBezTo>
                  <a:cubicBezTo>
                    <a:pt x="16" y="84"/>
                    <a:pt x="16" y="84"/>
                    <a:pt x="16" y="84"/>
                  </a:cubicBezTo>
                  <a:cubicBezTo>
                    <a:pt x="16" y="84"/>
                    <a:pt x="16" y="84"/>
                    <a:pt x="16" y="84"/>
                  </a:cubicBezTo>
                  <a:cubicBezTo>
                    <a:pt x="16" y="84"/>
                    <a:pt x="16" y="84"/>
                    <a:pt x="16" y="84"/>
                  </a:cubicBezTo>
                  <a:cubicBezTo>
                    <a:pt x="16" y="96"/>
                    <a:pt x="16" y="96"/>
                    <a:pt x="16" y="96"/>
                  </a:cubicBezTo>
                  <a:cubicBezTo>
                    <a:pt x="12" y="96"/>
                    <a:pt x="12" y="96"/>
                    <a:pt x="12" y="96"/>
                  </a:cubicBezTo>
                  <a:cubicBezTo>
                    <a:pt x="12" y="87"/>
                    <a:pt x="12" y="87"/>
                    <a:pt x="12" y="87"/>
                  </a:cubicBezTo>
                  <a:cubicBezTo>
                    <a:pt x="7" y="92"/>
                    <a:pt x="7" y="92"/>
                    <a:pt x="7" y="92"/>
                  </a:cubicBezTo>
                  <a:cubicBezTo>
                    <a:pt x="4" y="89"/>
                    <a:pt x="4" y="89"/>
                    <a:pt x="4" y="89"/>
                  </a:cubicBezTo>
                  <a:cubicBezTo>
                    <a:pt x="9" y="84"/>
                    <a:pt x="9" y="84"/>
                    <a:pt x="9" y="84"/>
                  </a:cubicBezTo>
                  <a:cubicBezTo>
                    <a:pt x="0" y="84"/>
                    <a:pt x="0" y="84"/>
                    <a:pt x="0" y="84"/>
                  </a:cubicBezTo>
                  <a:cubicBezTo>
                    <a:pt x="0" y="80"/>
                    <a:pt x="0" y="80"/>
                    <a:pt x="0" y="80"/>
                  </a:cubicBezTo>
                  <a:cubicBezTo>
                    <a:pt x="13" y="80"/>
                    <a:pt x="13" y="80"/>
                    <a:pt x="13" y="80"/>
                  </a:cubicBezTo>
                  <a:cubicBezTo>
                    <a:pt x="13" y="80"/>
                    <a:pt x="13" y="80"/>
                    <a:pt x="13" y="80"/>
                  </a:cubicBezTo>
                  <a:cubicBezTo>
                    <a:pt x="17" y="76"/>
                    <a:pt x="17" y="76"/>
                    <a:pt x="17" y="76"/>
                  </a:cubicBezTo>
                  <a:cubicBezTo>
                    <a:pt x="8" y="76"/>
                    <a:pt x="8" y="76"/>
                    <a:pt x="8" y="76"/>
                  </a:cubicBezTo>
                  <a:cubicBezTo>
                    <a:pt x="8" y="72"/>
                    <a:pt x="8" y="72"/>
                    <a:pt x="8" y="72"/>
                  </a:cubicBezTo>
                  <a:cubicBezTo>
                    <a:pt x="21" y="72"/>
                    <a:pt x="21" y="72"/>
                    <a:pt x="21" y="72"/>
                  </a:cubicBezTo>
                  <a:cubicBezTo>
                    <a:pt x="43" y="51"/>
                    <a:pt x="43" y="51"/>
                    <a:pt x="43" y="51"/>
                  </a:cubicBezTo>
                  <a:cubicBezTo>
                    <a:pt x="43" y="51"/>
                    <a:pt x="43" y="51"/>
                    <a:pt x="43" y="51"/>
                  </a:cubicBezTo>
                  <a:cubicBezTo>
                    <a:pt x="40" y="48"/>
                    <a:pt x="40" y="48"/>
                    <a:pt x="40" y="48"/>
                  </a:cubicBezTo>
                  <a:cubicBezTo>
                    <a:pt x="52" y="44"/>
                    <a:pt x="52" y="44"/>
                    <a:pt x="52" y="44"/>
                  </a:cubicBezTo>
                  <a:cubicBezTo>
                    <a:pt x="48" y="56"/>
                    <a:pt x="48" y="56"/>
                    <a:pt x="48" y="56"/>
                  </a:cubicBezTo>
                  <a:cubicBezTo>
                    <a:pt x="46" y="54"/>
                    <a:pt x="46" y="54"/>
                    <a:pt x="46" y="54"/>
                  </a:cubicBezTo>
                  <a:cubicBezTo>
                    <a:pt x="24" y="75"/>
                    <a:pt x="24" y="75"/>
                    <a:pt x="24" y="75"/>
                  </a:cubicBezTo>
                  <a:cubicBezTo>
                    <a:pt x="24" y="76"/>
                    <a:pt x="24" y="76"/>
                    <a:pt x="24" y="76"/>
                  </a:cubicBezTo>
                  <a:cubicBezTo>
                    <a:pt x="24" y="88"/>
                    <a:pt x="24" y="88"/>
                    <a:pt x="24" y="88"/>
                  </a:cubicBezTo>
                  <a:cubicBezTo>
                    <a:pt x="20" y="88"/>
                    <a:pt x="20" y="88"/>
                    <a:pt x="20" y="88"/>
                  </a:cubicBezTo>
                  <a:cubicBezTo>
                    <a:pt x="20" y="79"/>
                    <a:pt x="20" y="79"/>
                    <a:pt x="20" y="79"/>
                  </a:cubicBezTo>
                  <a:close/>
                  <a:moveTo>
                    <a:pt x="15" y="68"/>
                  </a:moveTo>
                  <a:cubicBezTo>
                    <a:pt x="11" y="61"/>
                    <a:pt x="8" y="53"/>
                    <a:pt x="8" y="44"/>
                  </a:cubicBezTo>
                  <a:cubicBezTo>
                    <a:pt x="8" y="20"/>
                    <a:pt x="28" y="0"/>
                    <a:pt x="52" y="0"/>
                  </a:cubicBezTo>
                  <a:cubicBezTo>
                    <a:pt x="76" y="0"/>
                    <a:pt x="96" y="20"/>
                    <a:pt x="96" y="44"/>
                  </a:cubicBezTo>
                  <a:cubicBezTo>
                    <a:pt x="96" y="68"/>
                    <a:pt x="76" y="88"/>
                    <a:pt x="52" y="88"/>
                  </a:cubicBezTo>
                  <a:cubicBezTo>
                    <a:pt x="43" y="88"/>
                    <a:pt x="35" y="85"/>
                    <a:pt x="28" y="81"/>
                  </a:cubicBezTo>
                  <a:cubicBezTo>
                    <a:pt x="28" y="77"/>
                    <a:pt x="28" y="77"/>
                    <a:pt x="28" y="77"/>
                  </a:cubicBezTo>
                  <a:cubicBezTo>
                    <a:pt x="28" y="76"/>
                    <a:pt x="28" y="76"/>
                    <a:pt x="28" y="76"/>
                  </a:cubicBezTo>
                  <a:cubicBezTo>
                    <a:pt x="35" y="81"/>
                    <a:pt x="43" y="84"/>
                    <a:pt x="52" y="84"/>
                  </a:cubicBezTo>
                  <a:cubicBezTo>
                    <a:pt x="74" y="84"/>
                    <a:pt x="92" y="66"/>
                    <a:pt x="92" y="44"/>
                  </a:cubicBezTo>
                  <a:cubicBezTo>
                    <a:pt x="92" y="22"/>
                    <a:pt x="74" y="4"/>
                    <a:pt x="52" y="4"/>
                  </a:cubicBezTo>
                  <a:cubicBezTo>
                    <a:pt x="30" y="4"/>
                    <a:pt x="12" y="22"/>
                    <a:pt x="12" y="44"/>
                  </a:cubicBezTo>
                  <a:cubicBezTo>
                    <a:pt x="12" y="53"/>
                    <a:pt x="15" y="61"/>
                    <a:pt x="20" y="68"/>
                  </a:cubicBezTo>
                  <a:cubicBezTo>
                    <a:pt x="20" y="68"/>
                    <a:pt x="20" y="68"/>
                    <a:pt x="20" y="68"/>
                  </a:cubicBezTo>
                  <a:cubicBezTo>
                    <a:pt x="15" y="68"/>
                    <a:pt x="15" y="68"/>
                    <a:pt x="15" y="68"/>
                  </a:cubicBezTo>
                  <a:cubicBezTo>
                    <a:pt x="15" y="68"/>
                    <a:pt x="15" y="68"/>
                    <a:pt x="15" y="68"/>
                  </a:cubicBezTo>
                  <a:close/>
                  <a:moveTo>
                    <a:pt x="40" y="45"/>
                  </a:moveTo>
                  <a:cubicBezTo>
                    <a:pt x="40" y="44"/>
                    <a:pt x="40" y="44"/>
                    <a:pt x="40" y="44"/>
                  </a:cubicBezTo>
                  <a:cubicBezTo>
                    <a:pt x="40" y="37"/>
                    <a:pt x="45" y="32"/>
                    <a:pt x="52" y="32"/>
                  </a:cubicBezTo>
                  <a:cubicBezTo>
                    <a:pt x="59" y="32"/>
                    <a:pt x="64" y="37"/>
                    <a:pt x="64" y="44"/>
                  </a:cubicBezTo>
                  <a:cubicBezTo>
                    <a:pt x="64" y="51"/>
                    <a:pt x="59" y="56"/>
                    <a:pt x="52" y="56"/>
                  </a:cubicBezTo>
                  <a:cubicBezTo>
                    <a:pt x="52" y="56"/>
                    <a:pt x="52" y="56"/>
                    <a:pt x="51" y="56"/>
                  </a:cubicBezTo>
                  <a:cubicBezTo>
                    <a:pt x="53" y="52"/>
                    <a:pt x="53" y="52"/>
                    <a:pt x="53" y="52"/>
                  </a:cubicBezTo>
                  <a:cubicBezTo>
                    <a:pt x="53" y="52"/>
                    <a:pt x="53" y="52"/>
                    <a:pt x="53" y="52"/>
                  </a:cubicBezTo>
                  <a:cubicBezTo>
                    <a:pt x="57" y="52"/>
                    <a:pt x="60" y="48"/>
                    <a:pt x="60" y="44"/>
                  </a:cubicBezTo>
                  <a:cubicBezTo>
                    <a:pt x="60" y="40"/>
                    <a:pt x="56" y="36"/>
                    <a:pt x="52" y="36"/>
                  </a:cubicBezTo>
                  <a:cubicBezTo>
                    <a:pt x="48" y="36"/>
                    <a:pt x="44" y="39"/>
                    <a:pt x="44" y="43"/>
                  </a:cubicBezTo>
                  <a:cubicBezTo>
                    <a:pt x="40" y="45"/>
                    <a:pt x="40" y="45"/>
                    <a:pt x="40" y="45"/>
                  </a:cubicBezTo>
                  <a:cubicBezTo>
                    <a:pt x="40" y="45"/>
                    <a:pt x="40" y="45"/>
                    <a:pt x="40" y="45"/>
                  </a:cubicBezTo>
                  <a:close/>
                  <a:moveTo>
                    <a:pt x="28" y="59"/>
                  </a:moveTo>
                  <a:cubicBezTo>
                    <a:pt x="26" y="55"/>
                    <a:pt x="24" y="50"/>
                    <a:pt x="24" y="44"/>
                  </a:cubicBezTo>
                  <a:cubicBezTo>
                    <a:pt x="24" y="29"/>
                    <a:pt x="37" y="16"/>
                    <a:pt x="52" y="16"/>
                  </a:cubicBezTo>
                  <a:cubicBezTo>
                    <a:pt x="67" y="16"/>
                    <a:pt x="80" y="29"/>
                    <a:pt x="80" y="44"/>
                  </a:cubicBezTo>
                  <a:cubicBezTo>
                    <a:pt x="80" y="59"/>
                    <a:pt x="67" y="72"/>
                    <a:pt x="52" y="72"/>
                  </a:cubicBezTo>
                  <a:cubicBezTo>
                    <a:pt x="46" y="72"/>
                    <a:pt x="41" y="70"/>
                    <a:pt x="37" y="68"/>
                  </a:cubicBezTo>
                  <a:cubicBezTo>
                    <a:pt x="40" y="65"/>
                    <a:pt x="40" y="65"/>
                    <a:pt x="40" y="65"/>
                  </a:cubicBezTo>
                  <a:cubicBezTo>
                    <a:pt x="43" y="67"/>
                    <a:pt x="48" y="68"/>
                    <a:pt x="52" y="68"/>
                  </a:cubicBezTo>
                  <a:cubicBezTo>
                    <a:pt x="65" y="68"/>
                    <a:pt x="76" y="57"/>
                    <a:pt x="76" y="44"/>
                  </a:cubicBezTo>
                  <a:cubicBezTo>
                    <a:pt x="76" y="31"/>
                    <a:pt x="65" y="20"/>
                    <a:pt x="52" y="20"/>
                  </a:cubicBezTo>
                  <a:cubicBezTo>
                    <a:pt x="39" y="20"/>
                    <a:pt x="28" y="31"/>
                    <a:pt x="28" y="44"/>
                  </a:cubicBezTo>
                  <a:cubicBezTo>
                    <a:pt x="28" y="48"/>
                    <a:pt x="29" y="53"/>
                    <a:pt x="31" y="56"/>
                  </a:cubicBezTo>
                  <a:cubicBezTo>
                    <a:pt x="28" y="59"/>
                    <a:pt x="28" y="59"/>
                    <a:pt x="28" y="59"/>
                  </a:cubicBezTo>
                  <a:cubicBezTo>
                    <a:pt x="28" y="59"/>
                    <a:pt x="28" y="59"/>
                    <a:pt x="28" y="5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01" name="Group 100"/>
            <p:cNvGrpSpPr/>
            <p:nvPr/>
          </p:nvGrpSpPr>
          <p:grpSpPr>
            <a:xfrm>
              <a:off x="2623073" y="5695915"/>
              <a:ext cx="636112" cy="640528"/>
              <a:chOff x="1908175" y="3841750"/>
              <a:chExt cx="228600" cy="230187"/>
            </a:xfrm>
            <a:grpFill/>
          </p:grpSpPr>
          <p:sp>
            <p:nvSpPr>
              <p:cNvPr id="184" name="Freeform 183"/>
              <p:cNvSpPr>
                <a:spLocks noEditPoints="1"/>
              </p:cNvSpPr>
              <p:nvPr/>
            </p:nvSpPr>
            <p:spPr bwMode="auto">
              <a:xfrm>
                <a:off x="1990725" y="3925888"/>
                <a:ext cx="63500" cy="61912"/>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5" name="Freeform 184"/>
              <p:cNvSpPr>
                <a:spLocks noEditPoints="1"/>
              </p:cNvSpPr>
              <p:nvPr/>
            </p:nvSpPr>
            <p:spPr bwMode="auto">
              <a:xfrm>
                <a:off x="1908175" y="3841750"/>
                <a:ext cx="228600" cy="230187"/>
              </a:xfrm>
              <a:custGeom>
                <a:avLst/>
                <a:gdLst>
                  <a:gd name="T0" fmla="*/ 44 w 88"/>
                  <a:gd name="T1" fmla="*/ 0 h 88"/>
                  <a:gd name="T2" fmla="*/ 0 w 88"/>
                  <a:gd name="T3" fmla="*/ 44 h 88"/>
                  <a:gd name="T4" fmla="*/ 44 w 88"/>
                  <a:gd name="T5" fmla="*/ 88 h 88"/>
                  <a:gd name="T6" fmla="*/ 88 w 88"/>
                  <a:gd name="T7" fmla="*/ 44 h 88"/>
                  <a:gd name="T8" fmla="*/ 44 w 88"/>
                  <a:gd name="T9" fmla="*/ 0 h 88"/>
                  <a:gd name="T10" fmla="*/ 44 w 88"/>
                  <a:gd name="T11" fmla="*/ 84 h 88"/>
                  <a:gd name="T12" fmla="*/ 4 w 88"/>
                  <a:gd name="T13" fmla="*/ 44 h 88"/>
                  <a:gd name="T14" fmla="*/ 44 w 88"/>
                  <a:gd name="T15" fmla="*/ 4 h 88"/>
                  <a:gd name="T16" fmla="*/ 84 w 88"/>
                  <a:gd name="T17" fmla="*/ 44 h 88"/>
                  <a:gd name="T18" fmla="*/ 44 w 88"/>
                  <a:gd name="T19" fmla="*/ 8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0"/>
                    </a:moveTo>
                    <a:cubicBezTo>
                      <a:pt x="20" y="0"/>
                      <a:pt x="0" y="20"/>
                      <a:pt x="0" y="44"/>
                    </a:cubicBezTo>
                    <a:cubicBezTo>
                      <a:pt x="0" y="68"/>
                      <a:pt x="20" y="88"/>
                      <a:pt x="44" y="88"/>
                    </a:cubicBezTo>
                    <a:cubicBezTo>
                      <a:pt x="68" y="88"/>
                      <a:pt x="88" y="68"/>
                      <a:pt x="88" y="44"/>
                    </a:cubicBezTo>
                    <a:cubicBezTo>
                      <a:pt x="88" y="20"/>
                      <a:pt x="68" y="0"/>
                      <a:pt x="44" y="0"/>
                    </a:cubicBezTo>
                    <a:close/>
                    <a:moveTo>
                      <a:pt x="44" y="84"/>
                    </a:moveTo>
                    <a:cubicBezTo>
                      <a:pt x="22" y="84"/>
                      <a:pt x="4" y="66"/>
                      <a:pt x="4" y="44"/>
                    </a:cubicBezTo>
                    <a:cubicBezTo>
                      <a:pt x="4" y="22"/>
                      <a:pt x="22" y="4"/>
                      <a:pt x="44" y="4"/>
                    </a:cubicBezTo>
                    <a:cubicBezTo>
                      <a:pt x="66" y="4"/>
                      <a:pt x="84" y="22"/>
                      <a:pt x="84" y="44"/>
                    </a:cubicBezTo>
                    <a:cubicBezTo>
                      <a:pt x="84" y="66"/>
                      <a:pt x="66" y="84"/>
                      <a:pt x="4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6" name="Freeform 185"/>
              <p:cNvSpPr>
                <a:spLocks noEditPoints="1"/>
              </p:cNvSpPr>
              <p:nvPr/>
            </p:nvSpPr>
            <p:spPr bwMode="auto">
              <a:xfrm>
                <a:off x="1949450" y="3884613"/>
                <a:ext cx="146050" cy="146050"/>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2 h 56"/>
                  <a:gd name="T12" fmla="*/ 4 w 56"/>
                  <a:gd name="T13" fmla="*/ 28 h 56"/>
                  <a:gd name="T14" fmla="*/ 28 w 56"/>
                  <a:gd name="T15" fmla="*/ 4 h 56"/>
                  <a:gd name="T16" fmla="*/ 52 w 56"/>
                  <a:gd name="T17" fmla="*/ 28 h 56"/>
                  <a:gd name="T18" fmla="*/ 28 w 56"/>
                  <a:gd name="T19" fmla="*/ 5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2"/>
                    </a:moveTo>
                    <a:cubicBezTo>
                      <a:pt x="15" y="52"/>
                      <a:pt x="4" y="41"/>
                      <a:pt x="4" y="28"/>
                    </a:cubicBezTo>
                    <a:cubicBezTo>
                      <a:pt x="4" y="15"/>
                      <a:pt x="15" y="4"/>
                      <a:pt x="28" y="4"/>
                    </a:cubicBezTo>
                    <a:cubicBezTo>
                      <a:pt x="41" y="4"/>
                      <a:pt x="52" y="15"/>
                      <a:pt x="52" y="28"/>
                    </a:cubicBezTo>
                    <a:cubicBezTo>
                      <a:pt x="52" y="41"/>
                      <a:pt x="41" y="52"/>
                      <a:pt x="28"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02" name="Freeform 151"/>
            <p:cNvSpPr>
              <a:spLocks noEditPoints="1"/>
            </p:cNvSpPr>
            <p:nvPr/>
          </p:nvSpPr>
          <p:spPr bwMode="auto">
            <a:xfrm>
              <a:off x="8087826" y="2246792"/>
              <a:ext cx="1002608" cy="1002614"/>
            </a:xfrm>
            <a:custGeom>
              <a:avLst/>
              <a:gdLst>
                <a:gd name="T0" fmla="*/ 88 w 176"/>
                <a:gd name="T1" fmla="*/ 0 h 176"/>
                <a:gd name="T2" fmla="*/ 0 w 176"/>
                <a:gd name="T3" fmla="*/ 88 h 176"/>
                <a:gd name="T4" fmla="*/ 88 w 176"/>
                <a:gd name="T5" fmla="*/ 176 h 176"/>
                <a:gd name="T6" fmla="*/ 176 w 176"/>
                <a:gd name="T7" fmla="*/ 88 h 176"/>
                <a:gd name="T8" fmla="*/ 88 w 176"/>
                <a:gd name="T9" fmla="*/ 0 h 176"/>
                <a:gd name="T10" fmla="*/ 88 w 176"/>
                <a:gd name="T11" fmla="*/ 168 h 176"/>
                <a:gd name="T12" fmla="*/ 36 w 176"/>
                <a:gd name="T13" fmla="*/ 149 h 176"/>
                <a:gd name="T14" fmla="*/ 64 w 176"/>
                <a:gd name="T15" fmla="*/ 131 h 176"/>
                <a:gd name="T16" fmla="*/ 77 w 176"/>
                <a:gd name="T17" fmla="*/ 102 h 176"/>
                <a:gd name="T18" fmla="*/ 73 w 176"/>
                <a:gd name="T19" fmla="*/ 95 h 176"/>
                <a:gd name="T20" fmla="*/ 64 w 176"/>
                <a:gd name="T21" fmla="*/ 59 h 176"/>
                <a:gd name="T22" fmla="*/ 84 w 176"/>
                <a:gd name="T23" fmla="*/ 35 h 176"/>
                <a:gd name="T24" fmla="*/ 96 w 176"/>
                <a:gd name="T25" fmla="*/ 33 h 176"/>
                <a:gd name="T26" fmla="*/ 100 w 176"/>
                <a:gd name="T27" fmla="*/ 32 h 176"/>
                <a:gd name="T28" fmla="*/ 116 w 176"/>
                <a:gd name="T29" fmla="*/ 60 h 176"/>
                <a:gd name="T30" fmla="*/ 108 w 176"/>
                <a:gd name="T31" fmla="*/ 94 h 176"/>
                <a:gd name="T32" fmla="*/ 104 w 176"/>
                <a:gd name="T33" fmla="*/ 102 h 176"/>
                <a:gd name="T34" fmla="*/ 102 w 176"/>
                <a:gd name="T35" fmla="*/ 117 h 176"/>
                <a:gd name="T36" fmla="*/ 120 w 176"/>
                <a:gd name="T37" fmla="*/ 133 h 176"/>
                <a:gd name="T38" fmla="*/ 141 w 176"/>
                <a:gd name="T39" fmla="*/ 148 h 176"/>
                <a:gd name="T40" fmla="*/ 88 w 176"/>
                <a:gd name="T41" fmla="*/ 168 h 176"/>
                <a:gd name="T42" fmla="*/ 146 w 176"/>
                <a:gd name="T43" fmla="*/ 143 h 176"/>
                <a:gd name="T44" fmla="*/ 123 w 176"/>
                <a:gd name="T45" fmla="*/ 126 h 176"/>
                <a:gd name="T46" fmla="*/ 110 w 176"/>
                <a:gd name="T47" fmla="*/ 115 h 176"/>
                <a:gd name="T48" fmla="*/ 111 w 176"/>
                <a:gd name="T49" fmla="*/ 105 h 176"/>
                <a:gd name="T50" fmla="*/ 115 w 176"/>
                <a:gd name="T51" fmla="*/ 98 h 176"/>
                <a:gd name="T52" fmla="*/ 124 w 176"/>
                <a:gd name="T53" fmla="*/ 60 h 176"/>
                <a:gd name="T54" fmla="*/ 100 w 176"/>
                <a:gd name="T55" fmla="*/ 24 h 176"/>
                <a:gd name="T56" fmla="*/ 93 w 176"/>
                <a:gd name="T57" fmla="*/ 25 h 176"/>
                <a:gd name="T58" fmla="*/ 84 w 176"/>
                <a:gd name="T59" fmla="*/ 27 h 176"/>
                <a:gd name="T60" fmla="*/ 56 w 176"/>
                <a:gd name="T61" fmla="*/ 59 h 176"/>
                <a:gd name="T62" fmla="*/ 66 w 176"/>
                <a:gd name="T63" fmla="*/ 99 h 176"/>
                <a:gd name="T64" fmla="*/ 69 w 176"/>
                <a:gd name="T65" fmla="*/ 105 h 176"/>
                <a:gd name="T66" fmla="*/ 61 w 176"/>
                <a:gd name="T67" fmla="*/ 124 h 176"/>
                <a:gd name="T68" fmla="*/ 30 w 176"/>
                <a:gd name="T69" fmla="*/ 143 h 176"/>
                <a:gd name="T70" fmla="*/ 8 w 176"/>
                <a:gd name="T71" fmla="*/ 88 h 176"/>
                <a:gd name="T72" fmla="*/ 88 w 176"/>
                <a:gd name="T73" fmla="*/ 8 h 176"/>
                <a:gd name="T74" fmla="*/ 168 w 176"/>
                <a:gd name="T75" fmla="*/ 88 h 176"/>
                <a:gd name="T76" fmla="*/ 146 w 176"/>
                <a:gd name="T77" fmla="*/ 143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6" h="176">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68" y="168"/>
                    <a:pt x="50" y="161"/>
                    <a:pt x="36" y="149"/>
                  </a:cubicBezTo>
                  <a:cubicBezTo>
                    <a:pt x="47" y="139"/>
                    <a:pt x="52" y="137"/>
                    <a:pt x="64" y="131"/>
                  </a:cubicBezTo>
                  <a:cubicBezTo>
                    <a:pt x="78" y="125"/>
                    <a:pt x="82" y="114"/>
                    <a:pt x="77" y="102"/>
                  </a:cubicBezTo>
                  <a:cubicBezTo>
                    <a:pt x="76" y="99"/>
                    <a:pt x="74" y="97"/>
                    <a:pt x="73" y="95"/>
                  </a:cubicBezTo>
                  <a:cubicBezTo>
                    <a:pt x="69" y="87"/>
                    <a:pt x="64" y="79"/>
                    <a:pt x="64" y="59"/>
                  </a:cubicBezTo>
                  <a:cubicBezTo>
                    <a:pt x="64" y="35"/>
                    <a:pt x="75" y="35"/>
                    <a:pt x="84" y="35"/>
                  </a:cubicBezTo>
                  <a:cubicBezTo>
                    <a:pt x="90" y="35"/>
                    <a:pt x="93" y="34"/>
                    <a:pt x="96" y="33"/>
                  </a:cubicBezTo>
                  <a:cubicBezTo>
                    <a:pt x="97" y="32"/>
                    <a:pt x="98" y="32"/>
                    <a:pt x="100" y="32"/>
                  </a:cubicBezTo>
                  <a:cubicBezTo>
                    <a:pt x="108" y="32"/>
                    <a:pt x="116" y="39"/>
                    <a:pt x="116" y="60"/>
                  </a:cubicBezTo>
                  <a:cubicBezTo>
                    <a:pt x="116" y="81"/>
                    <a:pt x="113" y="86"/>
                    <a:pt x="108" y="94"/>
                  </a:cubicBezTo>
                  <a:cubicBezTo>
                    <a:pt x="107" y="96"/>
                    <a:pt x="105" y="99"/>
                    <a:pt x="104" y="102"/>
                  </a:cubicBezTo>
                  <a:cubicBezTo>
                    <a:pt x="101" y="107"/>
                    <a:pt x="101" y="112"/>
                    <a:pt x="102" y="117"/>
                  </a:cubicBezTo>
                  <a:cubicBezTo>
                    <a:pt x="105" y="123"/>
                    <a:pt x="110" y="128"/>
                    <a:pt x="120" y="133"/>
                  </a:cubicBezTo>
                  <a:cubicBezTo>
                    <a:pt x="128" y="137"/>
                    <a:pt x="136" y="144"/>
                    <a:pt x="141" y="148"/>
                  </a:cubicBezTo>
                  <a:cubicBezTo>
                    <a:pt x="127" y="160"/>
                    <a:pt x="108" y="168"/>
                    <a:pt x="88" y="168"/>
                  </a:cubicBezTo>
                  <a:moveTo>
                    <a:pt x="146" y="143"/>
                  </a:moveTo>
                  <a:cubicBezTo>
                    <a:pt x="142" y="138"/>
                    <a:pt x="132" y="130"/>
                    <a:pt x="123" y="126"/>
                  </a:cubicBezTo>
                  <a:cubicBezTo>
                    <a:pt x="116" y="122"/>
                    <a:pt x="111" y="118"/>
                    <a:pt x="110" y="115"/>
                  </a:cubicBezTo>
                  <a:cubicBezTo>
                    <a:pt x="109" y="112"/>
                    <a:pt x="109" y="109"/>
                    <a:pt x="111" y="105"/>
                  </a:cubicBezTo>
                  <a:cubicBezTo>
                    <a:pt x="113" y="102"/>
                    <a:pt x="114" y="100"/>
                    <a:pt x="115" y="98"/>
                  </a:cubicBezTo>
                  <a:cubicBezTo>
                    <a:pt x="120" y="89"/>
                    <a:pt x="124" y="83"/>
                    <a:pt x="124" y="60"/>
                  </a:cubicBezTo>
                  <a:cubicBezTo>
                    <a:pt x="124" y="26"/>
                    <a:pt x="104" y="24"/>
                    <a:pt x="100" y="24"/>
                  </a:cubicBezTo>
                  <a:cubicBezTo>
                    <a:pt x="97" y="24"/>
                    <a:pt x="95" y="25"/>
                    <a:pt x="93" y="25"/>
                  </a:cubicBezTo>
                  <a:cubicBezTo>
                    <a:pt x="91" y="26"/>
                    <a:pt x="89" y="27"/>
                    <a:pt x="84" y="27"/>
                  </a:cubicBezTo>
                  <a:cubicBezTo>
                    <a:pt x="75" y="27"/>
                    <a:pt x="56" y="28"/>
                    <a:pt x="56" y="59"/>
                  </a:cubicBezTo>
                  <a:cubicBezTo>
                    <a:pt x="56" y="81"/>
                    <a:pt x="62" y="91"/>
                    <a:pt x="66" y="99"/>
                  </a:cubicBezTo>
                  <a:cubicBezTo>
                    <a:pt x="67" y="101"/>
                    <a:pt x="68" y="103"/>
                    <a:pt x="69" y="105"/>
                  </a:cubicBezTo>
                  <a:cubicBezTo>
                    <a:pt x="73" y="114"/>
                    <a:pt x="70" y="120"/>
                    <a:pt x="61" y="124"/>
                  </a:cubicBezTo>
                  <a:cubicBezTo>
                    <a:pt x="48" y="130"/>
                    <a:pt x="42" y="132"/>
                    <a:pt x="30" y="143"/>
                  </a:cubicBezTo>
                  <a:cubicBezTo>
                    <a:pt x="16" y="129"/>
                    <a:pt x="8" y="109"/>
                    <a:pt x="8" y="88"/>
                  </a:cubicBezTo>
                  <a:cubicBezTo>
                    <a:pt x="8" y="44"/>
                    <a:pt x="44" y="8"/>
                    <a:pt x="88" y="8"/>
                  </a:cubicBezTo>
                  <a:cubicBezTo>
                    <a:pt x="132" y="8"/>
                    <a:pt x="168" y="44"/>
                    <a:pt x="168" y="88"/>
                  </a:cubicBezTo>
                  <a:cubicBezTo>
                    <a:pt x="168" y="109"/>
                    <a:pt x="160" y="128"/>
                    <a:pt x="146" y="14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3" name="Freeform 152"/>
            <p:cNvSpPr>
              <a:spLocks noEditPoints="1"/>
            </p:cNvSpPr>
            <p:nvPr/>
          </p:nvSpPr>
          <p:spPr bwMode="auto">
            <a:xfrm>
              <a:off x="608526" y="399766"/>
              <a:ext cx="1007478" cy="1002614"/>
            </a:xfrm>
            <a:custGeom>
              <a:avLst/>
              <a:gdLst>
                <a:gd name="T0" fmla="*/ 88 w 176"/>
                <a:gd name="T1" fmla="*/ 0 h 176"/>
                <a:gd name="T2" fmla="*/ 0 w 176"/>
                <a:gd name="T3" fmla="*/ 88 h 176"/>
                <a:gd name="T4" fmla="*/ 88 w 176"/>
                <a:gd name="T5" fmla="*/ 176 h 176"/>
                <a:gd name="T6" fmla="*/ 176 w 176"/>
                <a:gd name="T7" fmla="*/ 88 h 176"/>
                <a:gd name="T8" fmla="*/ 88 w 176"/>
                <a:gd name="T9" fmla="*/ 0 h 176"/>
                <a:gd name="T10" fmla="*/ 88 w 176"/>
                <a:gd name="T11" fmla="*/ 168 h 176"/>
                <a:gd name="T12" fmla="*/ 38 w 176"/>
                <a:gd name="T13" fmla="*/ 151 h 176"/>
                <a:gd name="T14" fmla="*/ 64 w 176"/>
                <a:gd name="T15" fmla="*/ 133 h 176"/>
                <a:gd name="T16" fmla="*/ 74 w 176"/>
                <a:gd name="T17" fmla="*/ 124 h 176"/>
                <a:gd name="T18" fmla="*/ 71 w 176"/>
                <a:gd name="T19" fmla="*/ 116 h 176"/>
                <a:gd name="T20" fmla="*/ 67 w 176"/>
                <a:gd name="T21" fmla="*/ 115 h 176"/>
                <a:gd name="T22" fmla="*/ 50 w 176"/>
                <a:gd name="T23" fmla="*/ 112 h 176"/>
                <a:gd name="T24" fmla="*/ 56 w 176"/>
                <a:gd name="T25" fmla="*/ 72 h 176"/>
                <a:gd name="T26" fmla="*/ 90 w 176"/>
                <a:gd name="T27" fmla="*/ 32 h 176"/>
                <a:gd name="T28" fmla="*/ 120 w 176"/>
                <a:gd name="T29" fmla="*/ 74 h 176"/>
                <a:gd name="T30" fmla="*/ 126 w 176"/>
                <a:gd name="T31" fmla="*/ 111 h 176"/>
                <a:gd name="T32" fmla="*/ 107 w 176"/>
                <a:gd name="T33" fmla="*/ 114 h 176"/>
                <a:gd name="T34" fmla="*/ 103 w 176"/>
                <a:gd name="T35" fmla="*/ 116 h 176"/>
                <a:gd name="T36" fmla="*/ 111 w 176"/>
                <a:gd name="T37" fmla="*/ 132 h 176"/>
                <a:gd name="T38" fmla="*/ 137 w 176"/>
                <a:gd name="T39" fmla="*/ 151 h 176"/>
                <a:gd name="T40" fmla="*/ 88 w 176"/>
                <a:gd name="T41" fmla="*/ 168 h 176"/>
                <a:gd name="T42" fmla="*/ 143 w 176"/>
                <a:gd name="T43" fmla="*/ 146 h 176"/>
                <a:gd name="T44" fmla="*/ 115 w 176"/>
                <a:gd name="T45" fmla="*/ 125 h 176"/>
                <a:gd name="T46" fmla="*/ 111 w 176"/>
                <a:gd name="T47" fmla="*/ 122 h 176"/>
                <a:gd name="T48" fmla="*/ 135 w 176"/>
                <a:gd name="T49" fmla="*/ 116 h 176"/>
                <a:gd name="T50" fmla="*/ 137 w 176"/>
                <a:gd name="T51" fmla="*/ 112 h 176"/>
                <a:gd name="T52" fmla="*/ 135 w 176"/>
                <a:gd name="T53" fmla="*/ 109 h 176"/>
                <a:gd name="T54" fmla="*/ 128 w 176"/>
                <a:gd name="T55" fmla="*/ 74 h 176"/>
                <a:gd name="T56" fmla="*/ 90 w 176"/>
                <a:gd name="T57" fmla="*/ 24 h 176"/>
                <a:gd name="T58" fmla="*/ 48 w 176"/>
                <a:gd name="T59" fmla="*/ 72 h 176"/>
                <a:gd name="T60" fmla="*/ 42 w 176"/>
                <a:gd name="T61" fmla="*/ 109 h 176"/>
                <a:gd name="T62" fmla="*/ 39 w 176"/>
                <a:gd name="T63" fmla="*/ 112 h 176"/>
                <a:gd name="T64" fmla="*/ 41 w 176"/>
                <a:gd name="T65" fmla="*/ 116 h 176"/>
                <a:gd name="T66" fmla="*/ 66 w 176"/>
                <a:gd name="T67" fmla="*/ 123 h 176"/>
                <a:gd name="T68" fmla="*/ 62 w 176"/>
                <a:gd name="T69" fmla="*/ 125 h 176"/>
                <a:gd name="T70" fmla="*/ 32 w 176"/>
                <a:gd name="T71" fmla="*/ 145 h 176"/>
                <a:gd name="T72" fmla="*/ 8 w 176"/>
                <a:gd name="T73" fmla="*/ 88 h 176"/>
                <a:gd name="T74" fmla="*/ 88 w 176"/>
                <a:gd name="T75" fmla="*/ 8 h 176"/>
                <a:gd name="T76" fmla="*/ 168 w 176"/>
                <a:gd name="T77" fmla="*/ 88 h 176"/>
                <a:gd name="T78" fmla="*/ 143 w 176"/>
                <a:gd name="T79" fmla="*/ 14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6" h="176">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69" y="168"/>
                    <a:pt x="52" y="161"/>
                    <a:pt x="38" y="151"/>
                  </a:cubicBezTo>
                  <a:cubicBezTo>
                    <a:pt x="44" y="143"/>
                    <a:pt x="55" y="136"/>
                    <a:pt x="64" y="133"/>
                  </a:cubicBezTo>
                  <a:cubicBezTo>
                    <a:pt x="70" y="131"/>
                    <a:pt x="73" y="128"/>
                    <a:pt x="74" y="124"/>
                  </a:cubicBezTo>
                  <a:cubicBezTo>
                    <a:pt x="75" y="119"/>
                    <a:pt x="72" y="116"/>
                    <a:pt x="71" y="116"/>
                  </a:cubicBezTo>
                  <a:cubicBezTo>
                    <a:pt x="70" y="115"/>
                    <a:pt x="69" y="114"/>
                    <a:pt x="67" y="115"/>
                  </a:cubicBezTo>
                  <a:cubicBezTo>
                    <a:pt x="67" y="115"/>
                    <a:pt x="60" y="117"/>
                    <a:pt x="50" y="112"/>
                  </a:cubicBezTo>
                  <a:cubicBezTo>
                    <a:pt x="53" y="106"/>
                    <a:pt x="56" y="95"/>
                    <a:pt x="56" y="72"/>
                  </a:cubicBezTo>
                  <a:cubicBezTo>
                    <a:pt x="56" y="35"/>
                    <a:pt x="72" y="32"/>
                    <a:pt x="90" y="32"/>
                  </a:cubicBezTo>
                  <a:cubicBezTo>
                    <a:pt x="103" y="32"/>
                    <a:pt x="120" y="36"/>
                    <a:pt x="120" y="74"/>
                  </a:cubicBezTo>
                  <a:cubicBezTo>
                    <a:pt x="120" y="95"/>
                    <a:pt x="123" y="106"/>
                    <a:pt x="126" y="111"/>
                  </a:cubicBezTo>
                  <a:cubicBezTo>
                    <a:pt x="122" y="113"/>
                    <a:pt x="115" y="115"/>
                    <a:pt x="107" y="114"/>
                  </a:cubicBezTo>
                  <a:cubicBezTo>
                    <a:pt x="105" y="114"/>
                    <a:pt x="103" y="115"/>
                    <a:pt x="103" y="116"/>
                  </a:cubicBezTo>
                  <a:cubicBezTo>
                    <a:pt x="101" y="120"/>
                    <a:pt x="101" y="128"/>
                    <a:pt x="111" y="132"/>
                  </a:cubicBezTo>
                  <a:cubicBezTo>
                    <a:pt x="120" y="136"/>
                    <a:pt x="129" y="141"/>
                    <a:pt x="137" y="151"/>
                  </a:cubicBezTo>
                  <a:cubicBezTo>
                    <a:pt x="124" y="162"/>
                    <a:pt x="107" y="168"/>
                    <a:pt x="88" y="168"/>
                  </a:cubicBezTo>
                  <a:moveTo>
                    <a:pt x="143" y="146"/>
                  </a:moveTo>
                  <a:cubicBezTo>
                    <a:pt x="135" y="135"/>
                    <a:pt x="124" y="129"/>
                    <a:pt x="115" y="125"/>
                  </a:cubicBezTo>
                  <a:cubicBezTo>
                    <a:pt x="113" y="124"/>
                    <a:pt x="112" y="123"/>
                    <a:pt x="111" y="122"/>
                  </a:cubicBezTo>
                  <a:cubicBezTo>
                    <a:pt x="124" y="122"/>
                    <a:pt x="135" y="116"/>
                    <a:pt x="135" y="116"/>
                  </a:cubicBezTo>
                  <a:cubicBezTo>
                    <a:pt x="136" y="115"/>
                    <a:pt x="137" y="113"/>
                    <a:pt x="137" y="112"/>
                  </a:cubicBezTo>
                  <a:cubicBezTo>
                    <a:pt x="137" y="110"/>
                    <a:pt x="136" y="109"/>
                    <a:pt x="135" y="109"/>
                  </a:cubicBezTo>
                  <a:cubicBezTo>
                    <a:pt x="134" y="108"/>
                    <a:pt x="128" y="103"/>
                    <a:pt x="128" y="74"/>
                  </a:cubicBezTo>
                  <a:cubicBezTo>
                    <a:pt x="128" y="41"/>
                    <a:pt x="115" y="24"/>
                    <a:pt x="90" y="24"/>
                  </a:cubicBezTo>
                  <a:cubicBezTo>
                    <a:pt x="69" y="24"/>
                    <a:pt x="48" y="30"/>
                    <a:pt x="48" y="72"/>
                  </a:cubicBezTo>
                  <a:cubicBezTo>
                    <a:pt x="48" y="102"/>
                    <a:pt x="43" y="108"/>
                    <a:pt x="42" y="109"/>
                  </a:cubicBezTo>
                  <a:cubicBezTo>
                    <a:pt x="40" y="109"/>
                    <a:pt x="39" y="110"/>
                    <a:pt x="39" y="112"/>
                  </a:cubicBezTo>
                  <a:cubicBezTo>
                    <a:pt x="39" y="114"/>
                    <a:pt x="39" y="115"/>
                    <a:pt x="41" y="116"/>
                  </a:cubicBezTo>
                  <a:cubicBezTo>
                    <a:pt x="52" y="123"/>
                    <a:pt x="61" y="123"/>
                    <a:pt x="66" y="123"/>
                  </a:cubicBezTo>
                  <a:cubicBezTo>
                    <a:pt x="65" y="123"/>
                    <a:pt x="64" y="124"/>
                    <a:pt x="62" y="125"/>
                  </a:cubicBezTo>
                  <a:cubicBezTo>
                    <a:pt x="51" y="129"/>
                    <a:pt x="39" y="137"/>
                    <a:pt x="32" y="145"/>
                  </a:cubicBezTo>
                  <a:cubicBezTo>
                    <a:pt x="17" y="131"/>
                    <a:pt x="8" y="110"/>
                    <a:pt x="8" y="88"/>
                  </a:cubicBezTo>
                  <a:cubicBezTo>
                    <a:pt x="8" y="44"/>
                    <a:pt x="44" y="8"/>
                    <a:pt x="88" y="8"/>
                  </a:cubicBezTo>
                  <a:cubicBezTo>
                    <a:pt x="132" y="8"/>
                    <a:pt x="168" y="44"/>
                    <a:pt x="168" y="88"/>
                  </a:cubicBezTo>
                  <a:cubicBezTo>
                    <a:pt x="168" y="111"/>
                    <a:pt x="159" y="131"/>
                    <a:pt x="143" y="14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4" name="Freeform 153"/>
            <p:cNvSpPr>
              <a:spLocks noEditPoints="1"/>
            </p:cNvSpPr>
            <p:nvPr/>
          </p:nvSpPr>
          <p:spPr bwMode="auto">
            <a:xfrm>
              <a:off x="1519359" y="3906624"/>
              <a:ext cx="1002610" cy="910140"/>
            </a:xfrm>
            <a:custGeom>
              <a:avLst/>
              <a:gdLst>
                <a:gd name="T0" fmla="*/ 132 w 176"/>
                <a:gd name="T1" fmla="*/ 98 h 160"/>
                <a:gd name="T2" fmla="*/ 143 w 176"/>
                <a:gd name="T3" fmla="*/ 60 h 160"/>
                <a:gd name="T4" fmla="*/ 131 w 176"/>
                <a:gd name="T5" fmla="*/ 11 h 160"/>
                <a:gd name="T6" fmla="*/ 104 w 176"/>
                <a:gd name="T7" fmla="*/ 11 h 160"/>
                <a:gd name="T8" fmla="*/ 107 w 176"/>
                <a:gd name="T9" fmla="*/ 18 h 160"/>
                <a:gd name="T10" fmla="*/ 127 w 176"/>
                <a:gd name="T11" fmla="*/ 18 h 160"/>
                <a:gd name="T12" fmla="*/ 137 w 176"/>
                <a:gd name="T13" fmla="*/ 55 h 160"/>
                <a:gd name="T14" fmla="*/ 136 w 176"/>
                <a:gd name="T15" fmla="*/ 72 h 160"/>
                <a:gd name="T16" fmla="*/ 134 w 176"/>
                <a:gd name="T17" fmla="*/ 74 h 160"/>
                <a:gd name="T18" fmla="*/ 145 w 176"/>
                <a:gd name="T19" fmla="*/ 125 h 160"/>
                <a:gd name="T20" fmla="*/ 142 w 176"/>
                <a:gd name="T21" fmla="*/ 144 h 160"/>
                <a:gd name="T22" fmla="*/ 172 w 176"/>
                <a:gd name="T23" fmla="*/ 152 h 160"/>
                <a:gd name="T24" fmla="*/ 147 w 176"/>
                <a:gd name="T25" fmla="*/ 117 h 160"/>
                <a:gd name="T26" fmla="*/ 88 w 176"/>
                <a:gd name="T27" fmla="*/ 101 h 160"/>
                <a:gd name="T28" fmla="*/ 99 w 176"/>
                <a:gd name="T29" fmla="*/ 58 h 160"/>
                <a:gd name="T30" fmla="*/ 86 w 176"/>
                <a:gd name="T31" fmla="*/ 3 h 160"/>
                <a:gd name="T32" fmla="*/ 55 w 176"/>
                <a:gd name="T33" fmla="*/ 5 h 160"/>
                <a:gd name="T34" fmla="*/ 37 w 176"/>
                <a:gd name="T35" fmla="*/ 57 h 160"/>
                <a:gd name="T36" fmla="*/ 48 w 176"/>
                <a:gd name="T37" fmla="*/ 101 h 160"/>
                <a:gd name="T38" fmla="*/ 0 w 176"/>
                <a:gd name="T39" fmla="*/ 156 h 160"/>
                <a:gd name="T40" fmla="*/ 132 w 176"/>
                <a:gd name="T41" fmla="*/ 160 h 160"/>
                <a:gd name="T42" fmla="*/ 104 w 176"/>
                <a:gd name="T43" fmla="*/ 121 h 160"/>
                <a:gd name="T44" fmla="*/ 34 w 176"/>
                <a:gd name="T45" fmla="*/ 129 h 160"/>
                <a:gd name="T46" fmla="*/ 46 w 176"/>
                <a:gd name="T47" fmla="*/ 74 h 160"/>
                <a:gd name="T48" fmla="*/ 45 w 176"/>
                <a:gd name="T49" fmla="*/ 72 h 160"/>
                <a:gd name="T50" fmla="*/ 45 w 176"/>
                <a:gd name="T51" fmla="*/ 54 h 160"/>
                <a:gd name="T52" fmla="*/ 58 w 176"/>
                <a:gd name="T53" fmla="*/ 12 h 160"/>
                <a:gd name="T54" fmla="*/ 74 w 176"/>
                <a:gd name="T55" fmla="*/ 8 h 160"/>
                <a:gd name="T56" fmla="*/ 92 w 176"/>
                <a:gd name="T57" fmla="*/ 24 h 160"/>
                <a:gd name="T58" fmla="*/ 91 w 176"/>
                <a:gd name="T59" fmla="*/ 60 h 160"/>
                <a:gd name="T60" fmla="*/ 91 w 176"/>
                <a:gd name="T61" fmla="*/ 72 h 160"/>
                <a:gd name="T62" fmla="*/ 80 w 176"/>
                <a:gd name="T63" fmla="*/ 101 h 160"/>
                <a:gd name="T64" fmla="*/ 128 w 176"/>
                <a:gd name="T65" fmla="*/ 15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6" h="160">
                  <a:moveTo>
                    <a:pt x="147" y="117"/>
                  </a:moveTo>
                  <a:cubicBezTo>
                    <a:pt x="147" y="117"/>
                    <a:pt x="132" y="113"/>
                    <a:pt x="132" y="98"/>
                  </a:cubicBezTo>
                  <a:cubicBezTo>
                    <a:pt x="132" y="85"/>
                    <a:pt x="139" y="81"/>
                    <a:pt x="142" y="77"/>
                  </a:cubicBezTo>
                  <a:cubicBezTo>
                    <a:pt x="142" y="77"/>
                    <a:pt x="146" y="73"/>
                    <a:pt x="143" y="60"/>
                  </a:cubicBezTo>
                  <a:cubicBezTo>
                    <a:pt x="149" y="53"/>
                    <a:pt x="150" y="40"/>
                    <a:pt x="144" y="27"/>
                  </a:cubicBezTo>
                  <a:cubicBezTo>
                    <a:pt x="140" y="18"/>
                    <a:pt x="136" y="13"/>
                    <a:pt x="131" y="11"/>
                  </a:cubicBezTo>
                  <a:cubicBezTo>
                    <a:pt x="127" y="9"/>
                    <a:pt x="123" y="8"/>
                    <a:pt x="119" y="8"/>
                  </a:cubicBezTo>
                  <a:cubicBezTo>
                    <a:pt x="113" y="8"/>
                    <a:pt x="107" y="10"/>
                    <a:pt x="104" y="11"/>
                  </a:cubicBezTo>
                  <a:cubicBezTo>
                    <a:pt x="105" y="13"/>
                    <a:pt x="106" y="15"/>
                    <a:pt x="107" y="18"/>
                  </a:cubicBezTo>
                  <a:cubicBezTo>
                    <a:pt x="107" y="18"/>
                    <a:pt x="107" y="18"/>
                    <a:pt x="107" y="18"/>
                  </a:cubicBezTo>
                  <a:cubicBezTo>
                    <a:pt x="109" y="17"/>
                    <a:pt x="114" y="16"/>
                    <a:pt x="119" y="16"/>
                  </a:cubicBezTo>
                  <a:cubicBezTo>
                    <a:pt x="122" y="16"/>
                    <a:pt x="125" y="17"/>
                    <a:pt x="127" y="18"/>
                  </a:cubicBezTo>
                  <a:cubicBezTo>
                    <a:pt x="129" y="19"/>
                    <a:pt x="133" y="22"/>
                    <a:pt x="137" y="30"/>
                  </a:cubicBezTo>
                  <a:cubicBezTo>
                    <a:pt x="142" y="41"/>
                    <a:pt x="140" y="51"/>
                    <a:pt x="137" y="55"/>
                  </a:cubicBezTo>
                  <a:cubicBezTo>
                    <a:pt x="135" y="57"/>
                    <a:pt x="135" y="60"/>
                    <a:pt x="135" y="62"/>
                  </a:cubicBezTo>
                  <a:cubicBezTo>
                    <a:pt x="137" y="69"/>
                    <a:pt x="136" y="71"/>
                    <a:pt x="136" y="72"/>
                  </a:cubicBezTo>
                  <a:cubicBezTo>
                    <a:pt x="136" y="72"/>
                    <a:pt x="135" y="72"/>
                    <a:pt x="135" y="73"/>
                  </a:cubicBezTo>
                  <a:cubicBezTo>
                    <a:pt x="135" y="73"/>
                    <a:pt x="134" y="74"/>
                    <a:pt x="134" y="74"/>
                  </a:cubicBezTo>
                  <a:cubicBezTo>
                    <a:pt x="131" y="78"/>
                    <a:pt x="124" y="85"/>
                    <a:pt x="124" y="98"/>
                  </a:cubicBezTo>
                  <a:cubicBezTo>
                    <a:pt x="124" y="115"/>
                    <a:pt x="137" y="123"/>
                    <a:pt x="145" y="125"/>
                  </a:cubicBezTo>
                  <a:cubicBezTo>
                    <a:pt x="155" y="128"/>
                    <a:pt x="166" y="133"/>
                    <a:pt x="168" y="144"/>
                  </a:cubicBezTo>
                  <a:cubicBezTo>
                    <a:pt x="142" y="144"/>
                    <a:pt x="142" y="144"/>
                    <a:pt x="142" y="144"/>
                  </a:cubicBezTo>
                  <a:cubicBezTo>
                    <a:pt x="143" y="146"/>
                    <a:pt x="144" y="149"/>
                    <a:pt x="144" y="152"/>
                  </a:cubicBezTo>
                  <a:cubicBezTo>
                    <a:pt x="172" y="152"/>
                    <a:pt x="172" y="152"/>
                    <a:pt x="172" y="152"/>
                  </a:cubicBezTo>
                  <a:cubicBezTo>
                    <a:pt x="176" y="152"/>
                    <a:pt x="176" y="148"/>
                    <a:pt x="176" y="148"/>
                  </a:cubicBezTo>
                  <a:cubicBezTo>
                    <a:pt x="176" y="127"/>
                    <a:pt x="156" y="120"/>
                    <a:pt x="147" y="117"/>
                  </a:cubicBezTo>
                  <a:moveTo>
                    <a:pt x="104" y="121"/>
                  </a:moveTo>
                  <a:cubicBezTo>
                    <a:pt x="104" y="121"/>
                    <a:pt x="88" y="117"/>
                    <a:pt x="88" y="101"/>
                  </a:cubicBezTo>
                  <a:cubicBezTo>
                    <a:pt x="88" y="86"/>
                    <a:pt x="95" y="81"/>
                    <a:pt x="97" y="77"/>
                  </a:cubicBezTo>
                  <a:cubicBezTo>
                    <a:pt x="97" y="77"/>
                    <a:pt x="102" y="73"/>
                    <a:pt x="99" y="58"/>
                  </a:cubicBezTo>
                  <a:cubicBezTo>
                    <a:pt x="105" y="50"/>
                    <a:pt x="106" y="36"/>
                    <a:pt x="100" y="21"/>
                  </a:cubicBezTo>
                  <a:cubicBezTo>
                    <a:pt x="95" y="11"/>
                    <a:pt x="92" y="6"/>
                    <a:pt x="86" y="3"/>
                  </a:cubicBezTo>
                  <a:cubicBezTo>
                    <a:pt x="82" y="1"/>
                    <a:pt x="78" y="0"/>
                    <a:pt x="74" y="0"/>
                  </a:cubicBezTo>
                  <a:cubicBezTo>
                    <a:pt x="65" y="0"/>
                    <a:pt x="58" y="3"/>
                    <a:pt x="55" y="5"/>
                  </a:cubicBezTo>
                  <a:cubicBezTo>
                    <a:pt x="45" y="9"/>
                    <a:pt x="39" y="12"/>
                    <a:pt x="34" y="26"/>
                  </a:cubicBezTo>
                  <a:cubicBezTo>
                    <a:pt x="29" y="38"/>
                    <a:pt x="35" y="51"/>
                    <a:pt x="37" y="57"/>
                  </a:cubicBezTo>
                  <a:cubicBezTo>
                    <a:pt x="34" y="72"/>
                    <a:pt x="39" y="77"/>
                    <a:pt x="39" y="77"/>
                  </a:cubicBezTo>
                  <a:cubicBezTo>
                    <a:pt x="41" y="81"/>
                    <a:pt x="48" y="86"/>
                    <a:pt x="48" y="101"/>
                  </a:cubicBezTo>
                  <a:cubicBezTo>
                    <a:pt x="48" y="117"/>
                    <a:pt x="32" y="121"/>
                    <a:pt x="32" y="121"/>
                  </a:cubicBezTo>
                  <a:cubicBezTo>
                    <a:pt x="22" y="125"/>
                    <a:pt x="0" y="132"/>
                    <a:pt x="0" y="156"/>
                  </a:cubicBezTo>
                  <a:cubicBezTo>
                    <a:pt x="0" y="156"/>
                    <a:pt x="0" y="160"/>
                    <a:pt x="4" y="160"/>
                  </a:cubicBezTo>
                  <a:cubicBezTo>
                    <a:pt x="132" y="160"/>
                    <a:pt x="132" y="160"/>
                    <a:pt x="132" y="160"/>
                  </a:cubicBezTo>
                  <a:cubicBezTo>
                    <a:pt x="136" y="160"/>
                    <a:pt x="136" y="156"/>
                    <a:pt x="136" y="156"/>
                  </a:cubicBezTo>
                  <a:cubicBezTo>
                    <a:pt x="136" y="132"/>
                    <a:pt x="114" y="125"/>
                    <a:pt x="104" y="121"/>
                  </a:cubicBezTo>
                  <a:moveTo>
                    <a:pt x="8" y="152"/>
                  </a:moveTo>
                  <a:cubicBezTo>
                    <a:pt x="10" y="138"/>
                    <a:pt x="22" y="133"/>
                    <a:pt x="34" y="129"/>
                  </a:cubicBezTo>
                  <a:cubicBezTo>
                    <a:pt x="42" y="127"/>
                    <a:pt x="56" y="118"/>
                    <a:pt x="56" y="101"/>
                  </a:cubicBezTo>
                  <a:cubicBezTo>
                    <a:pt x="56" y="85"/>
                    <a:pt x="50" y="78"/>
                    <a:pt x="46" y="74"/>
                  </a:cubicBezTo>
                  <a:cubicBezTo>
                    <a:pt x="46" y="73"/>
                    <a:pt x="46" y="73"/>
                    <a:pt x="45" y="72"/>
                  </a:cubicBezTo>
                  <a:cubicBezTo>
                    <a:pt x="45" y="72"/>
                    <a:pt x="45" y="72"/>
                    <a:pt x="45" y="72"/>
                  </a:cubicBezTo>
                  <a:cubicBezTo>
                    <a:pt x="45" y="72"/>
                    <a:pt x="43" y="68"/>
                    <a:pt x="45" y="59"/>
                  </a:cubicBezTo>
                  <a:cubicBezTo>
                    <a:pt x="46" y="58"/>
                    <a:pt x="45" y="56"/>
                    <a:pt x="45" y="54"/>
                  </a:cubicBezTo>
                  <a:cubicBezTo>
                    <a:pt x="43" y="50"/>
                    <a:pt x="38" y="38"/>
                    <a:pt x="41" y="30"/>
                  </a:cubicBezTo>
                  <a:cubicBezTo>
                    <a:pt x="46" y="18"/>
                    <a:pt x="50" y="16"/>
                    <a:pt x="58" y="12"/>
                  </a:cubicBezTo>
                  <a:cubicBezTo>
                    <a:pt x="58" y="12"/>
                    <a:pt x="58" y="12"/>
                    <a:pt x="59" y="12"/>
                  </a:cubicBezTo>
                  <a:cubicBezTo>
                    <a:pt x="61" y="10"/>
                    <a:pt x="67" y="8"/>
                    <a:pt x="74" y="8"/>
                  </a:cubicBezTo>
                  <a:cubicBezTo>
                    <a:pt x="77" y="8"/>
                    <a:pt x="80" y="9"/>
                    <a:pt x="83" y="10"/>
                  </a:cubicBezTo>
                  <a:cubicBezTo>
                    <a:pt x="85" y="12"/>
                    <a:pt x="88" y="15"/>
                    <a:pt x="92" y="24"/>
                  </a:cubicBezTo>
                  <a:cubicBezTo>
                    <a:pt x="98" y="37"/>
                    <a:pt x="96" y="48"/>
                    <a:pt x="92" y="53"/>
                  </a:cubicBezTo>
                  <a:cubicBezTo>
                    <a:pt x="91" y="55"/>
                    <a:pt x="91" y="58"/>
                    <a:pt x="91" y="60"/>
                  </a:cubicBezTo>
                  <a:cubicBezTo>
                    <a:pt x="93" y="68"/>
                    <a:pt x="92" y="71"/>
                    <a:pt x="91" y="72"/>
                  </a:cubicBezTo>
                  <a:cubicBezTo>
                    <a:pt x="91" y="72"/>
                    <a:pt x="91" y="72"/>
                    <a:pt x="91" y="72"/>
                  </a:cubicBezTo>
                  <a:cubicBezTo>
                    <a:pt x="90" y="73"/>
                    <a:pt x="90" y="73"/>
                    <a:pt x="90" y="74"/>
                  </a:cubicBezTo>
                  <a:cubicBezTo>
                    <a:pt x="86" y="78"/>
                    <a:pt x="80" y="85"/>
                    <a:pt x="80" y="101"/>
                  </a:cubicBezTo>
                  <a:cubicBezTo>
                    <a:pt x="80" y="118"/>
                    <a:pt x="94" y="127"/>
                    <a:pt x="102" y="129"/>
                  </a:cubicBezTo>
                  <a:cubicBezTo>
                    <a:pt x="113" y="133"/>
                    <a:pt x="126" y="138"/>
                    <a:pt x="128" y="152"/>
                  </a:cubicBezTo>
                  <a:lnTo>
                    <a:pt x="8" y="15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5" name="Freeform 154"/>
            <p:cNvSpPr>
              <a:spLocks noEditPoints="1"/>
            </p:cNvSpPr>
            <p:nvPr/>
          </p:nvSpPr>
          <p:spPr bwMode="auto">
            <a:xfrm>
              <a:off x="6918672" y="207220"/>
              <a:ext cx="1002608" cy="822532"/>
            </a:xfrm>
            <a:custGeom>
              <a:avLst/>
              <a:gdLst>
                <a:gd name="T0" fmla="*/ 34 w 176"/>
                <a:gd name="T1" fmla="*/ 86 h 144"/>
                <a:gd name="T2" fmla="*/ 28 w 176"/>
                <a:gd name="T3" fmla="*/ 65 h 144"/>
                <a:gd name="T4" fmla="*/ 28 w 176"/>
                <a:gd name="T5" fmla="*/ 58 h 144"/>
                <a:gd name="T6" fmla="*/ 25 w 176"/>
                <a:gd name="T7" fmla="*/ 38 h 144"/>
                <a:gd name="T8" fmla="*/ 35 w 176"/>
                <a:gd name="T9" fmla="*/ 26 h 144"/>
                <a:gd name="T10" fmla="*/ 49 w 176"/>
                <a:gd name="T11" fmla="*/ 25 h 144"/>
                <a:gd name="T12" fmla="*/ 52 w 176"/>
                <a:gd name="T13" fmla="*/ 18 h 144"/>
                <a:gd name="T14" fmla="*/ 30 w 176"/>
                <a:gd name="T15" fmla="*/ 19 h 144"/>
                <a:gd name="T16" fmla="*/ 20 w 176"/>
                <a:gd name="T17" fmla="*/ 56 h 144"/>
                <a:gd name="T18" fmla="*/ 26 w 176"/>
                <a:gd name="T19" fmla="*/ 86 h 144"/>
                <a:gd name="T20" fmla="*/ 0 w 176"/>
                <a:gd name="T21" fmla="*/ 124 h 144"/>
                <a:gd name="T22" fmla="*/ 22 w 176"/>
                <a:gd name="T23" fmla="*/ 128 h 144"/>
                <a:gd name="T24" fmla="*/ 8 w 176"/>
                <a:gd name="T25" fmla="*/ 120 h 144"/>
                <a:gd name="T26" fmla="*/ 159 w 176"/>
                <a:gd name="T27" fmla="*/ 100 h 144"/>
                <a:gd name="T28" fmla="*/ 155 w 176"/>
                <a:gd name="T29" fmla="*/ 70 h 144"/>
                <a:gd name="T30" fmla="*/ 159 w 176"/>
                <a:gd name="T31" fmla="*/ 35 h 144"/>
                <a:gd name="T32" fmla="*/ 132 w 176"/>
                <a:gd name="T33" fmla="*/ 16 h 144"/>
                <a:gd name="T34" fmla="*/ 126 w 176"/>
                <a:gd name="T35" fmla="*/ 25 h 144"/>
                <a:gd name="T36" fmla="*/ 132 w 176"/>
                <a:gd name="T37" fmla="*/ 24 h 144"/>
                <a:gd name="T38" fmla="*/ 142 w 176"/>
                <a:gd name="T39" fmla="*/ 27 h 144"/>
                <a:gd name="T40" fmla="*/ 149 w 176"/>
                <a:gd name="T41" fmla="*/ 53 h 144"/>
                <a:gd name="T42" fmla="*/ 149 w 176"/>
                <a:gd name="T43" fmla="*/ 65 h 144"/>
                <a:gd name="T44" fmla="*/ 148 w 176"/>
                <a:gd name="T45" fmla="*/ 66 h 144"/>
                <a:gd name="T46" fmla="*/ 157 w 176"/>
                <a:gd name="T47" fmla="*/ 108 h 144"/>
                <a:gd name="T48" fmla="*/ 150 w 176"/>
                <a:gd name="T49" fmla="*/ 120 h 144"/>
                <a:gd name="T50" fmla="*/ 172 w 176"/>
                <a:gd name="T51" fmla="*/ 128 h 144"/>
                <a:gd name="T52" fmla="*/ 159 w 176"/>
                <a:gd name="T53" fmla="*/ 100 h 144"/>
                <a:gd name="T54" fmla="*/ 106 w 176"/>
                <a:gd name="T55" fmla="*/ 90 h 144"/>
                <a:gd name="T56" fmla="*/ 115 w 176"/>
                <a:gd name="T57" fmla="*/ 52 h 144"/>
                <a:gd name="T58" fmla="*/ 104 w 176"/>
                <a:gd name="T59" fmla="*/ 3 h 144"/>
                <a:gd name="T60" fmla="*/ 76 w 176"/>
                <a:gd name="T61" fmla="*/ 4 h 144"/>
                <a:gd name="T62" fmla="*/ 61 w 176"/>
                <a:gd name="T63" fmla="*/ 52 h 144"/>
                <a:gd name="T64" fmla="*/ 70 w 176"/>
                <a:gd name="T65" fmla="*/ 90 h 144"/>
                <a:gd name="T66" fmla="*/ 28 w 176"/>
                <a:gd name="T67" fmla="*/ 140 h 144"/>
                <a:gd name="T68" fmla="*/ 144 w 176"/>
                <a:gd name="T69" fmla="*/ 144 h 144"/>
                <a:gd name="T70" fmla="*/ 120 w 176"/>
                <a:gd name="T71" fmla="*/ 109 h 144"/>
                <a:gd name="T72" fmla="*/ 58 w 176"/>
                <a:gd name="T73" fmla="*/ 117 h 144"/>
                <a:gd name="T74" fmla="*/ 78 w 176"/>
                <a:gd name="T75" fmla="*/ 90 h 144"/>
                <a:gd name="T76" fmla="*/ 69 w 176"/>
                <a:gd name="T77" fmla="*/ 65 h 144"/>
                <a:gd name="T78" fmla="*/ 68 w 176"/>
                <a:gd name="T79" fmla="*/ 48 h 144"/>
                <a:gd name="T80" fmla="*/ 79 w 176"/>
                <a:gd name="T81" fmla="*/ 12 h 144"/>
                <a:gd name="T82" fmla="*/ 93 w 176"/>
                <a:gd name="T83" fmla="*/ 8 h 144"/>
                <a:gd name="T84" fmla="*/ 108 w 176"/>
                <a:gd name="T85" fmla="*/ 22 h 144"/>
                <a:gd name="T86" fmla="*/ 107 w 176"/>
                <a:gd name="T87" fmla="*/ 54 h 144"/>
                <a:gd name="T88" fmla="*/ 106 w 176"/>
                <a:gd name="T89" fmla="*/ 66 h 144"/>
                <a:gd name="T90" fmla="*/ 118 w 176"/>
                <a:gd name="T91" fmla="*/ 117 h 144"/>
                <a:gd name="T92" fmla="*/ 140 w 176"/>
                <a:gd name="T93" fmla="*/ 13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6" h="144">
                  <a:moveTo>
                    <a:pt x="19" y="108"/>
                  </a:moveTo>
                  <a:cubicBezTo>
                    <a:pt x="25" y="106"/>
                    <a:pt x="34" y="100"/>
                    <a:pt x="34" y="86"/>
                  </a:cubicBezTo>
                  <a:cubicBezTo>
                    <a:pt x="34" y="74"/>
                    <a:pt x="30" y="69"/>
                    <a:pt x="28" y="66"/>
                  </a:cubicBezTo>
                  <a:cubicBezTo>
                    <a:pt x="28" y="65"/>
                    <a:pt x="28" y="65"/>
                    <a:pt x="28" y="65"/>
                  </a:cubicBezTo>
                  <a:cubicBezTo>
                    <a:pt x="27" y="65"/>
                    <a:pt x="27" y="65"/>
                    <a:pt x="27" y="65"/>
                  </a:cubicBezTo>
                  <a:cubicBezTo>
                    <a:pt x="27" y="65"/>
                    <a:pt x="27" y="63"/>
                    <a:pt x="28" y="58"/>
                  </a:cubicBezTo>
                  <a:cubicBezTo>
                    <a:pt x="28" y="56"/>
                    <a:pt x="28" y="54"/>
                    <a:pt x="27" y="53"/>
                  </a:cubicBezTo>
                  <a:cubicBezTo>
                    <a:pt x="26" y="49"/>
                    <a:pt x="23" y="43"/>
                    <a:pt x="25" y="38"/>
                  </a:cubicBezTo>
                  <a:cubicBezTo>
                    <a:pt x="28" y="29"/>
                    <a:pt x="30" y="28"/>
                    <a:pt x="34" y="27"/>
                  </a:cubicBezTo>
                  <a:cubicBezTo>
                    <a:pt x="34" y="27"/>
                    <a:pt x="34" y="26"/>
                    <a:pt x="35" y="26"/>
                  </a:cubicBezTo>
                  <a:cubicBezTo>
                    <a:pt x="36" y="25"/>
                    <a:pt x="40" y="24"/>
                    <a:pt x="44" y="24"/>
                  </a:cubicBezTo>
                  <a:cubicBezTo>
                    <a:pt x="46" y="24"/>
                    <a:pt x="48" y="24"/>
                    <a:pt x="49" y="25"/>
                  </a:cubicBezTo>
                  <a:cubicBezTo>
                    <a:pt x="49" y="24"/>
                    <a:pt x="50" y="22"/>
                    <a:pt x="50" y="21"/>
                  </a:cubicBezTo>
                  <a:cubicBezTo>
                    <a:pt x="51" y="20"/>
                    <a:pt x="51" y="19"/>
                    <a:pt x="52" y="18"/>
                  </a:cubicBezTo>
                  <a:cubicBezTo>
                    <a:pt x="49" y="16"/>
                    <a:pt x="47" y="16"/>
                    <a:pt x="44" y="16"/>
                  </a:cubicBezTo>
                  <a:cubicBezTo>
                    <a:pt x="38" y="16"/>
                    <a:pt x="33" y="18"/>
                    <a:pt x="30" y="19"/>
                  </a:cubicBezTo>
                  <a:cubicBezTo>
                    <a:pt x="24" y="22"/>
                    <a:pt x="21" y="25"/>
                    <a:pt x="17" y="35"/>
                  </a:cubicBezTo>
                  <a:cubicBezTo>
                    <a:pt x="14" y="43"/>
                    <a:pt x="18" y="52"/>
                    <a:pt x="20" y="56"/>
                  </a:cubicBezTo>
                  <a:cubicBezTo>
                    <a:pt x="18" y="66"/>
                    <a:pt x="21" y="70"/>
                    <a:pt x="21" y="70"/>
                  </a:cubicBezTo>
                  <a:cubicBezTo>
                    <a:pt x="23" y="73"/>
                    <a:pt x="26" y="76"/>
                    <a:pt x="26" y="86"/>
                  </a:cubicBezTo>
                  <a:cubicBezTo>
                    <a:pt x="26" y="98"/>
                    <a:pt x="17" y="100"/>
                    <a:pt x="17" y="100"/>
                  </a:cubicBezTo>
                  <a:cubicBezTo>
                    <a:pt x="10" y="103"/>
                    <a:pt x="0" y="108"/>
                    <a:pt x="0" y="124"/>
                  </a:cubicBezTo>
                  <a:cubicBezTo>
                    <a:pt x="0" y="124"/>
                    <a:pt x="0" y="128"/>
                    <a:pt x="4" y="128"/>
                  </a:cubicBezTo>
                  <a:cubicBezTo>
                    <a:pt x="22" y="128"/>
                    <a:pt x="22" y="128"/>
                    <a:pt x="22" y="128"/>
                  </a:cubicBezTo>
                  <a:cubicBezTo>
                    <a:pt x="23" y="125"/>
                    <a:pt x="24" y="122"/>
                    <a:pt x="26" y="120"/>
                  </a:cubicBezTo>
                  <a:cubicBezTo>
                    <a:pt x="8" y="120"/>
                    <a:pt x="8" y="120"/>
                    <a:pt x="8" y="120"/>
                  </a:cubicBezTo>
                  <a:cubicBezTo>
                    <a:pt x="9" y="112"/>
                    <a:pt x="14" y="110"/>
                    <a:pt x="19" y="108"/>
                  </a:cubicBezTo>
                  <a:moveTo>
                    <a:pt x="159" y="100"/>
                  </a:moveTo>
                  <a:cubicBezTo>
                    <a:pt x="159" y="100"/>
                    <a:pt x="150" y="98"/>
                    <a:pt x="150" y="86"/>
                  </a:cubicBezTo>
                  <a:cubicBezTo>
                    <a:pt x="150" y="76"/>
                    <a:pt x="153" y="73"/>
                    <a:pt x="155" y="70"/>
                  </a:cubicBezTo>
                  <a:cubicBezTo>
                    <a:pt x="155" y="70"/>
                    <a:pt x="158" y="66"/>
                    <a:pt x="156" y="56"/>
                  </a:cubicBezTo>
                  <a:cubicBezTo>
                    <a:pt x="158" y="52"/>
                    <a:pt x="162" y="43"/>
                    <a:pt x="159" y="35"/>
                  </a:cubicBezTo>
                  <a:cubicBezTo>
                    <a:pt x="155" y="25"/>
                    <a:pt x="152" y="22"/>
                    <a:pt x="146" y="19"/>
                  </a:cubicBezTo>
                  <a:cubicBezTo>
                    <a:pt x="143" y="18"/>
                    <a:pt x="138" y="16"/>
                    <a:pt x="132" y="16"/>
                  </a:cubicBezTo>
                  <a:cubicBezTo>
                    <a:pt x="129" y="16"/>
                    <a:pt x="127" y="16"/>
                    <a:pt x="124" y="18"/>
                  </a:cubicBezTo>
                  <a:cubicBezTo>
                    <a:pt x="125" y="20"/>
                    <a:pt x="126" y="23"/>
                    <a:pt x="126" y="25"/>
                  </a:cubicBezTo>
                  <a:cubicBezTo>
                    <a:pt x="127" y="25"/>
                    <a:pt x="127" y="25"/>
                    <a:pt x="127" y="25"/>
                  </a:cubicBezTo>
                  <a:cubicBezTo>
                    <a:pt x="128" y="24"/>
                    <a:pt x="130" y="24"/>
                    <a:pt x="132" y="24"/>
                  </a:cubicBezTo>
                  <a:cubicBezTo>
                    <a:pt x="136" y="24"/>
                    <a:pt x="140" y="25"/>
                    <a:pt x="141" y="26"/>
                  </a:cubicBezTo>
                  <a:cubicBezTo>
                    <a:pt x="142" y="26"/>
                    <a:pt x="142" y="27"/>
                    <a:pt x="142" y="27"/>
                  </a:cubicBezTo>
                  <a:cubicBezTo>
                    <a:pt x="146" y="28"/>
                    <a:pt x="148" y="29"/>
                    <a:pt x="151" y="38"/>
                  </a:cubicBezTo>
                  <a:cubicBezTo>
                    <a:pt x="153" y="43"/>
                    <a:pt x="150" y="49"/>
                    <a:pt x="149" y="53"/>
                  </a:cubicBezTo>
                  <a:cubicBezTo>
                    <a:pt x="148" y="54"/>
                    <a:pt x="148" y="56"/>
                    <a:pt x="148" y="58"/>
                  </a:cubicBezTo>
                  <a:cubicBezTo>
                    <a:pt x="149" y="63"/>
                    <a:pt x="149" y="65"/>
                    <a:pt x="149" y="65"/>
                  </a:cubicBezTo>
                  <a:cubicBezTo>
                    <a:pt x="149" y="65"/>
                    <a:pt x="149" y="65"/>
                    <a:pt x="148" y="65"/>
                  </a:cubicBezTo>
                  <a:cubicBezTo>
                    <a:pt x="148" y="66"/>
                    <a:pt x="148" y="66"/>
                    <a:pt x="148" y="66"/>
                  </a:cubicBezTo>
                  <a:cubicBezTo>
                    <a:pt x="146" y="69"/>
                    <a:pt x="142" y="74"/>
                    <a:pt x="142" y="86"/>
                  </a:cubicBezTo>
                  <a:cubicBezTo>
                    <a:pt x="142" y="100"/>
                    <a:pt x="151" y="106"/>
                    <a:pt x="157" y="108"/>
                  </a:cubicBezTo>
                  <a:cubicBezTo>
                    <a:pt x="162" y="110"/>
                    <a:pt x="167" y="112"/>
                    <a:pt x="168" y="120"/>
                  </a:cubicBezTo>
                  <a:cubicBezTo>
                    <a:pt x="150" y="120"/>
                    <a:pt x="150" y="120"/>
                    <a:pt x="150" y="120"/>
                  </a:cubicBezTo>
                  <a:cubicBezTo>
                    <a:pt x="152" y="122"/>
                    <a:pt x="153" y="125"/>
                    <a:pt x="154" y="128"/>
                  </a:cubicBezTo>
                  <a:cubicBezTo>
                    <a:pt x="172" y="128"/>
                    <a:pt x="172" y="128"/>
                    <a:pt x="172" y="128"/>
                  </a:cubicBezTo>
                  <a:cubicBezTo>
                    <a:pt x="176" y="128"/>
                    <a:pt x="176" y="124"/>
                    <a:pt x="176" y="124"/>
                  </a:cubicBezTo>
                  <a:cubicBezTo>
                    <a:pt x="176" y="108"/>
                    <a:pt x="166" y="103"/>
                    <a:pt x="159" y="100"/>
                  </a:cubicBezTo>
                  <a:moveTo>
                    <a:pt x="120" y="109"/>
                  </a:moveTo>
                  <a:cubicBezTo>
                    <a:pt x="120" y="109"/>
                    <a:pt x="106" y="105"/>
                    <a:pt x="106" y="90"/>
                  </a:cubicBezTo>
                  <a:cubicBezTo>
                    <a:pt x="106" y="77"/>
                    <a:pt x="111" y="73"/>
                    <a:pt x="114" y="69"/>
                  </a:cubicBezTo>
                  <a:cubicBezTo>
                    <a:pt x="114" y="69"/>
                    <a:pt x="118" y="65"/>
                    <a:pt x="115" y="52"/>
                  </a:cubicBezTo>
                  <a:cubicBezTo>
                    <a:pt x="120" y="45"/>
                    <a:pt x="122" y="33"/>
                    <a:pt x="116" y="19"/>
                  </a:cubicBezTo>
                  <a:cubicBezTo>
                    <a:pt x="112" y="10"/>
                    <a:pt x="109" y="5"/>
                    <a:pt x="104" y="3"/>
                  </a:cubicBezTo>
                  <a:cubicBezTo>
                    <a:pt x="101" y="1"/>
                    <a:pt x="97" y="0"/>
                    <a:pt x="93" y="0"/>
                  </a:cubicBezTo>
                  <a:cubicBezTo>
                    <a:pt x="86" y="0"/>
                    <a:pt x="79" y="3"/>
                    <a:pt x="76" y="4"/>
                  </a:cubicBezTo>
                  <a:cubicBezTo>
                    <a:pt x="68" y="8"/>
                    <a:pt x="63" y="11"/>
                    <a:pt x="58" y="24"/>
                  </a:cubicBezTo>
                  <a:cubicBezTo>
                    <a:pt x="53" y="34"/>
                    <a:pt x="58" y="46"/>
                    <a:pt x="61" y="52"/>
                  </a:cubicBezTo>
                  <a:cubicBezTo>
                    <a:pt x="58" y="65"/>
                    <a:pt x="62" y="69"/>
                    <a:pt x="62" y="69"/>
                  </a:cubicBezTo>
                  <a:cubicBezTo>
                    <a:pt x="65" y="73"/>
                    <a:pt x="70" y="77"/>
                    <a:pt x="70" y="90"/>
                  </a:cubicBezTo>
                  <a:cubicBezTo>
                    <a:pt x="70" y="105"/>
                    <a:pt x="56" y="109"/>
                    <a:pt x="56" y="109"/>
                  </a:cubicBezTo>
                  <a:cubicBezTo>
                    <a:pt x="47" y="112"/>
                    <a:pt x="28" y="118"/>
                    <a:pt x="28" y="140"/>
                  </a:cubicBezTo>
                  <a:cubicBezTo>
                    <a:pt x="28" y="140"/>
                    <a:pt x="28" y="144"/>
                    <a:pt x="32" y="144"/>
                  </a:cubicBezTo>
                  <a:cubicBezTo>
                    <a:pt x="144" y="144"/>
                    <a:pt x="144" y="144"/>
                    <a:pt x="144" y="144"/>
                  </a:cubicBezTo>
                  <a:cubicBezTo>
                    <a:pt x="148" y="144"/>
                    <a:pt x="148" y="140"/>
                    <a:pt x="148" y="140"/>
                  </a:cubicBezTo>
                  <a:cubicBezTo>
                    <a:pt x="148" y="118"/>
                    <a:pt x="129" y="112"/>
                    <a:pt x="120" y="109"/>
                  </a:cubicBezTo>
                  <a:moveTo>
                    <a:pt x="36" y="136"/>
                  </a:moveTo>
                  <a:cubicBezTo>
                    <a:pt x="38" y="125"/>
                    <a:pt x="48" y="120"/>
                    <a:pt x="58" y="117"/>
                  </a:cubicBezTo>
                  <a:cubicBezTo>
                    <a:pt x="58" y="117"/>
                    <a:pt x="58" y="117"/>
                    <a:pt x="58" y="117"/>
                  </a:cubicBezTo>
                  <a:cubicBezTo>
                    <a:pt x="66" y="115"/>
                    <a:pt x="78" y="107"/>
                    <a:pt x="78" y="90"/>
                  </a:cubicBezTo>
                  <a:cubicBezTo>
                    <a:pt x="78" y="76"/>
                    <a:pt x="73" y="70"/>
                    <a:pt x="70" y="66"/>
                  </a:cubicBezTo>
                  <a:cubicBezTo>
                    <a:pt x="69" y="65"/>
                    <a:pt x="68" y="64"/>
                    <a:pt x="69" y="65"/>
                  </a:cubicBezTo>
                  <a:cubicBezTo>
                    <a:pt x="68" y="64"/>
                    <a:pt x="67" y="61"/>
                    <a:pt x="69" y="54"/>
                  </a:cubicBezTo>
                  <a:cubicBezTo>
                    <a:pt x="70" y="50"/>
                    <a:pt x="68" y="48"/>
                    <a:pt x="68" y="48"/>
                  </a:cubicBezTo>
                  <a:cubicBezTo>
                    <a:pt x="66" y="43"/>
                    <a:pt x="62" y="34"/>
                    <a:pt x="65" y="27"/>
                  </a:cubicBezTo>
                  <a:cubicBezTo>
                    <a:pt x="69" y="17"/>
                    <a:pt x="73" y="15"/>
                    <a:pt x="79" y="12"/>
                  </a:cubicBezTo>
                  <a:cubicBezTo>
                    <a:pt x="80" y="11"/>
                    <a:pt x="80" y="11"/>
                    <a:pt x="80" y="11"/>
                  </a:cubicBezTo>
                  <a:cubicBezTo>
                    <a:pt x="82" y="10"/>
                    <a:pt x="87" y="8"/>
                    <a:pt x="93" y="8"/>
                  </a:cubicBezTo>
                  <a:cubicBezTo>
                    <a:pt x="96" y="8"/>
                    <a:pt x="98" y="9"/>
                    <a:pt x="100" y="10"/>
                  </a:cubicBezTo>
                  <a:cubicBezTo>
                    <a:pt x="103" y="11"/>
                    <a:pt x="105" y="14"/>
                    <a:pt x="108" y="22"/>
                  </a:cubicBezTo>
                  <a:cubicBezTo>
                    <a:pt x="115" y="36"/>
                    <a:pt x="111" y="45"/>
                    <a:pt x="109" y="47"/>
                  </a:cubicBezTo>
                  <a:cubicBezTo>
                    <a:pt x="107" y="49"/>
                    <a:pt x="107" y="52"/>
                    <a:pt x="107" y="54"/>
                  </a:cubicBezTo>
                  <a:cubicBezTo>
                    <a:pt x="109" y="61"/>
                    <a:pt x="108" y="64"/>
                    <a:pt x="108" y="64"/>
                  </a:cubicBezTo>
                  <a:cubicBezTo>
                    <a:pt x="108" y="64"/>
                    <a:pt x="107" y="65"/>
                    <a:pt x="106" y="66"/>
                  </a:cubicBezTo>
                  <a:cubicBezTo>
                    <a:pt x="103" y="70"/>
                    <a:pt x="98" y="76"/>
                    <a:pt x="98" y="90"/>
                  </a:cubicBezTo>
                  <a:cubicBezTo>
                    <a:pt x="98" y="107"/>
                    <a:pt x="110" y="115"/>
                    <a:pt x="118" y="117"/>
                  </a:cubicBezTo>
                  <a:cubicBezTo>
                    <a:pt x="118" y="117"/>
                    <a:pt x="118" y="117"/>
                    <a:pt x="118" y="117"/>
                  </a:cubicBezTo>
                  <a:cubicBezTo>
                    <a:pt x="128" y="120"/>
                    <a:pt x="138" y="125"/>
                    <a:pt x="140" y="136"/>
                  </a:cubicBezTo>
                  <a:lnTo>
                    <a:pt x="36" y="136"/>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06" name="Group 105"/>
            <p:cNvGrpSpPr/>
            <p:nvPr/>
          </p:nvGrpSpPr>
          <p:grpSpPr>
            <a:xfrm>
              <a:off x="11585614" y="1493587"/>
              <a:ext cx="218527" cy="219859"/>
              <a:chOff x="4995729" y="3185154"/>
              <a:chExt cx="218527" cy="219859"/>
            </a:xfrm>
            <a:grpFill/>
          </p:grpSpPr>
          <p:sp>
            <p:nvSpPr>
              <p:cNvPr id="179" name="Oval 223"/>
              <p:cNvSpPr>
                <a:spLocks noChangeArrowheads="1"/>
              </p:cNvSpPr>
              <p:nvPr/>
            </p:nvSpPr>
            <p:spPr bwMode="auto">
              <a:xfrm>
                <a:off x="505702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0" name="Oval 224"/>
              <p:cNvSpPr>
                <a:spLocks noChangeArrowheads="1"/>
              </p:cNvSpPr>
              <p:nvPr/>
            </p:nvSpPr>
            <p:spPr bwMode="auto">
              <a:xfrm>
                <a:off x="5135641"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1" name="Freeform 225"/>
              <p:cNvSpPr>
                <a:spLocks noEditPoints="1"/>
              </p:cNvSpPr>
              <p:nvPr/>
            </p:nvSpPr>
            <p:spPr bwMode="auto">
              <a:xfrm>
                <a:off x="499572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2" name="Freeform 226"/>
              <p:cNvSpPr>
                <a:spLocks noEditPoints="1"/>
              </p:cNvSpPr>
              <p:nvPr/>
            </p:nvSpPr>
            <p:spPr bwMode="auto">
              <a:xfrm>
                <a:off x="5039702" y="3238453"/>
                <a:ext cx="51967" cy="51966"/>
              </a:xfrm>
              <a:custGeom>
                <a:avLst/>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5" y="0"/>
                      <a:pt x="0" y="5"/>
                      <a:pt x="0" y="12"/>
                    </a:cubicBezTo>
                    <a:cubicBezTo>
                      <a:pt x="0" y="19"/>
                      <a:pt x="5" y="24"/>
                      <a:pt x="12" y="24"/>
                    </a:cubicBezTo>
                    <a:close/>
                    <a:moveTo>
                      <a:pt x="12" y="4"/>
                    </a:moveTo>
                    <a:cubicBezTo>
                      <a:pt x="16" y="4"/>
                      <a:pt x="20" y="8"/>
                      <a:pt x="20" y="12"/>
                    </a:cubicBezTo>
                    <a:cubicBezTo>
                      <a:pt x="20" y="16"/>
                      <a:pt x="16" y="20"/>
                      <a:pt x="12" y="20"/>
                    </a:cubicBezTo>
                    <a:cubicBezTo>
                      <a:pt x="8" y="20"/>
                      <a:pt x="4" y="16"/>
                      <a:pt x="4" y="12"/>
                    </a:cubicBezTo>
                    <a:cubicBezTo>
                      <a:pt x="4" y="8"/>
                      <a:pt x="8"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3" name="Freeform 227"/>
              <p:cNvSpPr>
                <a:spLocks/>
              </p:cNvSpPr>
              <p:nvPr/>
            </p:nvSpPr>
            <p:spPr bwMode="auto">
              <a:xfrm>
                <a:off x="5030374"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7" name="Group 106"/>
            <p:cNvGrpSpPr/>
            <p:nvPr/>
          </p:nvGrpSpPr>
          <p:grpSpPr>
            <a:xfrm>
              <a:off x="10480502" y="207492"/>
              <a:ext cx="218527" cy="219859"/>
              <a:chOff x="7127702" y="3185154"/>
              <a:chExt cx="218527" cy="219859"/>
            </a:xfrm>
            <a:grpFill/>
          </p:grpSpPr>
          <p:sp>
            <p:nvSpPr>
              <p:cNvPr id="177" name="Freeform 238"/>
              <p:cNvSpPr>
                <a:spLocks/>
              </p:cNvSpPr>
              <p:nvPr/>
            </p:nvSpPr>
            <p:spPr bwMode="auto">
              <a:xfrm>
                <a:off x="7198324" y="3326397"/>
                <a:ext cx="78617" cy="25317"/>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8" name="Freeform 239"/>
              <p:cNvSpPr>
                <a:spLocks noEditPoints="1"/>
              </p:cNvSpPr>
              <p:nvPr/>
            </p:nvSpPr>
            <p:spPr bwMode="auto">
              <a:xfrm>
                <a:off x="7127702"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50 w 100"/>
                  <a:gd name="T25" fmla="*/ 96 h 100"/>
                  <a:gd name="T26" fmla="*/ 4 w 100"/>
                  <a:gd name="T27" fmla="*/ 50 h 100"/>
                  <a:gd name="T28" fmla="*/ 9 w 100"/>
                  <a:gd name="T29" fmla="*/ 30 h 100"/>
                  <a:gd name="T30" fmla="*/ 9 w 100"/>
                  <a:gd name="T31" fmla="*/ 30 h 100"/>
                  <a:gd name="T32" fmla="*/ 11 w 100"/>
                  <a:gd name="T33" fmla="*/ 32 h 100"/>
                  <a:gd name="T34" fmla="*/ 14 w 100"/>
                  <a:gd name="T35" fmla="*/ 40 h 100"/>
                  <a:gd name="T36" fmla="*/ 19 w 100"/>
                  <a:gd name="T37" fmla="*/ 47 h 100"/>
                  <a:gd name="T38" fmla="*/ 29 w 100"/>
                  <a:gd name="T39" fmla="*/ 48 h 100"/>
                  <a:gd name="T40" fmla="*/ 41 w 100"/>
                  <a:gd name="T41" fmla="*/ 46 h 100"/>
                  <a:gd name="T42" fmla="*/ 46 w 100"/>
                  <a:gd name="T43" fmla="*/ 40 h 100"/>
                  <a:gd name="T44" fmla="*/ 49 w 100"/>
                  <a:gd name="T45" fmla="*/ 33 h 100"/>
                  <a:gd name="T46" fmla="*/ 50 w 100"/>
                  <a:gd name="T47" fmla="*/ 32 h 100"/>
                  <a:gd name="T48" fmla="*/ 51 w 100"/>
                  <a:gd name="T49" fmla="*/ 33 h 100"/>
                  <a:gd name="T50" fmla="*/ 54 w 100"/>
                  <a:gd name="T51" fmla="*/ 40 h 100"/>
                  <a:gd name="T52" fmla="*/ 59 w 100"/>
                  <a:gd name="T53" fmla="*/ 46 h 100"/>
                  <a:gd name="T54" fmla="*/ 71 w 100"/>
                  <a:gd name="T55" fmla="*/ 48 h 100"/>
                  <a:gd name="T56" fmla="*/ 81 w 100"/>
                  <a:gd name="T57" fmla="*/ 47 h 100"/>
                  <a:gd name="T58" fmla="*/ 86 w 100"/>
                  <a:gd name="T59" fmla="*/ 40 h 100"/>
                  <a:gd name="T60" fmla="*/ 89 w 100"/>
                  <a:gd name="T61" fmla="*/ 32 h 100"/>
                  <a:gd name="T62" fmla="*/ 91 w 100"/>
                  <a:gd name="T63" fmla="*/ 30 h 100"/>
                  <a:gd name="T64" fmla="*/ 91 w 100"/>
                  <a:gd name="T65" fmla="*/ 30 h 100"/>
                  <a:gd name="T66" fmla="*/ 96 w 100"/>
                  <a:gd name="T67" fmla="*/ 50 h 100"/>
                  <a:gd name="T68" fmla="*/ 50 w 100"/>
                  <a:gd name="T6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8"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8" name="Group 107"/>
            <p:cNvGrpSpPr/>
            <p:nvPr/>
          </p:nvGrpSpPr>
          <p:grpSpPr>
            <a:xfrm>
              <a:off x="10666781" y="1478614"/>
              <a:ext cx="218527" cy="219859"/>
              <a:chOff x="3929743" y="2650828"/>
              <a:chExt cx="218527" cy="219859"/>
            </a:xfrm>
            <a:grpFill/>
          </p:grpSpPr>
          <p:sp>
            <p:nvSpPr>
              <p:cNvPr id="173" name="Freeform 150"/>
              <p:cNvSpPr>
                <a:spLocks noEditPoints="1"/>
              </p:cNvSpPr>
              <p:nvPr/>
            </p:nvSpPr>
            <p:spPr bwMode="auto">
              <a:xfrm>
                <a:off x="3991038" y="2782744"/>
                <a:ext cx="95939" cy="61294"/>
              </a:xfrm>
              <a:custGeom>
                <a:avLst/>
                <a:gdLst>
                  <a:gd name="T0" fmla="*/ 0 w 44"/>
                  <a:gd name="T1" fmla="*/ 4 h 28"/>
                  <a:gd name="T2" fmla="*/ 8 w 44"/>
                  <a:gd name="T3" fmla="*/ 4 h 28"/>
                  <a:gd name="T4" fmla="*/ 8 w 44"/>
                  <a:gd name="T5" fmla="*/ 14 h 28"/>
                  <a:gd name="T6" fmla="*/ 22 w 44"/>
                  <a:gd name="T7" fmla="*/ 28 h 28"/>
                  <a:gd name="T8" fmla="*/ 36 w 44"/>
                  <a:gd name="T9" fmla="*/ 14 h 28"/>
                  <a:gd name="T10" fmla="*/ 36 w 44"/>
                  <a:gd name="T11" fmla="*/ 4 h 28"/>
                  <a:gd name="T12" fmla="*/ 44 w 44"/>
                  <a:gd name="T13" fmla="*/ 4 h 28"/>
                  <a:gd name="T14" fmla="*/ 44 w 44"/>
                  <a:gd name="T15" fmla="*/ 0 h 28"/>
                  <a:gd name="T16" fmla="*/ 0 w 44"/>
                  <a:gd name="T17" fmla="*/ 0 h 28"/>
                  <a:gd name="T18" fmla="*/ 0 w 44"/>
                  <a:gd name="T19" fmla="*/ 4 h 28"/>
                  <a:gd name="T20" fmla="*/ 12 w 44"/>
                  <a:gd name="T21" fmla="*/ 4 h 28"/>
                  <a:gd name="T22" fmla="*/ 32 w 44"/>
                  <a:gd name="T23" fmla="*/ 4 h 28"/>
                  <a:gd name="T24" fmla="*/ 32 w 44"/>
                  <a:gd name="T25" fmla="*/ 14 h 28"/>
                  <a:gd name="T26" fmla="*/ 22 w 44"/>
                  <a:gd name="T27" fmla="*/ 24 h 28"/>
                  <a:gd name="T28" fmla="*/ 12 w 44"/>
                  <a:gd name="T29" fmla="*/ 14 h 28"/>
                  <a:gd name="T30" fmla="*/ 12 w 44"/>
                  <a:gd name="T31"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28">
                    <a:moveTo>
                      <a:pt x="0" y="4"/>
                    </a:moveTo>
                    <a:cubicBezTo>
                      <a:pt x="8" y="4"/>
                      <a:pt x="8" y="4"/>
                      <a:pt x="8" y="4"/>
                    </a:cubicBezTo>
                    <a:cubicBezTo>
                      <a:pt x="8" y="14"/>
                      <a:pt x="8" y="14"/>
                      <a:pt x="8" y="14"/>
                    </a:cubicBezTo>
                    <a:cubicBezTo>
                      <a:pt x="8" y="22"/>
                      <a:pt x="14" y="28"/>
                      <a:pt x="22" y="28"/>
                    </a:cubicBezTo>
                    <a:cubicBezTo>
                      <a:pt x="30" y="28"/>
                      <a:pt x="36" y="22"/>
                      <a:pt x="36" y="14"/>
                    </a:cubicBezTo>
                    <a:cubicBezTo>
                      <a:pt x="36" y="4"/>
                      <a:pt x="36" y="4"/>
                      <a:pt x="36" y="4"/>
                    </a:cubicBezTo>
                    <a:cubicBezTo>
                      <a:pt x="44" y="4"/>
                      <a:pt x="44" y="4"/>
                      <a:pt x="44" y="4"/>
                    </a:cubicBezTo>
                    <a:cubicBezTo>
                      <a:pt x="44" y="0"/>
                      <a:pt x="44" y="0"/>
                      <a:pt x="44" y="0"/>
                    </a:cubicBezTo>
                    <a:cubicBezTo>
                      <a:pt x="0" y="0"/>
                      <a:pt x="0" y="0"/>
                      <a:pt x="0" y="0"/>
                    </a:cubicBezTo>
                    <a:lnTo>
                      <a:pt x="0" y="4"/>
                    </a:lnTo>
                    <a:close/>
                    <a:moveTo>
                      <a:pt x="12" y="4"/>
                    </a:moveTo>
                    <a:cubicBezTo>
                      <a:pt x="32" y="4"/>
                      <a:pt x="32" y="4"/>
                      <a:pt x="32" y="4"/>
                    </a:cubicBezTo>
                    <a:cubicBezTo>
                      <a:pt x="32" y="14"/>
                      <a:pt x="32" y="14"/>
                      <a:pt x="32" y="14"/>
                    </a:cubicBezTo>
                    <a:cubicBezTo>
                      <a:pt x="32" y="20"/>
                      <a:pt x="28" y="24"/>
                      <a:pt x="22" y="24"/>
                    </a:cubicBezTo>
                    <a:cubicBezTo>
                      <a:pt x="16" y="24"/>
                      <a:pt x="12" y="20"/>
                      <a:pt x="12" y="14"/>
                    </a:cubicBez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4" name="Rectangle 151"/>
              <p:cNvSpPr>
                <a:spLocks noChangeArrowheads="1"/>
              </p:cNvSpPr>
              <p:nvPr/>
            </p:nvSpPr>
            <p:spPr bwMode="auto">
              <a:xfrm>
                <a:off x="3991038" y="2729444"/>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5" name="Oval 152"/>
              <p:cNvSpPr>
                <a:spLocks noChangeArrowheads="1"/>
              </p:cNvSpPr>
              <p:nvPr/>
            </p:nvSpPr>
            <p:spPr bwMode="auto">
              <a:xfrm>
                <a:off x="4069654"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6" name="Freeform 153"/>
              <p:cNvSpPr>
                <a:spLocks noEditPoints="1"/>
              </p:cNvSpPr>
              <p:nvPr/>
            </p:nvSpPr>
            <p:spPr bwMode="auto">
              <a:xfrm>
                <a:off x="3929743"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9" name="Group 108"/>
            <p:cNvGrpSpPr/>
            <p:nvPr/>
          </p:nvGrpSpPr>
          <p:grpSpPr>
            <a:xfrm>
              <a:off x="11720135" y="195770"/>
              <a:ext cx="218527" cy="219859"/>
              <a:chOff x="3396750" y="3185154"/>
              <a:chExt cx="218527" cy="219859"/>
            </a:xfrm>
            <a:grpFill/>
          </p:grpSpPr>
          <p:sp>
            <p:nvSpPr>
              <p:cNvPr id="169"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0"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1"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2"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0" name="Group 109"/>
            <p:cNvGrpSpPr/>
            <p:nvPr/>
          </p:nvGrpSpPr>
          <p:grpSpPr>
            <a:xfrm>
              <a:off x="11534193" y="6376915"/>
              <a:ext cx="218527" cy="218527"/>
              <a:chOff x="1264778" y="1582176"/>
              <a:chExt cx="218527" cy="218527"/>
            </a:xfrm>
            <a:grpFill/>
          </p:grpSpPr>
          <p:sp>
            <p:nvSpPr>
              <p:cNvPr id="163" name="Freeform 5"/>
              <p:cNvSpPr>
                <a:spLocks noEditPoints="1"/>
              </p:cNvSpPr>
              <p:nvPr/>
            </p:nvSpPr>
            <p:spPr bwMode="auto">
              <a:xfrm>
                <a:off x="1307417" y="1634143"/>
                <a:ext cx="53299" cy="53299"/>
              </a:xfrm>
              <a:custGeom>
                <a:avLst/>
                <a:gdLst>
                  <a:gd name="T0" fmla="*/ 24 w 24"/>
                  <a:gd name="T1" fmla="*/ 12 h 24"/>
                  <a:gd name="T2" fmla="*/ 12 w 24"/>
                  <a:gd name="T3" fmla="*/ 0 h 24"/>
                  <a:gd name="T4" fmla="*/ 0 w 24"/>
                  <a:gd name="T5" fmla="*/ 12 h 24"/>
                  <a:gd name="T6" fmla="*/ 12 w 24"/>
                  <a:gd name="T7" fmla="*/ 24 h 24"/>
                  <a:gd name="T8" fmla="*/ 24 w 24"/>
                  <a:gd name="T9" fmla="*/ 12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24" y="12"/>
                    </a:moveTo>
                    <a:cubicBezTo>
                      <a:pt x="24" y="5"/>
                      <a:pt x="19" y="0"/>
                      <a:pt x="12" y="0"/>
                    </a:cubicBezTo>
                    <a:cubicBezTo>
                      <a:pt x="5" y="0"/>
                      <a:pt x="0" y="5"/>
                      <a:pt x="0" y="12"/>
                    </a:cubicBezTo>
                    <a:cubicBezTo>
                      <a:pt x="0" y="19"/>
                      <a:pt x="5" y="24"/>
                      <a:pt x="12" y="24"/>
                    </a:cubicBezTo>
                    <a:cubicBezTo>
                      <a:pt x="19" y="24"/>
                      <a:pt x="24" y="19"/>
                      <a:pt x="24" y="12"/>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4" name="Rectangle 6"/>
              <p:cNvSpPr>
                <a:spLocks noChangeArrowheads="1"/>
              </p:cNvSpPr>
              <p:nvPr/>
            </p:nvSpPr>
            <p:spPr bwMode="auto">
              <a:xfrm>
                <a:off x="1351390" y="1731414"/>
                <a:ext cx="43972"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5" name="Oval 7"/>
              <p:cNvSpPr>
                <a:spLocks noChangeArrowheads="1"/>
              </p:cNvSpPr>
              <p:nvPr/>
            </p:nvSpPr>
            <p:spPr bwMode="auto">
              <a:xfrm>
                <a:off x="1326072"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6" name="Oval 8"/>
              <p:cNvSpPr>
                <a:spLocks noChangeArrowheads="1"/>
              </p:cNvSpPr>
              <p:nvPr/>
            </p:nvSpPr>
            <p:spPr bwMode="auto">
              <a:xfrm>
                <a:off x="1404689"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7" name="Freeform 9"/>
              <p:cNvSpPr>
                <a:spLocks noEditPoints="1"/>
              </p:cNvSpPr>
              <p:nvPr/>
            </p:nvSpPr>
            <p:spPr bwMode="auto">
              <a:xfrm>
                <a:off x="1264778"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8" name="Freeform 10"/>
              <p:cNvSpPr>
                <a:spLocks noEditPoints="1"/>
              </p:cNvSpPr>
              <p:nvPr/>
            </p:nvSpPr>
            <p:spPr bwMode="auto">
              <a:xfrm>
                <a:off x="1386034" y="1634143"/>
                <a:ext cx="53299" cy="53299"/>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1" name="Group 110"/>
            <p:cNvGrpSpPr/>
            <p:nvPr/>
          </p:nvGrpSpPr>
          <p:grpSpPr>
            <a:xfrm>
              <a:off x="4838688" y="6491061"/>
              <a:ext cx="218527" cy="219859"/>
              <a:chOff x="3396750" y="3185154"/>
              <a:chExt cx="218527" cy="219859"/>
            </a:xfrm>
            <a:grpFill/>
          </p:grpSpPr>
          <p:sp>
            <p:nvSpPr>
              <p:cNvPr id="159"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0"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1"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2"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2" name="Group 111"/>
            <p:cNvGrpSpPr/>
            <p:nvPr/>
          </p:nvGrpSpPr>
          <p:grpSpPr>
            <a:xfrm>
              <a:off x="5166934" y="266108"/>
              <a:ext cx="218527" cy="219859"/>
              <a:chOff x="3396750" y="3185154"/>
              <a:chExt cx="218527" cy="219859"/>
            </a:xfrm>
            <a:grpFill/>
          </p:grpSpPr>
          <p:sp>
            <p:nvSpPr>
              <p:cNvPr id="155"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6"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7"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8"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3" name="Group 112"/>
            <p:cNvGrpSpPr/>
            <p:nvPr/>
          </p:nvGrpSpPr>
          <p:grpSpPr>
            <a:xfrm>
              <a:off x="295825" y="4072051"/>
              <a:ext cx="218527" cy="218527"/>
              <a:chOff x="7127702" y="2116502"/>
              <a:chExt cx="218527" cy="218527"/>
            </a:xfrm>
            <a:grpFill/>
          </p:grpSpPr>
          <p:sp>
            <p:nvSpPr>
              <p:cNvPr id="149" name="Freeform 114"/>
              <p:cNvSpPr>
                <a:spLocks/>
              </p:cNvSpPr>
              <p:nvPr/>
            </p:nvSpPr>
            <p:spPr bwMode="auto">
              <a:xfrm>
                <a:off x="7198324" y="2256413"/>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0" name="Freeform 115"/>
              <p:cNvSpPr>
                <a:spLocks/>
              </p:cNvSpPr>
              <p:nvPr/>
            </p:nvSpPr>
            <p:spPr bwMode="auto">
              <a:xfrm>
                <a:off x="7250290" y="2168469"/>
                <a:ext cx="34645" cy="26650"/>
              </a:xfrm>
              <a:custGeom>
                <a:avLst/>
                <a:gdLst>
                  <a:gd name="T0" fmla="*/ 26 w 26"/>
                  <a:gd name="T1" fmla="*/ 5 h 20"/>
                  <a:gd name="T2" fmla="*/ 23 w 26"/>
                  <a:gd name="T3" fmla="*/ 0 h 20"/>
                  <a:gd name="T4" fmla="*/ 0 w 26"/>
                  <a:gd name="T5" fmla="*/ 15 h 20"/>
                  <a:gd name="T6" fmla="*/ 3 w 26"/>
                  <a:gd name="T7" fmla="*/ 20 h 20"/>
                  <a:gd name="T8" fmla="*/ 26 w 26"/>
                  <a:gd name="T9" fmla="*/ 5 h 20"/>
                </a:gdLst>
                <a:ahLst/>
                <a:cxnLst>
                  <a:cxn ang="0">
                    <a:pos x="T0" y="T1"/>
                  </a:cxn>
                  <a:cxn ang="0">
                    <a:pos x="T2" y="T3"/>
                  </a:cxn>
                  <a:cxn ang="0">
                    <a:pos x="T4" y="T5"/>
                  </a:cxn>
                  <a:cxn ang="0">
                    <a:pos x="T6" y="T7"/>
                  </a:cxn>
                  <a:cxn ang="0">
                    <a:pos x="T8" y="T9"/>
                  </a:cxn>
                </a:cxnLst>
                <a:rect l="0" t="0" r="r" b="b"/>
                <a:pathLst>
                  <a:path w="26" h="20">
                    <a:moveTo>
                      <a:pt x="26" y="5"/>
                    </a:moveTo>
                    <a:lnTo>
                      <a:pt x="23" y="0"/>
                    </a:lnTo>
                    <a:lnTo>
                      <a:pt x="0" y="15"/>
                    </a:lnTo>
                    <a:lnTo>
                      <a:pt x="3" y="20"/>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1" name="Freeform 116"/>
              <p:cNvSpPr>
                <a:spLocks/>
              </p:cNvSpPr>
              <p:nvPr/>
            </p:nvSpPr>
            <p:spPr bwMode="auto">
              <a:xfrm>
                <a:off x="7188996" y="2168469"/>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2" name="Oval 117"/>
              <p:cNvSpPr>
                <a:spLocks noChangeArrowheads="1"/>
              </p:cNvSpPr>
              <p:nvPr/>
            </p:nvSpPr>
            <p:spPr bwMode="auto">
              <a:xfrm>
                <a:off x="7188996"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3" name="Oval 118"/>
              <p:cNvSpPr>
                <a:spLocks noChangeArrowheads="1"/>
              </p:cNvSpPr>
              <p:nvPr/>
            </p:nvSpPr>
            <p:spPr bwMode="auto">
              <a:xfrm>
                <a:off x="7267613"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4" name="Freeform 119"/>
              <p:cNvSpPr>
                <a:spLocks noEditPoints="1"/>
              </p:cNvSpPr>
              <p:nvPr/>
            </p:nvSpPr>
            <p:spPr bwMode="auto">
              <a:xfrm>
                <a:off x="7127702"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4" name="Group 113"/>
            <p:cNvGrpSpPr/>
            <p:nvPr/>
          </p:nvGrpSpPr>
          <p:grpSpPr>
            <a:xfrm>
              <a:off x="5729642" y="3419615"/>
              <a:ext cx="218527" cy="219859"/>
              <a:chOff x="3396750" y="3185154"/>
              <a:chExt cx="218527" cy="219859"/>
            </a:xfrm>
            <a:grpFill/>
          </p:grpSpPr>
          <p:sp>
            <p:nvSpPr>
              <p:cNvPr id="145"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6"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7"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8"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15" name="Freeform 114"/>
            <p:cNvSpPr>
              <a:spLocks noEditPoints="1"/>
            </p:cNvSpPr>
            <p:nvPr/>
          </p:nvSpPr>
          <p:spPr bwMode="auto">
            <a:xfrm>
              <a:off x="7744559" y="5866193"/>
              <a:ext cx="300038" cy="271462"/>
            </a:xfrm>
            <a:custGeom>
              <a:avLst/>
              <a:gdLst>
                <a:gd name="T0" fmla="*/ 64 w 124"/>
                <a:gd name="T1" fmla="*/ 8 h 112"/>
                <a:gd name="T2" fmla="*/ 64 w 124"/>
                <a:gd name="T3" fmla="*/ 2 h 112"/>
                <a:gd name="T4" fmla="*/ 62 w 124"/>
                <a:gd name="T5" fmla="*/ 0 h 112"/>
                <a:gd name="T6" fmla="*/ 60 w 124"/>
                <a:gd name="T7" fmla="*/ 2 h 112"/>
                <a:gd name="T8" fmla="*/ 60 w 124"/>
                <a:gd name="T9" fmla="*/ 8 h 112"/>
                <a:gd name="T10" fmla="*/ 0 w 124"/>
                <a:gd name="T11" fmla="*/ 48 h 112"/>
                <a:gd name="T12" fmla="*/ 10 w 124"/>
                <a:gd name="T13" fmla="*/ 40 h 112"/>
                <a:gd name="T14" fmla="*/ 20 w 124"/>
                <a:gd name="T15" fmla="*/ 48 h 112"/>
                <a:gd name="T16" fmla="*/ 30 w 124"/>
                <a:gd name="T17" fmla="*/ 40 h 112"/>
                <a:gd name="T18" fmla="*/ 40 w 124"/>
                <a:gd name="T19" fmla="*/ 48 h 112"/>
                <a:gd name="T20" fmla="*/ 50 w 124"/>
                <a:gd name="T21" fmla="*/ 40 h 112"/>
                <a:gd name="T22" fmla="*/ 60 w 124"/>
                <a:gd name="T23" fmla="*/ 48 h 112"/>
                <a:gd name="T24" fmla="*/ 60 w 124"/>
                <a:gd name="T25" fmla="*/ 92 h 112"/>
                <a:gd name="T26" fmla="*/ 60 w 124"/>
                <a:gd name="T27" fmla="*/ 104 h 112"/>
                <a:gd name="T28" fmla="*/ 56 w 124"/>
                <a:gd name="T29" fmla="*/ 108 h 112"/>
                <a:gd name="T30" fmla="*/ 52 w 124"/>
                <a:gd name="T31" fmla="*/ 104 h 112"/>
                <a:gd name="T32" fmla="*/ 52 w 124"/>
                <a:gd name="T33" fmla="*/ 100 h 112"/>
                <a:gd name="T34" fmla="*/ 52 w 124"/>
                <a:gd name="T35" fmla="*/ 98 h 112"/>
                <a:gd name="T36" fmla="*/ 50 w 124"/>
                <a:gd name="T37" fmla="*/ 96 h 112"/>
                <a:gd name="T38" fmla="*/ 48 w 124"/>
                <a:gd name="T39" fmla="*/ 98 h 112"/>
                <a:gd name="T40" fmla="*/ 48 w 124"/>
                <a:gd name="T41" fmla="*/ 101 h 112"/>
                <a:gd name="T42" fmla="*/ 48 w 124"/>
                <a:gd name="T43" fmla="*/ 104 h 112"/>
                <a:gd name="T44" fmla="*/ 56 w 124"/>
                <a:gd name="T45" fmla="*/ 112 h 112"/>
                <a:gd name="T46" fmla="*/ 64 w 124"/>
                <a:gd name="T47" fmla="*/ 104 h 112"/>
                <a:gd name="T48" fmla="*/ 64 w 124"/>
                <a:gd name="T49" fmla="*/ 98 h 112"/>
                <a:gd name="T50" fmla="*/ 64 w 124"/>
                <a:gd name="T51" fmla="*/ 48 h 112"/>
                <a:gd name="T52" fmla="*/ 74 w 124"/>
                <a:gd name="T53" fmla="*/ 40 h 112"/>
                <a:gd name="T54" fmla="*/ 84 w 124"/>
                <a:gd name="T55" fmla="*/ 48 h 112"/>
                <a:gd name="T56" fmla="*/ 94 w 124"/>
                <a:gd name="T57" fmla="*/ 40 h 112"/>
                <a:gd name="T58" fmla="*/ 104 w 124"/>
                <a:gd name="T59" fmla="*/ 48 h 112"/>
                <a:gd name="T60" fmla="*/ 114 w 124"/>
                <a:gd name="T61" fmla="*/ 40 h 112"/>
                <a:gd name="T62" fmla="*/ 124 w 124"/>
                <a:gd name="T63" fmla="*/ 48 h 112"/>
                <a:gd name="T64" fmla="*/ 64 w 124"/>
                <a:gd name="T65" fmla="*/ 8 h 112"/>
                <a:gd name="T66" fmla="*/ 17 w 124"/>
                <a:gd name="T67" fmla="*/ 38 h 112"/>
                <a:gd name="T68" fmla="*/ 10 w 124"/>
                <a:gd name="T69" fmla="*/ 36 h 112"/>
                <a:gd name="T70" fmla="*/ 7 w 124"/>
                <a:gd name="T71" fmla="*/ 36 h 112"/>
                <a:gd name="T72" fmla="*/ 33 w 124"/>
                <a:gd name="T73" fmla="*/ 17 h 112"/>
                <a:gd name="T74" fmla="*/ 17 w 124"/>
                <a:gd name="T75" fmla="*/ 38 h 112"/>
                <a:gd name="T76" fmla="*/ 37 w 124"/>
                <a:gd name="T77" fmla="*/ 38 h 112"/>
                <a:gd name="T78" fmla="*/ 30 w 124"/>
                <a:gd name="T79" fmla="*/ 36 h 112"/>
                <a:gd name="T80" fmla="*/ 21 w 124"/>
                <a:gd name="T81" fmla="*/ 38 h 112"/>
                <a:gd name="T82" fmla="*/ 48 w 124"/>
                <a:gd name="T83" fmla="*/ 14 h 112"/>
                <a:gd name="T84" fmla="*/ 37 w 124"/>
                <a:gd name="T85" fmla="*/ 38 h 112"/>
                <a:gd name="T86" fmla="*/ 60 w 124"/>
                <a:gd name="T87" fmla="*/ 40 h 112"/>
                <a:gd name="T88" fmla="*/ 50 w 124"/>
                <a:gd name="T89" fmla="*/ 36 h 112"/>
                <a:gd name="T90" fmla="*/ 41 w 124"/>
                <a:gd name="T91" fmla="*/ 39 h 112"/>
                <a:gd name="T92" fmla="*/ 60 w 124"/>
                <a:gd name="T93" fmla="*/ 12 h 112"/>
                <a:gd name="T94" fmla="*/ 60 w 124"/>
                <a:gd name="T95" fmla="*/ 40 h 112"/>
                <a:gd name="T96" fmla="*/ 74 w 124"/>
                <a:gd name="T97" fmla="*/ 36 h 112"/>
                <a:gd name="T98" fmla="*/ 64 w 124"/>
                <a:gd name="T99" fmla="*/ 40 h 112"/>
                <a:gd name="T100" fmla="*/ 64 w 124"/>
                <a:gd name="T101" fmla="*/ 12 h 112"/>
                <a:gd name="T102" fmla="*/ 83 w 124"/>
                <a:gd name="T103" fmla="*/ 39 h 112"/>
                <a:gd name="T104" fmla="*/ 74 w 124"/>
                <a:gd name="T105" fmla="*/ 36 h 112"/>
                <a:gd name="T106" fmla="*/ 94 w 124"/>
                <a:gd name="T107" fmla="*/ 36 h 112"/>
                <a:gd name="T108" fmla="*/ 87 w 124"/>
                <a:gd name="T109" fmla="*/ 38 h 112"/>
                <a:gd name="T110" fmla="*/ 75 w 124"/>
                <a:gd name="T111" fmla="*/ 14 h 112"/>
                <a:gd name="T112" fmla="*/ 102 w 124"/>
                <a:gd name="T113" fmla="*/ 38 h 112"/>
                <a:gd name="T114" fmla="*/ 94 w 124"/>
                <a:gd name="T115" fmla="*/ 36 h 112"/>
                <a:gd name="T116" fmla="*/ 114 w 124"/>
                <a:gd name="T117" fmla="*/ 36 h 112"/>
                <a:gd name="T118" fmla="*/ 106 w 124"/>
                <a:gd name="T119" fmla="*/ 38 h 112"/>
                <a:gd name="T120" fmla="*/ 90 w 124"/>
                <a:gd name="T121" fmla="*/ 17 h 112"/>
                <a:gd name="T122" fmla="*/ 117 w 124"/>
                <a:gd name="T123" fmla="*/ 36 h 112"/>
                <a:gd name="T124" fmla="*/ 114 w 124"/>
                <a:gd name="T125" fmla="*/ 3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4" h="112">
                  <a:moveTo>
                    <a:pt x="64" y="8"/>
                  </a:moveTo>
                  <a:cubicBezTo>
                    <a:pt x="64" y="2"/>
                    <a:pt x="64" y="2"/>
                    <a:pt x="64" y="2"/>
                  </a:cubicBezTo>
                  <a:cubicBezTo>
                    <a:pt x="64" y="1"/>
                    <a:pt x="63" y="0"/>
                    <a:pt x="62" y="0"/>
                  </a:cubicBezTo>
                  <a:cubicBezTo>
                    <a:pt x="61" y="0"/>
                    <a:pt x="60" y="1"/>
                    <a:pt x="60" y="2"/>
                  </a:cubicBezTo>
                  <a:cubicBezTo>
                    <a:pt x="60" y="8"/>
                    <a:pt x="60" y="8"/>
                    <a:pt x="60" y="8"/>
                  </a:cubicBezTo>
                  <a:cubicBezTo>
                    <a:pt x="28" y="9"/>
                    <a:pt x="0" y="26"/>
                    <a:pt x="0" y="48"/>
                  </a:cubicBezTo>
                  <a:cubicBezTo>
                    <a:pt x="0" y="44"/>
                    <a:pt x="4" y="40"/>
                    <a:pt x="10" y="40"/>
                  </a:cubicBezTo>
                  <a:cubicBezTo>
                    <a:pt x="15" y="40"/>
                    <a:pt x="20" y="44"/>
                    <a:pt x="20" y="48"/>
                  </a:cubicBezTo>
                  <a:cubicBezTo>
                    <a:pt x="20" y="44"/>
                    <a:pt x="24" y="40"/>
                    <a:pt x="30" y="40"/>
                  </a:cubicBezTo>
                  <a:cubicBezTo>
                    <a:pt x="35" y="40"/>
                    <a:pt x="40" y="44"/>
                    <a:pt x="40" y="48"/>
                  </a:cubicBezTo>
                  <a:cubicBezTo>
                    <a:pt x="40" y="44"/>
                    <a:pt x="44" y="40"/>
                    <a:pt x="50" y="40"/>
                  </a:cubicBezTo>
                  <a:cubicBezTo>
                    <a:pt x="55" y="40"/>
                    <a:pt x="60" y="44"/>
                    <a:pt x="60" y="48"/>
                  </a:cubicBezTo>
                  <a:cubicBezTo>
                    <a:pt x="60" y="92"/>
                    <a:pt x="60" y="92"/>
                    <a:pt x="60" y="92"/>
                  </a:cubicBezTo>
                  <a:cubicBezTo>
                    <a:pt x="60" y="104"/>
                    <a:pt x="60" y="104"/>
                    <a:pt x="60" y="104"/>
                  </a:cubicBezTo>
                  <a:cubicBezTo>
                    <a:pt x="60" y="106"/>
                    <a:pt x="58" y="108"/>
                    <a:pt x="56" y="108"/>
                  </a:cubicBezTo>
                  <a:cubicBezTo>
                    <a:pt x="54" y="108"/>
                    <a:pt x="52" y="106"/>
                    <a:pt x="52" y="104"/>
                  </a:cubicBezTo>
                  <a:cubicBezTo>
                    <a:pt x="52" y="100"/>
                    <a:pt x="52" y="100"/>
                    <a:pt x="52" y="100"/>
                  </a:cubicBezTo>
                  <a:cubicBezTo>
                    <a:pt x="52" y="98"/>
                    <a:pt x="52" y="98"/>
                    <a:pt x="52" y="98"/>
                  </a:cubicBezTo>
                  <a:cubicBezTo>
                    <a:pt x="52" y="97"/>
                    <a:pt x="51" y="96"/>
                    <a:pt x="50" y="96"/>
                  </a:cubicBezTo>
                  <a:cubicBezTo>
                    <a:pt x="49" y="96"/>
                    <a:pt x="48" y="97"/>
                    <a:pt x="48" y="98"/>
                  </a:cubicBezTo>
                  <a:cubicBezTo>
                    <a:pt x="48" y="101"/>
                    <a:pt x="48" y="101"/>
                    <a:pt x="48" y="101"/>
                  </a:cubicBezTo>
                  <a:cubicBezTo>
                    <a:pt x="48" y="104"/>
                    <a:pt x="48" y="104"/>
                    <a:pt x="48" y="104"/>
                  </a:cubicBezTo>
                  <a:cubicBezTo>
                    <a:pt x="48" y="108"/>
                    <a:pt x="52" y="112"/>
                    <a:pt x="56" y="112"/>
                  </a:cubicBezTo>
                  <a:cubicBezTo>
                    <a:pt x="60" y="112"/>
                    <a:pt x="64" y="108"/>
                    <a:pt x="64" y="104"/>
                  </a:cubicBezTo>
                  <a:cubicBezTo>
                    <a:pt x="64" y="98"/>
                    <a:pt x="64" y="98"/>
                    <a:pt x="64" y="98"/>
                  </a:cubicBezTo>
                  <a:cubicBezTo>
                    <a:pt x="64" y="48"/>
                    <a:pt x="64" y="48"/>
                    <a:pt x="64" y="48"/>
                  </a:cubicBezTo>
                  <a:cubicBezTo>
                    <a:pt x="64" y="44"/>
                    <a:pt x="68" y="40"/>
                    <a:pt x="74" y="40"/>
                  </a:cubicBezTo>
                  <a:cubicBezTo>
                    <a:pt x="79" y="40"/>
                    <a:pt x="84" y="44"/>
                    <a:pt x="84" y="48"/>
                  </a:cubicBezTo>
                  <a:cubicBezTo>
                    <a:pt x="84" y="44"/>
                    <a:pt x="88" y="40"/>
                    <a:pt x="94" y="40"/>
                  </a:cubicBezTo>
                  <a:cubicBezTo>
                    <a:pt x="99" y="40"/>
                    <a:pt x="104" y="44"/>
                    <a:pt x="104" y="48"/>
                  </a:cubicBezTo>
                  <a:cubicBezTo>
                    <a:pt x="104" y="44"/>
                    <a:pt x="108" y="40"/>
                    <a:pt x="114" y="40"/>
                  </a:cubicBezTo>
                  <a:cubicBezTo>
                    <a:pt x="119" y="40"/>
                    <a:pt x="124" y="44"/>
                    <a:pt x="124" y="48"/>
                  </a:cubicBezTo>
                  <a:cubicBezTo>
                    <a:pt x="124" y="26"/>
                    <a:pt x="96" y="9"/>
                    <a:pt x="64" y="8"/>
                  </a:cubicBezTo>
                  <a:close/>
                  <a:moveTo>
                    <a:pt x="17" y="38"/>
                  </a:moveTo>
                  <a:cubicBezTo>
                    <a:pt x="15" y="37"/>
                    <a:pt x="13" y="36"/>
                    <a:pt x="10" y="36"/>
                  </a:cubicBezTo>
                  <a:cubicBezTo>
                    <a:pt x="9" y="36"/>
                    <a:pt x="8" y="36"/>
                    <a:pt x="7" y="36"/>
                  </a:cubicBezTo>
                  <a:cubicBezTo>
                    <a:pt x="12" y="28"/>
                    <a:pt x="21" y="21"/>
                    <a:pt x="33" y="17"/>
                  </a:cubicBezTo>
                  <a:cubicBezTo>
                    <a:pt x="26" y="22"/>
                    <a:pt x="20" y="29"/>
                    <a:pt x="17" y="38"/>
                  </a:cubicBezTo>
                  <a:close/>
                  <a:moveTo>
                    <a:pt x="37" y="38"/>
                  </a:moveTo>
                  <a:cubicBezTo>
                    <a:pt x="35" y="37"/>
                    <a:pt x="32" y="36"/>
                    <a:pt x="30" y="36"/>
                  </a:cubicBezTo>
                  <a:cubicBezTo>
                    <a:pt x="27" y="36"/>
                    <a:pt x="24" y="37"/>
                    <a:pt x="21" y="38"/>
                  </a:cubicBezTo>
                  <a:cubicBezTo>
                    <a:pt x="25" y="27"/>
                    <a:pt x="35" y="18"/>
                    <a:pt x="48" y="14"/>
                  </a:cubicBezTo>
                  <a:cubicBezTo>
                    <a:pt x="43" y="19"/>
                    <a:pt x="38" y="28"/>
                    <a:pt x="37" y="38"/>
                  </a:cubicBezTo>
                  <a:close/>
                  <a:moveTo>
                    <a:pt x="60" y="40"/>
                  </a:moveTo>
                  <a:cubicBezTo>
                    <a:pt x="56" y="37"/>
                    <a:pt x="54" y="36"/>
                    <a:pt x="50" y="36"/>
                  </a:cubicBezTo>
                  <a:cubicBezTo>
                    <a:pt x="46" y="36"/>
                    <a:pt x="43" y="37"/>
                    <a:pt x="41" y="39"/>
                  </a:cubicBezTo>
                  <a:cubicBezTo>
                    <a:pt x="43" y="25"/>
                    <a:pt x="52" y="14"/>
                    <a:pt x="60" y="12"/>
                  </a:cubicBezTo>
                  <a:lnTo>
                    <a:pt x="60" y="40"/>
                  </a:lnTo>
                  <a:close/>
                  <a:moveTo>
                    <a:pt x="74" y="36"/>
                  </a:moveTo>
                  <a:cubicBezTo>
                    <a:pt x="70" y="36"/>
                    <a:pt x="68" y="37"/>
                    <a:pt x="64" y="40"/>
                  </a:cubicBezTo>
                  <a:cubicBezTo>
                    <a:pt x="64" y="12"/>
                    <a:pt x="64" y="12"/>
                    <a:pt x="64" y="12"/>
                  </a:cubicBezTo>
                  <a:cubicBezTo>
                    <a:pt x="72" y="14"/>
                    <a:pt x="81" y="25"/>
                    <a:pt x="83" y="39"/>
                  </a:cubicBezTo>
                  <a:cubicBezTo>
                    <a:pt x="81" y="37"/>
                    <a:pt x="77" y="36"/>
                    <a:pt x="74" y="36"/>
                  </a:cubicBezTo>
                  <a:close/>
                  <a:moveTo>
                    <a:pt x="94" y="36"/>
                  </a:moveTo>
                  <a:cubicBezTo>
                    <a:pt x="91" y="36"/>
                    <a:pt x="89" y="37"/>
                    <a:pt x="87" y="38"/>
                  </a:cubicBezTo>
                  <a:cubicBezTo>
                    <a:pt x="85" y="28"/>
                    <a:pt x="81" y="19"/>
                    <a:pt x="75" y="14"/>
                  </a:cubicBezTo>
                  <a:cubicBezTo>
                    <a:pt x="88" y="18"/>
                    <a:pt x="99" y="27"/>
                    <a:pt x="102" y="38"/>
                  </a:cubicBezTo>
                  <a:cubicBezTo>
                    <a:pt x="100" y="37"/>
                    <a:pt x="97" y="36"/>
                    <a:pt x="94" y="36"/>
                  </a:cubicBezTo>
                  <a:close/>
                  <a:moveTo>
                    <a:pt x="114" y="36"/>
                  </a:moveTo>
                  <a:cubicBezTo>
                    <a:pt x="111" y="36"/>
                    <a:pt x="108" y="37"/>
                    <a:pt x="106" y="38"/>
                  </a:cubicBezTo>
                  <a:cubicBezTo>
                    <a:pt x="104" y="29"/>
                    <a:pt x="98" y="22"/>
                    <a:pt x="90" y="17"/>
                  </a:cubicBezTo>
                  <a:cubicBezTo>
                    <a:pt x="103" y="21"/>
                    <a:pt x="112" y="28"/>
                    <a:pt x="117" y="36"/>
                  </a:cubicBezTo>
                  <a:cubicBezTo>
                    <a:pt x="116" y="36"/>
                    <a:pt x="115" y="36"/>
                    <a:pt x="114" y="3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6" name="Freeform 115"/>
            <p:cNvSpPr>
              <a:spLocks noEditPoints="1"/>
            </p:cNvSpPr>
            <p:nvPr/>
          </p:nvSpPr>
          <p:spPr bwMode="auto">
            <a:xfrm>
              <a:off x="470756" y="4536601"/>
              <a:ext cx="290513" cy="90487"/>
            </a:xfrm>
            <a:custGeom>
              <a:avLst/>
              <a:gdLst>
                <a:gd name="T0" fmla="*/ 64 w 120"/>
                <a:gd name="T1" fmla="*/ 5 h 37"/>
                <a:gd name="T2" fmla="*/ 1 w 120"/>
                <a:gd name="T3" fmla="*/ 3 h 37"/>
                <a:gd name="T4" fmla="*/ 5 w 120"/>
                <a:gd name="T5" fmla="*/ 14 h 37"/>
                <a:gd name="T6" fmla="*/ 15 w 120"/>
                <a:gd name="T7" fmla="*/ 35 h 37"/>
                <a:gd name="T8" fmla="*/ 45 w 120"/>
                <a:gd name="T9" fmla="*/ 34 h 37"/>
                <a:gd name="T10" fmla="*/ 56 w 120"/>
                <a:gd name="T11" fmla="*/ 14 h 37"/>
                <a:gd name="T12" fmla="*/ 68 w 120"/>
                <a:gd name="T13" fmla="*/ 25 h 37"/>
                <a:gd name="T14" fmla="*/ 91 w 120"/>
                <a:gd name="T15" fmla="*/ 37 h 37"/>
                <a:gd name="T16" fmla="*/ 112 w 120"/>
                <a:gd name="T17" fmla="*/ 25 h 37"/>
                <a:gd name="T18" fmla="*/ 119 w 120"/>
                <a:gd name="T19" fmla="*/ 10 h 37"/>
                <a:gd name="T20" fmla="*/ 11 w 120"/>
                <a:gd name="T21" fmla="*/ 7 h 37"/>
                <a:gd name="T22" fmla="*/ 48 w 120"/>
                <a:gd name="T23" fmla="*/ 8 h 37"/>
                <a:gd name="T24" fmla="*/ 9 w 120"/>
                <a:gd name="T25" fmla="*/ 9 h 37"/>
                <a:gd name="T26" fmla="*/ 44 w 120"/>
                <a:gd name="T27" fmla="*/ 29 h 37"/>
                <a:gd name="T28" fmla="*/ 17 w 120"/>
                <a:gd name="T29" fmla="*/ 32 h 37"/>
                <a:gd name="T30" fmla="*/ 45 w 120"/>
                <a:gd name="T31" fmla="*/ 29 h 37"/>
                <a:gd name="T32" fmla="*/ 48 w 120"/>
                <a:gd name="T33" fmla="*/ 25 h 37"/>
                <a:gd name="T34" fmla="*/ 9 w 120"/>
                <a:gd name="T35" fmla="*/ 21 h 37"/>
                <a:gd name="T36" fmla="*/ 48 w 120"/>
                <a:gd name="T37" fmla="*/ 25 h 37"/>
                <a:gd name="T38" fmla="*/ 8 w 120"/>
                <a:gd name="T39" fmla="*/ 13 h 37"/>
                <a:gd name="T40" fmla="*/ 51 w 120"/>
                <a:gd name="T41" fmla="*/ 17 h 37"/>
                <a:gd name="T42" fmla="*/ 91 w 120"/>
                <a:gd name="T43" fmla="*/ 5 h 37"/>
                <a:gd name="T44" fmla="*/ 111 w 120"/>
                <a:gd name="T45" fmla="*/ 9 h 37"/>
                <a:gd name="T46" fmla="*/ 72 w 120"/>
                <a:gd name="T47" fmla="*/ 8 h 37"/>
                <a:gd name="T48" fmla="*/ 92 w 120"/>
                <a:gd name="T49" fmla="*/ 33 h 37"/>
                <a:gd name="T50" fmla="*/ 75 w 120"/>
                <a:gd name="T51" fmla="*/ 29 h 37"/>
                <a:gd name="T52" fmla="*/ 103 w 120"/>
                <a:gd name="T53" fmla="*/ 32 h 37"/>
                <a:gd name="T54" fmla="*/ 72 w 120"/>
                <a:gd name="T55" fmla="*/ 25 h 37"/>
                <a:gd name="T56" fmla="*/ 111 w 120"/>
                <a:gd name="T57" fmla="*/ 21 h 37"/>
                <a:gd name="T58" fmla="*/ 112 w 120"/>
                <a:gd name="T59" fmla="*/ 17 h 37"/>
                <a:gd name="T60" fmla="*/ 68 w 120"/>
                <a:gd name="T61" fmla="*/ 13 h 37"/>
                <a:gd name="T62" fmla="*/ 112 w 120"/>
                <a:gd name="T63" fmla="*/ 1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0" h="37">
                  <a:moveTo>
                    <a:pt x="119" y="3"/>
                  </a:moveTo>
                  <a:cubicBezTo>
                    <a:pt x="106" y="0"/>
                    <a:pt x="81" y="0"/>
                    <a:pt x="64" y="5"/>
                  </a:cubicBezTo>
                  <a:cubicBezTo>
                    <a:pt x="63" y="5"/>
                    <a:pt x="57" y="5"/>
                    <a:pt x="56" y="5"/>
                  </a:cubicBezTo>
                  <a:cubicBezTo>
                    <a:pt x="39" y="0"/>
                    <a:pt x="14" y="0"/>
                    <a:pt x="1" y="3"/>
                  </a:cubicBezTo>
                  <a:cubicBezTo>
                    <a:pt x="0" y="3"/>
                    <a:pt x="0" y="10"/>
                    <a:pt x="1" y="10"/>
                  </a:cubicBezTo>
                  <a:cubicBezTo>
                    <a:pt x="4" y="11"/>
                    <a:pt x="5" y="14"/>
                    <a:pt x="5" y="14"/>
                  </a:cubicBezTo>
                  <a:cubicBezTo>
                    <a:pt x="5" y="14"/>
                    <a:pt x="5" y="16"/>
                    <a:pt x="8" y="25"/>
                  </a:cubicBezTo>
                  <a:cubicBezTo>
                    <a:pt x="10" y="34"/>
                    <a:pt x="15" y="35"/>
                    <a:pt x="15" y="35"/>
                  </a:cubicBezTo>
                  <a:cubicBezTo>
                    <a:pt x="15" y="35"/>
                    <a:pt x="21" y="37"/>
                    <a:pt x="29" y="37"/>
                  </a:cubicBezTo>
                  <a:cubicBezTo>
                    <a:pt x="36" y="37"/>
                    <a:pt x="40" y="37"/>
                    <a:pt x="45" y="34"/>
                  </a:cubicBezTo>
                  <a:cubicBezTo>
                    <a:pt x="50" y="32"/>
                    <a:pt x="52" y="25"/>
                    <a:pt x="52" y="25"/>
                  </a:cubicBezTo>
                  <a:cubicBezTo>
                    <a:pt x="52" y="25"/>
                    <a:pt x="54" y="20"/>
                    <a:pt x="56" y="14"/>
                  </a:cubicBezTo>
                  <a:cubicBezTo>
                    <a:pt x="56" y="13"/>
                    <a:pt x="64" y="13"/>
                    <a:pt x="64" y="14"/>
                  </a:cubicBezTo>
                  <a:cubicBezTo>
                    <a:pt x="66" y="20"/>
                    <a:pt x="68" y="25"/>
                    <a:pt x="68" y="25"/>
                  </a:cubicBezTo>
                  <a:cubicBezTo>
                    <a:pt x="68" y="25"/>
                    <a:pt x="70" y="32"/>
                    <a:pt x="75" y="34"/>
                  </a:cubicBezTo>
                  <a:cubicBezTo>
                    <a:pt x="80" y="37"/>
                    <a:pt x="84" y="37"/>
                    <a:pt x="91" y="37"/>
                  </a:cubicBezTo>
                  <a:cubicBezTo>
                    <a:pt x="99" y="37"/>
                    <a:pt x="105" y="35"/>
                    <a:pt x="105" y="35"/>
                  </a:cubicBezTo>
                  <a:cubicBezTo>
                    <a:pt x="105" y="35"/>
                    <a:pt x="110" y="34"/>
                    <a:pt x="112" y="25"/>
                  </a:cubicBezTo>
                  <a:cubicBezTo>
                    <a:pt x="115" y="16"/>
                    <a:pt x="115" y="14"/>
                    <a:pt x="115" y="14"/>
                  </a:cubicBezTo>
                  <a:cubicBezTo>
                    <a:pt x="115" y="14"/>
                    <a:pt x="116" y="11"/>
                    <a:pt x="119" y="10"/>
                  </a:cubicBezTo>
                  <a:cubicBezTo>
                    <a:pt x="120" y="10"/>
                    <a:pt x="120" y="3"/>
                    <a:pt x="119" y="3"/>
                  </a:cubicBezTo>
                  <a:close/>
                  <a:moveTo>
                    <a:pt x="11" y="7"/>
                  </a:moveTo>
                  <a:cubicBezTo>
                    <a:pt x="14" y="5"/>
                    <a:pt x="25" y="5"/>
                    <a:pt x="29" y="5"/>
                  </a:cubicBezTo>
                  <a:cubicBezTo>
                    <a:pt x="33" y="5"/>
                    <a:pt x="41" y="6"/>
                    <a:pt x="48" y="8"/>
                  </a:cubicBezTo>
                  <a:cubicBezTo>
                    <a:pt x="48" y="9"/>
                    <a:pt x="49" y="9"/>
                    <a:pt x="49" y="9"/>
                  </a:cubicBezTo>
                  <a:cubicBezTo>
                    <a:pt x="9" y="9"/>
                    <a:pt x="9" y="9"/>
                    <a:pt x="9" y="9"/>
                  </a:cubicBezTo>
                  <a:cubicBezTo>
                    <a:pt x="10" y="5"/>
                    <a:pt x="10" y="8"/>
                    <a:pt x="11" y="7"/>
                  </a:cubicBezTo>
                  <a:close/>
                  <a:moveTo>
                    <a:pt x="44" y="29"/>
                  </a:moveTo>
                  <a:cubicBezTo>
                    <a:pt x="42" y="31"/>
                    <a:pt x="36" y="33"/>
                    <a:pt x="28" y="33"/>
                  </a:cubicBezTo>
                  <a:cubicBezTo>
                    <a:pt x="24" y="33"/>
                    <a:pt x="21" y="33"/>
                    <a:pt x="17" y="32"/>
                  </a:cubicBezTo>
                  <a:cubicBezTo>
                    <a:pt x="15" y="31"/>
                    <a:pt x="13" y="29"/>
                    <a:pt x="12" y="29"/>
                  </a:cubicBezTo>
                  <a:cubicBezTo>
                    <a:pt x="45" y="29"/>
                    <a:pt x="45" y="29"/>
                    <a:pt x="45" y="29"/>
                  </a:cubicBezTo>
                  <a:cubicBezTo>
                    <a:pt x="45" y="29"/>
                    <a:pt x="44" y="29"/>
                    <a:pt x="44" y="29"/>
                  </a:cubicBezTo>
                  <a:close/>
                  <a:moveTo>
                    <a:pt x="48" y="25"/>
                  </a:moveTo>
                  <a:cubicBezTo>
                    <a:pt x="10" y="25"/>
                    <a:pt x="10" y="25"/>
                    <a:pt x="10" y="25"/>
                  </a:cubicBezTo>
                  <a:cubicBezTo>
                    <a:pt x="9" y="21"/>
                    <a:pt x="9" y="21"/>
                    <a:pt x="9" y="21"/>
                  </a:cubicBezTo>
                  <a:cubicBezTo>
                    <a:pt x="50" y="21"/>
                    <a:pt x="50" y="21"/>
                    <a:pt x="50" y="21"/>
                  </a:cubicBezTo>
                  <a:cubicBezTo>
                    <a:pt x="50" y="21"/>
                    <a:pt x="49" y="21"/>
                    <a:pt x="48" y="25"/>
                  </a:cubicBezTo>
                  <a:close/>
                  <a:moveTo>
                    <a:pt x="8" y="18"/>
                  </a:moveTo>
                  <a:cubicBezTo>
                    <a:pt x="8" y="14"/>
                    <a:pt x="8" y="13"/>
                    <a:pt x="8" y="13"/>
                  </a:cubicBezTo>
                  <a:cubicBezTo>
                    <a:pt x="52" y="13"/>
                    <a:pt x="52" y="13"/>
                    <a:pt x="52" y="13"/>
                  </a:cubicBezTo>
                  <a:cubicBezTo>
                    <a:pt x="52" y="13"/>
                    <a:pt x="52" y="13"/>
                    <a:pt x="51" y="17"/>
                  </a:cubicBezTo>
                  <a:moveTo>
                    <a:pt x="72" y="8"/>
                  </a:moveTo>
                  <a:cubicBezTo>
                    <a:pt x="79" y="6"/>
                    <a:pt x="87" y="5"/>
                    <a:pt x="91" y="5"/>
                  </a:cubicBezTo>
                  <a:cubicBezTo>
                    <a:pt x="95" y="5"/>
                    <a:pt x="106" y="5"/>
                    <a:pt x="109" y="7"/>
                  </a:cubicBezTo>
                  <a:cubicBezTo>
                    <a:pt x="110" y="8"/>
                    <a:pt x="110" y="5"/>
                    <a:pt x="111" y="9"/>
                  </a:cubicBezTo>
                  <a:cubicBezTo>
                    <a:pt x="70" y="9"/>
                    <a:pt x="70" y="9"/>
                    <a:pt x="70" y="9"/>
                  </a:cubicBezTo>
                  <a:cubicBezTo>
                    <a:pt x="71" y="9"/>
                    <a:pt x="71" y="8"/>
                    <a:pt x="72" y="8"/>
                  </a:cubicBezTo>
                  <a:close/>
                  <a:moveTo>
                    <a:pt x="103" y="32"/>
                  </a:moveTo>
                  <a:cubicBezTo>
                    <a:pt x="99" y="33"/>
                    <a:pt x="96" y="33"/>
                    <a:pt x="92" y="33"/>
                  </a:cubicBezTo>
                  <a:cubicBezTo>
                    <a:pt x="84" y="33"/>
                    <a:pt x="78" y="32"/>
                    <a:pt x="76" y="30"/>
                  </a:cubicBezTo>
                  <a:cubicBezTo>
                    <a:pt x="75" y="29"/>
                    <a:pt x="75" y="29"/>
                    <a:pt x="75" y="29"/>
                  </a:cubicBezTo>
                  <a:cubicBezTo>
                    <a:pt x="108" y="29"/>
                    <a:pt x="108" y="29"/>
                    <a:pt x="108" y="29"/>
                  </a:cubicBezTo>
                  <a:cubicBezTo>
                    <a:pt x="107" y="29"/>
                    <a:pt x="105" y="31"/>
                    <a:pt x="103" y="32"/>
                  </a:cubicBezTo>
                  <a:close/>
                  <a:moveTo>
                    <a:pt x="110" y="25"/>
                  </a:moveTo>
                  <a:cubicBezTo>
                    <a:pt x="72" y="25"/>
                    <a:pt x="72" y="25"/>
                    <a:pt x="72" y="25"/>
                  </a:cubicBezTo>
                  <a:cubicBezTo>
                    <a:pt x="71" y="21"/>
                    <a:pt x="70" y="21"/>
                    <a:pt x="70" y="21"/>
                  </a:cubicBezTo>
                  <a:cubicBezTo>
                    <a:pt x="111" y="21"/>
                    <a:pt x="111" y="21"/>
                    <a:pt x="111" y="21"/>
                  </a:cubicBezTo>
                  <a:cubicBezTo>
                    <a:pt x="111" y="21"/>
                    <a:pt x="111" y="21"/>
                    <a:pt x="110" y="25"/>
                  </a:cubicBezTo>
                  <a:close/>
                  <a:moveTo>
                    <a:pt x="112" y="17"/>
                  </a:moveTo>
                  <a:cubicBezTo>
                    <a:pt x="68" y="17"/>
                    <a:pt x="68" y="17"/>
                    <a:pt x="68" y="17"/>
                  </a:cubicBezTo>
                  <a:cubicBezTo>
                    <a:pt x="68" y="13"/>
                    <a:pt x="68" y="13"/>
                    <a:pt x="68" y="13"/>
                  </a:cubicBezTo>
                  <a:cubicBezTo>
                    <a:pt x="112" y="13"/>
                    <a:pt x="112" y="13"/>
                    <a:pt x="112" y="13"/>
                  </a:cubicBezTo>
                  <a:cubicBezTo>
                    <a:pt x="112" y="13"/>
                    <a:pt x="112" y="13"/>
                    <a:pt x="112" y="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7" name="Freeform 116"/>
            <p:cNvSpPr>
              <a:spLocks noEditPoints="1"/>
            </p:cNvSpPr>
            <p:nvPr/>
          </p:nvSpPr>
          <p:spPr bwMode="auto">
            <a:xfrm>
              <a:off x="11478799" y="3631863"/>
              <a:ext cx="357204" cy="357204"/>
            </a:xfrm>
            <a:custGeom>
              <a:avLst/>
              <a:gdLst>
                <a:gd name="T0" fmla="*/ 68 w 84"/>
                <a:gd name="T1" fmla="*/ 0 h 84"/>
                <a:gd name="T2" fmla="*/ 66 w 84"/>
                <a:gd name="T3" fmla="*/ 0 h 84"/>
                <a:gd name="T4" fmla="*/ 16 w 84"/>
                <a:gd name="T5" fmla="*/ 0 h 84"/>
                <a:gd name="T6" fmla="*/ 0 w 84"/>
                <a:gd name="T7" fmla="*/ 0 h 84"/>
                <a:gd name="T8" fmla="*/ 16 w 84"/>
                <a:gd name="T9" fmla="*/ 36 h 84"/>
                <a:gd name="T10" fmla="*/ 16 w 84"/>
                <a:gd name="T11" fmla="*/ 36 h 84"/>
                <a:gd name="T12" fmla="*/ 40 w 84"/>
                <a:gd name="T13" fmla="*/ 60 h 84"/>
                <a:gd name="T14" fmla="*/ 40 w 84"/>
                <a:gd name="T15" fmla="*/ 80 h 84"/>
                <a:gd name="T16" fmla="*/ 24 w 84"/>
                <a:gd name="T17" fmla="*/ 80 h 84"/>
                <a:gd name="T18" fmla="*/ 24 w 84"/>
                <a:gd name="T19" fmla="*/ 84 h 84"/>
                <a:gd name="T20" fmla="*/ 60 w 84"/>
                <a:gd name="T21" fmla="*/ 84 h 84"/>
                <a:gd name="T22" fmla="*/ 60 w 84"/>
                <a:gd name="T23" fmla="*/ 80 h 84"/>
                <a:gd name="T24" fmla="*/ 44 w 84"/>
                <a:gd name="T25" fmla="*/ 80 h 84"/>
                <a:gd name="T26" fmla="*/ 44 w 84"/>
                <a:gd name="T27" fmla="*/ 60 h 84"/>
                <a:gd name="T28" fmla="*/ 68 w 84"/>
                <a:gd name="T29" fmla="*/ 36 h 84"/>
                <a:gd name="T30" fmla="*/ 68 w 84"/>
                <a:gd name="T31" fmla="*/ 36 h 84"/>
                <a:gd name="T32" fmla="*/ 84 w 84"/>
                <a:gd name="T33" fmla="*/ 0 h 84"/>
                <a:gd name="T34" fmla="*/ 68 w 84"/>
                <a:gd name="T35" fmla="*/ 0 h 84"/>
                <a:gd name="T36" fmla="*/ 16 w 84"/>
                <a:gd name="T37" fmla="*/ 32 h 84"/>
                <a:gd name="T38" fmla="*/ 4 w 84"/>
                <a:gd name="T39" fmla="*/ 4 h 84"/>
                <a:gd name="T40" fmla="*/ 16 w 84"/>
                <a:gd name="T41" fmla="*/ 4 h 84"/>
                <a:gd name="T42" fmla="*/ 16 w 84"/>
                <a:gd name="T43" fmla="*/ 32 h 84"/>
                <a:gd name="T44" fmla="*/ 64 w 84"/>
                <a:gd name="T45" fmla="*/ 36 h 84"/>
                <a:gd name="T46" fmla="*/ 44 w 84"/>
                <a:gd name="T47" fmla="*/ 56 h 84"/>
                <a:gd name="T48" fmla="*/ 40 w 84"/>
                <a:gd name="T49" fmla="*/ 56 h 84"/>
                <a:gd name="T50" fmla="*/ 20 w 84"/>
                <a:gd name="T51" fmla="*/ 36 h 84"/>
                <a:gd name="T52" fmla="*/ 20 w 84"/>
                <a:gd name="T53" fmla="*/ 4 h 84"/>
                <a:gd name="T54" fmla="*/ 64 w 84"/>
                <a:gd name="T55" fmla="*/ 4 h 84"/>
                <a:gd name="T56" fmla="*/ 64 w 84"/>
                <a:gd name="T57" fmla="*/ 36 h 84"/>
                <a:gd name="T58" fmla="*/ 68 w 84"/>
                <a:gd name="T59" fmla="*/ 32 h 84"/>
                <a:gd name="T60" fmla="*/ 68 w 84"/>
                <a:gd name="T61" fmla="*/ 4 h 84"/>
                <a:gd name="T62" fmla="*/ 80 w 84"/>
                <a:gd name="T63" fmla="*/ 4 h 84"/>
                <a:gd name="T64" fmla="*/ 68 w 84"/>
                <a:gd name="T65" fmla="*/ 3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4" h="84">
                  <a:moveTo>
                    <a:pt x="68" y="0"/>
                  </a:moveTo>
                  <a:cubicBezTo>
                    <a:pt x="66" y="0"/>
                    <a:pt x="66" y="0"/>
                    <a:pt x="66" y="0"/>
                  </a:cubicBezTo>
                  <a:cubicBezTo>
                    <a:pt x="16" y="0"/>
                    <a:pt x="16" y="0"/>
                    <a:pt x="16" y="0"/>
                  </a:cubicBezTo>
                  <a:cubicBezTo>
                    <a:pt x="0" y="0"/>
                    <a:pt x="0" y="0"/>
                    <a:pt x="0" y="0"/>
                  </a:cubicBezTo>
                  <a:cubicBezTo>
                    <a:pt x="0" y="0"/>
                    <a:pt x="2" y="30"/>
                    <a:pt x="16" y="36"/>
                  </a:cubicBezTo>
                  <a:cubicBezTo>
                    <a:pt x="16" y="36"/>
                    <a:pt x="16" y="36"/>
                    <a:pt x="16" y="36"/>
                  </a:cubicBezTo>
                  <a:cubicBezTo>
                    <a:pt x="16" y="49"/>
                    <a:pt x="27" y="60"/>
                    <a:pt x="40" y="60"/>
                  </a:cubicBezTo>
                  <a:cubicBezTo>
                    <a:pt x="40" y="80"/>
                    <a:pt x="40" y="80"/>
                    <a:pt x="40" y="80"/>
                  </a:cubicBezTo>
                  <a:cubicBezTo>
                    <a:pt x="24" y="80"/>
                    <a:pt x="24" y="80"/>
                    <a:pt x="24" y="80"/>
                  </a:cubicBezTo>
                  <a:cubicBezTo>
                    <a:pt x="24" y="84"/>
                    <a:pt x="24" y="84"/>
                    <a:pt x="24" y="84"/>
                  </a:cubicBezTo>
                  <a:cubicBezTo>
                    <a:pt x="60" y="84"/>
                    <a:pt x="60" y="84"/>
                    <a:pt x="60" y="84"/>
                  </a:cubicBezTo>
                  <a:cubicBezTo>
                    <a:pt x="60" y="80"/>
                    <a:pt x="60" y="80"/>
                    <a:pt x="60" y="80"/>
                  </a:cubicBezTo>
                  <a:cubicBezTo>
                    <a:pt x="44" y="80"/>
                    <a:pt x="44" y="80"/>
                    <a:pt x="44" y="80"/>
                  </a:cubicBezTo>
                  <a:cubicBezTo>
                    <a:pt x="44" y="60"/>
                    <a:pt x="44" y="60"/>
                    <a:pt x="44" y="60"/>
                  </a:cubicBezTo>
                  <a:cubicBezTo>
                    <a:pt x="57" y="60"/>
                    <a:pt x="68" y="49"/>
                    <a:pt x="68" y="36"/>
                  </a:cubicBezTo>
                  <a:cubicBezTo>
                    <a:pt x="68" y="36"/>
                    <a:pt x="68" y="36"/>
                    <a:pt x="68" y="36"/>
                  </a:cubicBezTo>
                  <a:cubicBezTo>
                    <a:pt x="82" y="30"/>
                    <a:pt x="84" y="0"/>
                    <a:pt x="84" y="0"/>
                  </a:cubicBezTo>
                  <a:lnTo>
                    <a:pt x="68" y="0"/>
                  </a:lnTo>
                  <a:close/>
                  <a:moveTo>
                    <a:pt x="16" y="32"/>
                  </a:moveTo>
                  <a:cubicBezTo>
                    <a:pt x="7" y="25"/>
                    <a:pt x="4" y="4"/>
                    <a:pt x="4" y="4"/>
                  </a:cubicBezTo>
                  <a:cubicBezTo>
                    <a:pt x="16" y="4"/>
                    <a:pt x="16" y="4"/>
                    <a:pt x="16" y="4"/>
                  </a:cubicBezTo>
                  <a:lnTo>
                    <a:pt x="16" y="32"/>
                  </a:lnTo>
                  <a:close/>
                  <a:moveTo>
                    <a:pt x="64" y="36"/>
                  </a:moveTo>
                  <a:cubicBezTo>
                    <a:pt x="64" y="47"/>
                    <a:pt x="55" y="56"/>
                    <a:pt x="44" y="56"/>
                  </a:cubicBezTo>
                  <a:cubicBezTo>
                    <a:pt x="40" y="56"/>
                    <a:pt x="40" y="56"/>
                    <a:pt x="40" y="56"/>
                  </a:cubicBezTo>
                  <a:cubicBezTo>
                    <a:pt x="29" y="56"/>
                    <a:pt x="20" y="47"/>
                    <a:pt x="20" y="36"/>
                  </a:cubicBezTo>
                  <a:cubicBezTo>
                    <a:pt x="20" y="4"/>
                    <a:pt x="20" y="4"/>
                    <a:pt x="20" y="4"/>
                  </a:cubicBezTo>
                  <a:cubicBezTo>
                    <a:pt x="64" y="4"/>
                    <a:pt x="64" y="4"/>
                    <a:pt x="64" y="4"/>
                  </a:cubicBezTo>
                  <a:lnTo>
                    <a:pt x="64" y="36"/>
                  </a:lnTo>
                  <a:close/>
                  <a:moveTo>
                    <a:pt x="68" y="32"/>
                  </a:moveTo>
                  <a:cubicBezTo>
                    <a:pt x="68" y="4"/>
                    <a:pt x="68" y="4"/>
                    <a:pt x="68" y="4"/>
                  </a:cubicBezTo>
                  <a:cubicBezTo>
                    <a:pt x="80" y="4"/>
                    <a:pt x="80" y="4"/>
                    <a:pt x="80" y="4"/>
                  </a:cubicBezTo>
                  <a:cubicBezTo>
                    <a:pt x="80" y="4"/>
                    <a:pt x="76" y="25"/>
                    <a:pt x="68"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18" name="Group 117"/>
            <p:cNvGrpSpPr/>
            <p:nvPr/>
          </p:nvGrpSpPr>
          <p:grpSpPr>
            <a:xfrm>
              <a:off x="11221394" y="1876194"/>
              <a:ext cx="290513" cy="295275"/>
              <a:chOff x="2514600" y="1908175"/>
              <a:chExt cx="290513" cy="295275"/>
            </a:xfrm>
            <a:grpFill/>
          </p:grpSpPr>
          <p:sp>
            <p:nvSpPr>
              <p:cNvPr id="143" name="Oval 8"/>
              <p:cNvSpPr>
                <a:spLocks noChangeArrowheads="1"/>
              </p:cNvSpPr>
              <p:nvPr/>
            </p:nvSpPr>
            <p:spPr bwMode="auto">
              <a:xfrm>
                <a:off x="2544763" y="2146300"/>
                <a:ext cx="20638" cy="206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4" name="Freeform 9"/>
              <p:cNvSpPr>
                <a:spLocks noEditPoints="1"/>
              </p:cNvSpPr>
              <p:nvPr/>
            </p:nvSpPr>
            <p:spPr bwMode="auto">
              <a:xfrm>
                <a:off x="2514600" y="1908175"/>
                <a:ext cx="290513" cy="295275"/>
              </a:xfrm>
              <a:custGeom>
                <a:avLst/>
                <a:gdLst>
                  <a:gd name="T0" fmla="*/ 112 w 112"/>
                  <a:gd name="T1" fmla="*/ 54 h 113"/>
                  <a:gd name="T2" fmla="*/ 102 w 112"/>
                  <a:gd name="T3" fmla="*/ 45 h 113"/>
                  <a:gd name="T4" fmla="*/ 78 w 112"/>
                  <a:gd name="T5" fmla="*/ 45 h 113"/>
                  <a:gd name="T6" fmla="*/ 64 w 112"/>
                  <a:gd name="T7" fmla="*/ 0 h 113"/>
                  <a:gd name="T8" fmla="*/ 50 w 112"/>
                  <a:gd name="T9" fmla="*/ 32 h 113"/>
                  <a:gd name="T10" fmla="*/ 32 w 112"/>
                  <a:gd name="T11" fmla="*/ 45 h 113"/>
                  <a:gd name="T12" fmla="*/ 30 w 112"/>
                  <a:gd name="T13" fmla="*/ 45 h 113"/>
                  <a:gd name="T14" fmla="*/ 8 w 112"/>
                  <a:gd name="T15" fmla="*/ 45 h 113"/>
                  <a:gd name="T16" fmla="*/ 0 w 112"/>
                  <a:gd name="T17" fmla="*/ 51 h 113"/>
                  <a:gd name="T18" fmla="*/ 0 w 112"/>
                  <a:gd name="T19" fmla="*/ 103 h 113"/>
                  <a:gd name="T20" fmla="*/ 8 w 112"/>
                  <a:gd name="T21" fmla="*/ 113 h 113"/>
                  <a:gd name="T22" fmla="*/ 30 w 112"/>
                  <a:gd name="T23" fmla="*/ 113 h 113"/>
                  <a:gd name="T24" fmla="*/ 53 w 112"/>
                  <a:gd name="T25" fmla="*/ 113 h 113"/>
                  <a:gd name="T26" fmla="*/ 86 w 112"/>
                  <a:gd name="T27" fmla="*/ 113 h 113"/>
                  <a:gd name="T28" fmla="*/ 96 w 112"/>
                  <a:gd name="T29" fmla="*/ 102 h 113"/>
                  <a:gd name="T30" fmla="*/ 94 w 112"/>
                  <a:gd name="T31" fmla="*/ 96 h 113"/>
                  <a:gd name="T32" fmla="*/ 104 w 112"/>
                  <a:gd name="T33" fmla="*/ 85 h 113"/>
                  <a:gd name="T34" fmla="*/ 101 w 112"/>
                  <a:gd name="T35" fmla="*/ 78 h 113"/>
                  <a:gd name="T36" fmla="*/ 108 w 112"/>
                  <a:gd name="T37" fmla="*/ 69 h 113"/>
                  <a:gd name="T38" fmla="*/ 105 w 112"/>
                  <a:gd name="T39" fmla="*/ 63 h 113"/>
                  <a:gd name="T40" fmla="*/ 112 w 112"/>
                  <a:gd name="T41" fmla="*/ 54 h 113"/>
                  <a:gd name="T42" fmla="*/ 28 w 112"/>
                  <a:gd name="T43" fmla="*/ 109 h 113"/>
                  <a:gd name="T44" fmla="*/ 8 w 112"/>
                  <a:gd name="T45" fmla="*/ 109 h 113"/>
                  <a:gd name="T46" fmla="*/ 4 w 112"/>
                  <a:gd name="T47" fmla="*/ 103 h 113"/>
                  <a:gd name="T48" fmla="*/ 4 w 112"/>
                  <a:gd name="T49" fmla="*/ 51 h 113"/>
                  <a:gd name="T50" fmla="*/ 8 w 112"/>
                  <a:gd name="T51" fmla="*/ 49 h 113"/>
                  <a:gd name="T52" fmla="*/ 28 w 112"/>
                  <a:gd name="T53" fmla="*/ 49 h 113"/>
                  <a:gd name="T54" fmla="*/ 28 w 112"/>
                  <a:gd name="T55" fmla="*/ 109 h 113"/>
                  <a:gd name="T56" fmla="*/ 102 w 112"/>
                  <a:gd name="T57" fmla="*/ 61 h 113"/>
                  <a:gd name="T58" fmla="*/ 88 w 112"/>
                  <a:gd name="T59" fmla="*/ 61 h 113"/>
                  <a:gd name="T60" fmla="*/ 88 w 112"/>
                  <a:gd name="T61" fmla="*/ 65 h 113"/>
                  <a:gd name="T62" fmla="*/ 98 w 112"/>
                  <a:gd name="T63" fmla="*/ 65 h 113"/>
                  <a:gd name="T64" fmla="*/ 104 w 112"/>
                  <a:gd name="T65" fmla="*/ 71 h 113"/>
                  <a:gd name="T66" fmla="*/ 98 w 112"/>
                  <a:gd name="T67" fmla="*/ 77 h 113"/>
                  <a:gd name="T68" fmla="*/ 84 w 112"/>
                  <a:gd name="T69" fmla="*/ 77 h 113"/>
                  <a:gd name="T70" fmla="*/ 84 w 112"/>
                  <a:gd name="T71" fmla="*/ 81 h 113"/>
                  <a:gd name="T72" fmla="*/ 94 w 112"/>
                  <a:gd name="T73" fmla="*/ 81 h 113"/>
                  <a:gd name="T74" fmla="*/ 100 w 112"/>
                  <a:gd name="T75" fmla="*/ 87 h 113"/>
                  <a:gd name="T76" fmla="*/ 94 w 112"/>
                  <a:gd name="T77" fmla="*/ 93 h 113"/>
                  <a:gd name="T78" fmla="*/ 80 w 112"/>
                  <a:gd name="T79" fmla="*/ 93 h 113"/>
                  <a:gd name="T80" fmla="*/ 80 w 112"/>
                  <a:gd name="T81" fmla="*/ 97 h 113"/>
                  <a:gd name="T82" fmla="*/ 86 w 112"/>
                  <a:gd name="T83" fmla="*/ 97 h 113"/>
                  <a:gd name="T84" fmla="*/ 92 w 112"/>
                  <a:gd name="T85" fmla="*/ 103 h 113"/>
                  <a:gd name="T86" fmla="*/ 86 w 112"/>
                  <a:gd name="T87" fmla="*/ 109 h 113"/>
                  <a:gd name="T88" fmla="*/ 71 w 112"/>
                  <a:gd name="T89" fmla="*/ 109 h 113"/>
                  <a:gd name="T90" fmla="*/ 32 w 112"/>
                  <a:gd name="T91" fmla="*/ 109 h 113"/>
                  <a:gd name="T92" fmla="*/ 32 w 112"/>
                  <a:gd name="T93" fmla="*/ 47 h 113"/>
                  <a:gd name="T94" fmla="*/ 43 w 112"/>
                  <a:gd name="T95" fmla="*/ 43 h 113"/>
                  <a:gd name="T96" fmla="*/ 53 w 112"/>
                  <a:gd name="T97" fmla="*/ 32 h 113"/>
                  <a:gd name="T98" fmla="*/ 64 w 112"/>
                  <a:gd name="T99" fmla="*/ 3 h 113"/>
                  <a:gd name="T100" fmla="*/ 74 w 112"/>
                  <a:gd name="T101" fmla="*/ 44 h 113"/>
                  <a:gd name="T102" fmla="*/ 73 w 112"/>
                  <a:gd name="T103" fmla="*/ 49 h 113"/>
                  <a:gd name="T104" fmla="*/ 102 w 112"/>
                  <a:gd name="T105" fmla="*/ 49 h 113"/>
                  <a:gd name="T106" fmla="*/ 108 w 112"/>
                  <a:gd name="T107" fmla="*/ 55 h 113"/>
                  <a:gd name="T108" fmla="*/ 102 w 112"/>
                  <a:gd name="T109" fmla="*/ 6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 h="113">
                    <a:moveTo>
                      <a:pt x="112" y="54"/>
                    </a:moveTo>
                    <a:cubicBezTo>
                      <a:pt x="112" y="48"/>
                      <a:pt x="108" y="45"/>
                      <a:pt x="102" y="45"/>
                    </a:cubicBezTo>
                    <a:cubicBezTo>
                      <a:pt x="78" y="45"/>
                      <a:pt x="78" y="45"/>
                      <a:pt x="78" y="45"/>
                    </a:cubicBezTo>
                    <a:cubicBezTo>
                      <a:pt x="82" y="21"/>
                      <a:pt x="80" y="0"/>
                      <a:pt x="64" y="0"/>
                    </a:cubicBezTo>
                    <a:cubicBezTo>
                      <a:pt x="48" y="0"/>
                      <a:pt x="56" y="20"/>
                      <a:pt x="50" y="32"/>
                    </a:cubicBezTo>
                    <a:cubicBezTo>
                      <a:pt x="44" y="43"/>
                      <a:pt x="32" y="45"/>
                      <a:pt x="32" y="45"/>
                    </a:cubicBezTo>
                    <a:cubicBezTo>
                      <a:pt x="30" y="45"/>
                      <a:pt x="30" y="45"/>
                      <a:pt x="30" y="45"/>
                    </a:cubicBezTo>
                    <a:cubicBezTo>
                      <a:pt x="8" y="45"/>
                      <a:pt x="8" y="45"/>
                      <a:pt x="8" y="45"/>
                    </a:cubicBezTo>
                    <a:cubicBezTo>
                      <a:pt x="4" y="45"/>
                      <a:pt x="0" y="47"/>
                      <a:pt x="0" y="51"/>
                    </a:cubicBezTo>
                    <a:cubicBezTo>
                      <a:pt x="0" y="103"/>
                      <a:pt x="0" y="103"/>
                      <a:pt x="0" y="103"/>
                    </a:cubicBezTo>
                    <a:cubicBezTo>
                      <a:pt x="0" y="107"/>
                      <a:pt x="4" y="113"/>
                      <a:pt x="8" y="113"/>
                    </a:cubicBezTo>
                    <a:cubicBezTo>
                      <a:pt x="30" y="113"/>
                      <a:pt x="30" y="113"/>
                      <a:pt x="30" y="113"/>
                    </a:cubicBezTo>
                    <a:cubicBezTo>
                      <a:pt x="53" y="113"/>
                      <a:pt x="53" y="113"/>
                      <a:pt x="53" y="113"/>
                    </a:cubicBezTo>
                    <a:cubicBezTo>
                      <a:pt x="86" y="113"/>
                      <a:pt x="86" y="113"/>
                      <a:pt x="86" y="113"/>
                    </a:cubicBezTo>
                    <a:cubicBezTo>
                      <a:pt x="92" y="113"/>
                      <a:pt x="96" y="108"/>
                      <a:pt x="96" y="102"/>
                    </a:cubicBezTo>
                    <a:cubicBezTo>
                      <a:pt x="96" y="100"/>
                      <a:pt x="95" y="97"/>
                      <a:pt x="94" y="96"/>
                    </a:cubicBezTo>
                    <a:cubicBezTo>
                      <a:pt x="100" y="95"/>
                      <a:pt x="104" y="91"/>
                      <a:pt x="104" y="85"/>
                    </a:cubicBezTo>
                    <a:cubicBezTo>
                      <a:pt x="104" y="83"/>
                      <a:pt x="103" y="80"/>
                      <a:pt x="101" y="78"/>
                    </a:cubicBezTo>
                    <a:cubicBezTo>
                      <a:pt x="105" y="77"/>
                      <a:pt x="108" y="73"/>
                      <a:pt x="108" y="69"/>
                    </a:cubicBezTo>
                    <a:cubicBezTo>
                      <a:pt x="108" y="67"/>
                      <a:pt x="107" y="65"/>
                      <a:pt x="105" y="63"/>
                    </a:cubicBezTo>
                    <a:cubicBezTo>
                      <a:pt x="109" y="61"/>
                      <a:pt x="112" y="58"/>
                      <a:pt x="112" y="54"/>
                    </a:cubicBezTo>
                    <a:close/>
                    <a:moveTo>
                      <a:pt x="28" y="109"/>
                    </a:moveTo>
                    <a:cubicBezTo>
                      <a:pt x="8" y="109"/>
                      <a:pt x="8" y="109"/>
                      <a:pt x="8" y="109"/>
                    </a:cubicBezTo>
                    <a:cubicBezTo>
                      <a:pt x="6" y="109"/>
                      <a:pt x="4" y="105"/>
                      <a:pt x="4" y="103"/>
                    </a:cubicBezTo>
                    <a:cubicBezTo>
                      <a:pt x="4" y="51"/>
                      <a:pt x="4" y="51"/>
                      <a:pt x="4" y="51"/>
                    </a:cubicBezTo>
                    <a:cubicBezTo>
                      <a:pt x="4" y="49"/>
                      <a:pt x="6" y="49"/>
                      <a:pt x="8" y="49"/>
                    </a:cubicBezTo>
                    <a:cubicBezTo>
                      <a:pt x="28" y="49"/>
                      <a:pt x="28" y="49"/>
                      <a:pt x="28" y="49"/>
                    </a:cubicBezTo>
                    <a:lnTo>
                      <a:pt x="28" y="109"/>
                    </a:lnTo>
                    <a:close/>
                    <a:moveTo>
                      <a:pt x="102" y="61"/>
                    </a:moveTo>
                    <a:cubicBezTo>
                      <a:pt x="88" y="61"/>
                      <a:pt x="88" y="61"/>
                      <a:pt x="88" y="61"/>
                    </a:cubicBezTo>
                    <a:cubicBezTo>
                      <a:pt x="88" y="65"/>
                      <a:pt x="88" y="65"/>
                      <a:pt x="88" y="65"/>
                    </a:cubicBezTo>
                    <a:cubicBezTo>
                      <a:pt x="98" y="65"/>
                      <a:pt x="98" y="65"/>
                      <a:pt x="98" y="65"/>
                    </a:cubicBezTo>
                    <a:cubicBezTo>
                      <a:pt x="101" y="65"/>
                      <a:pt x="104" y="68"/>
                      <a:pt x="104" y="71"/>
                    </a:cubicBezTo>
                    <a:cubicBezTo>
                      <a:pt x="104" y="74"/>
                      <a:pt x="101" y="77"/>
                      <a:pt x="98" y="77"/>
                    </a:cubicBezTo>
                    <a:cubicBezTo>
                      <a:pt x="84" y="77"/>
                      <a:pt x="84" y="77"/>
                      <a:pt x="84" y="77"/>
                    </a:cubicBezTo>
                    <a:cubicBezTo>
                      <a:pt x="84" y="81"/>
                      <a:pt x="84" y="81"/>
                      <a:pt x="84" y="81"/>
                    </a:cubicBezTo>
                    <a:cubicBezTo>
                      <a:pt x="94" y="81"/>
                      <a:pt x="94" y="81"/>
                      <a:pt x="94" y="81"/>
                    </a:cubicBezTo>
                    <a:cubicBezTo>
                      <a:pt x="97" y="81"/>
                      <a:pt x="100" y="84"/>
                      <a:pt x="100" y="87"/>
                    </a:cubicBezTo>
                    <a:cubicBezTo>
                      <a:pt x="100" y="90"/>
                      <a:pt x="97" y="93"/>
                      <a:pt x="94" y="93"/>
                    </a:cubicBezTo>
                    <a:cubicBezTo>
                      <a:pt x="80" y="93"/>
                      <a:pt x="80" y="93"/>
                      <a:pt x="80" y="93"/>
                    </a:cubicBezTo>
                    <a:cubicBezTo>
                      <a:pt x="80" y="97"/>
                      <a:pt x="80" y="97"/>
                      <a:pt x="80" y="97"/>
                    </a:cubicBezTo>
                    <a:cubicBezTo>
                      <a:pt x="86" y="97"/>
                      <a:pt x="86" y="97"/>
                      <a:pt x="86" y="97"/>
                    </a:cubicBezTo>
                    <a:cubicBezTo>
                      <a:pt x="89" y="97"/>
                      <a:pt x="92" y="100"/>
                      <a:pt x="92" y="103"/>
                    </a:cubicBezTo>
                    <a:cubicBezTo>
                      <a:pt x="92" y="106"/>
                      <a:pt x="89" y="109"/>
                      <a:pt x="86" y="109"/>
                    </a:cubicBezTo>
                    <a:cubicBezTo>
                      <a:pt x="71" y="109"/>
                      <a:pt x="71" y="109"/>
                      <a:pt x="71" y="109"/>
                    </a:cubicBezTo>
                    <a:cubicBezTo>
                      <a:pt x="32" y="109"/>
                      <a:pt x="32" y="109"/>
                      <a:pt x="32" y="109"/>
                    </a:cubicBezTo>
                    <a:cubicBezTo>
                      <a:pt x="32" y="109"/>
                      <a:pt x="32" y="55"/>
                      <a:pt x="32" y="47"/>
                    </a:cubicBezTo>
                    <a:cubicBezTo>
                      <a:pt x="38" y="47"/>
                      <a:pt x="43" y="43"/>
                      <a:pt x="43" y="43"/>
                    </a:cubicBezTo>
                    <a:cubicBezTo>
                      <a:pt x="47" y="41"/>
                      <a:pt x="51" y="37"/>
                      <a:pt x="53" y="32"/>
                    </a:cubicBezTo>
                    <a:cubicBezTo>
                      <a:pt x="60" y="20"/>
                      <a:pt x="53" y="3"/>
                      <a:pt x="64" y="3"/>
                    </a:cubicBezTo>
                    <a:cubicBezTo>
                      <a:pt x="76" y="3"/>
                      <a:pt x="78" y="23"/>
                      <a:pt x="74" y="44"/>
                    </a:cubicBezTo>
                    <a:cubicBezTo>
                      <a:pt x="73" y="49"/>
                      <a:pt x="73" y="49"/>
                      <a:pt x="73" y="49"/>
                    </a:cubicBezTo>
                    <a:cubicBezTo>
                      <a:pt x="102" y="49"/>
                      <a:pt x="102" y="49"/>
                      <a:pt x="102" y="49"/>
                    </a:cubicBezTo>
                    <a:cubicBezTo>
                      <a:pt x="105" y="49"/>
                      <a:pt x="108" y="52"/>
                      <a:pt x="108" y="55"/>
                    </a:cubicBezTo>
                    <a:cubicBezTo>
                      <a:pt x="108" y="58"/>
                      <a:pt x="105" y="61"/>
                      <a:pt x="10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9" name="Group 118"/>
            <p:cNvGrpSpPr/>
            <p:nvPr/>
          </p:nvGrpSpPr>
          <p:grpSpPr>
            <a:xfrm>
              <a:off x="4797147" y="5111763"/>
              <a:ext cx="290513" cy="295275"/>
              <a:chOff x="2514600" y="1908175"/>
              <a:chExt cx="290513" cy="295275"/>
            </a:xfrm>
            <a:grpFill/>
          </p:grpSpPr>
          <p:sp>
            <p:nvSpPr>
              <p:cNvPr id="141" name="Oval 8"/>
              <p:cNvSpPr>
                <a:spLocks noChangeArrowheads="1"/>
              </p:cNvSpPr>
              <p:nvPr/>
            </p:nvSpPr>
            <p:spPr bwMode="auto">
              <a:xfrm>
                <a:off x="2544763" y="2146300"/>
                <a:ext cx="20638" cy="206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2" name="Freeform 9"/>
              <p:cNvSpPr>
                <a:spLocks noEditPoints="1"/>
              </p:cNvSpPr>
              <p:nvPr/>
            </p:nvSpPr>
            <p:spPr bwMode="auto">
              <a:xfrm>
                <a:off x="2514600" y="1908175"/>
                <a:ext cx="290513" cy="295275"/>
              </a:xfrm>
              <a:custGeom>
                <a:avLst/>
                <a:gdLst>
                  <a:gd name="T0" fmla="*/ 112 w 112"/>
                  <a:gd name="T1" fmla="*/ 54 h 113"/>
                  <a:gd name="T2" fmla="*/ 102 w 112"/>
                  <a:gd name="T3" fmla="*/ 45 h 113"/>
                  <a:gd name="T4" fmla="*/ 78 w 112"/>
                  <a:gd name="T5" fmla="*/ 45 h 113"/>
                  <a:gd name="T6" fmla="*/ 64 w 112"/>
                  <a:gd name="T7" fmla="*/ 0 h 113"/>
                  <a:gd name="T8" fmla="*/ 50 w 112"/>
                  <a:gd name="T9" fmla="*/ 32 h 113"/>
                  <a:gd name="T10" fmla="*/ 32 w 112"/>
                  <a:gd name="T11" fmla="*/ 45 h 113"/>
                  <a:gd name="T12" fmla="*/ 30 w 112"/>
                  <a:gd name="T13" fmla="*/ 45 h 113"/>
                  <a:gd name="T14" fmla="*/ 8 w 112"/>
                  <a:gd name="T15" fmla="*/ 45 h 113"/>
                  <a:gd name="T16" fmla="*/ 0 w 112"/>
                  <a:gd name="T17" fmla="*/ 51 h 113"/>
                  <a:gd name="T18" fmla="*/ 0 w 112"/>
                  <a:gd name="T19" fmla="*/ 103 h 113"/>
                  <a:gd name="T20" fmla="*/ 8 w 112"/>
                  <a:gd name="T21" fmla="*/ 113 h 113"/>
                  <a:gd name="T22" fmla="*/ 30 w 112"/>
                  <a:gd name="T23" fmla="*/ 113 h 113"/>
                  <a:gd name="T24" fmla="*/ 53 w 112"/>
                  <a:gd name="T25" fmla="*/ 113 h 113"/>
                  <a:gd name="T26" fmla="*/ 86 w 112"/>
                  <a:gd name="T27" fmla="*/ 113 h 113"/>
                  <a:gd name="T28" fmla="*/ 96 w 112"/>
                  <a:gd name="T29" fmla="*/ 102 h 113"/>
                  <a:gd name="T30" fmla="*/ 94 w 112"/>
                  <a:gd name="T31" fmla="*/ 96 h 113"/>
                  <a:gd name="T32" fmla="*/ 104 w 112"/>
                  <a:gd name="T33" fmla="*/ 85 h 113"/>
                  <a:gd name="T34" fmla="*/ 101 w 112"/>
                  <a:gd name="T35" fmla="*/ 78 h 113"/>
                  <a:gd name="T36" fmla="*/ 108 w 112"/>
                  <a:gd name="T37" fmla="*/ 69 h 113"/>
                  <a:gd name="T38" fmla="*/ 105 w 112"/>
                  <a:gd name="T39" fmla="*/ 63 h 113"/>
                  <a:gd name="T40" fmla="*/ 112 w 112"/>
                  <a:gd name="T41" fmla="*/ 54 h 113"/>
                  <a:gd name="T42" fmla="*/ 28 w 112"/>
                  <a:gd name="T43" fmla="*/ 109 h 113"/>
                  <a:gd name="T44" fmla="*/ 8 w 112"/>
                  <a:gd name="T45" fmla="*/ 109 h 113"/>
                  <a:gd name="T46" fmla="*/ 4 w 112"/>
                  <a:gd name="T47" fmla="*/ 103 h 113"/>
                  <a:gd name="T48" fmla="*/ 4 w 112"/>
                  <a:gd name="T49" fmla="*/ 51 h 113"/>
                  <a:gd name="T50" fmla="*/ 8 w 112"/>
                  <a:gd name="T51" fmla="*/ 49 h 113"/>
                  <a:gd name="T52" fmla="*/ 28 w 112"/>
                  <a:gd name="T53" fmla="*/ 49 h 113"/>
                  <a:gd name="T54" fmla="*/ 28 w 112"/>
                  <a:gd name="T55" fmla="*/ 109 h 113"/>
                  <a:gd name="T56" fmla="*/ 102 w 112"/>
                  <a:gd name="T57" fmla="*/ 61 h 113"/>
                  <a:gd name="T58" fmla="*/ 88 w 112"/>
                  <a:gd name="T59" fmla="*/ 61 h 113"/>
                  <a:gd name="T60" fmla="*/ 88 w 112"/>
                  <a:gd name="T61" fmla="*/ 65 h 113"/>
                  <a:gd name="T62" fmla="*/ 98 w 112"/>
                  <a:gd name="T63" fmla="*/ 65 h 113"/>
                  <a:gd name="T64" fmla="*/ 104 w 112"/>
                  <a:gd name="T65" fmla="*/ 71 h 113"/>
                  <a:gd name="T66" fmla="*/ 98 w 112"/>
                  <a:gd name="T67" fmla="*/ 77 h 113"/>
                  <a:gd name="T68" fmla="*/ 84 w 112"/>
                  <a:gd name="T69" fmla="*/ 77 h 113"/>
                  <a:gd name="T70" fmla="*/ 84 w 112"/>
                  <a:gd name="T71" fmla="*/ 81 h 113"/>
                  <a:gd name="T72" fmla="*/ 94 w 112"/>
                  <a:gd name="T73" fmla="*/ 81 h 113"/>
                  <a:gd name="T74" fmla="*/ 100 w 112"/>
                  <a:gd name="T75" fmla="*/ 87 h 113"/>
                  <a:gd name="T76" fmla="*/ 94 w 112"/>
                  <a:gd name="T77" fmla="*/ 93 h 113"/>
                  <a:gd name="T78" fmla="*/ 80 w 112"/>
                  <a:gd name="T79" fmla="*/ 93 h 113"/>
                  <a:gd name="T80" fmla="*/ 80 w 112"/>
                  <a:gd name="T81" fmla="*/ 97 h 113"/>
                  <a:gd name="T82" fmla="*/ 86 w 112"/>
                  <a:gd name="T83" fmla="*/ 97 h 113"/>
                  <a:gd name="T84" fmla="*/ 92 w 112"/>
                  <a:gd name="T85" fmla="*/ 103 h 113"/>
                  <a:gd name="T86" fmla="*/ 86 w 112"/>
                  <a:gd name="T87" fmla="*/ 109 h 113"/>
                  <a:gd name="T88" fmla="*/ 71 w 112"/>
                  <a:gd name="T89" fmla="*/ 109 h 113"/>
                  <a:gd name="T90" fmla="*/ 32 w 112"/>
                  <a:gd name="T91" fmla="*/ 109 h 113"/>
                  <a:gd name="T92" fmla="*/ 32 w 112"/>
                  <a:gd name="T93" fmla="*/ 47 h 113"/>
                  <a:gd name="T94" fmla="*/ 43 w 112"/>
                  <a:gd name="T95" fmla="*/ 43 h 113"/>
                  <a:gd name="T96" fmla="*/ 53 w 112"/>
                  <a:gd name="T97" fmla="*/ 32 h 113"/>
                  <a:gd name="T98" fmla="*/ 64 w 112"/>
                  <a:gd name="T99" fmla="*/ 3 h 113"/>
                  <a:gd name="T100" fmla="*/ 74 w 112"/>
                  <a:gd name="T101" fmla="*/ 44 h 113"/>
                  <a:gd name="T102" fmla="*/ 73 w 112"/>
                  <a:gd name="T103" fmla="*/ 49 h 113"/>
                  <a:gd name="T104" fmla="*/ 102 w 112"/>
                  <a:gd name="T105" fmla="*/ 49 h 113"/>
                  <a:gd name="T106" fmla="*/ 108 w 112"/>
                  <a:gd name="T107" fmla="*/ 55 h 113"/>
                  <a:gd name="T108" fmla="*/ 102 w 112"/>
                  <a:gd name="T109" fmla="*/ 6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 h="113">
                    <a:moveTo>
                      <a:pt x="112" y="54"/>
                    </a:moveTo>
                    <a:cubicBezTo>
                      <a:pt x="112" y="48"/>
                      <a:pt x="108" y="45"/>
                      <a:pt x="102" y="45"/>
                    </a:cubicBezTo>
                    <a:cubicBezTo>
                      <a:pt x="78" y="45"/>
                      <a:pt x="78" y="45"/>
                      <a:pt x="78" y="45"/>
                    </a:cubicBezTo>
                    <a:cubicBezTo>
                      <a:pt x="82" y="21"/>
                      <a:pt x="80" y="0"/>
                      <a:pt x="64" y="0"/>
                    </a:cubicBezTo>
                    <a:cubicBezTo>
                      <a:pt x="48" y="0"/>
                      <a:pt x="56" y="20"/>
                      <a:pt x="50" y="32"/>
                    </a:cubicBezTo>
                    <a:cubicBezTo>
                      <a:pt x="44" y="43"/>
                      <a:pt x="32" y="45"/>
                      <a:pt x="32" y="45"/>
                    </a:cubicBezTo>
                    <a:cubicBezTo>
                      <a:pt x="30" y="45"/>
                      <a:pt x="30" y="45"/>
                      <a:pt x="30" y="45"/>
                    </a:cubicBezTo>
                    <a:cubicBezTo>
                      <a:pt x="8" y="45"/>
                      <a:pt x="8" y="45"/>
                      <a:pt x="8" y="45"/>
                    </a:cubicBezTo>
                    <a:cubicBezTo>
                      <a:pt x="4" y="45"/>
                      <a:pt x="0" y="47"/>
                      <a:pt x="0" y="51"/>
                    </a:cubicBezTo>
                    <a:cubicBezTo>
                      <a:pt x="0" y="103"/>
                      <a:pt x="0" y="103"/>
                      <a:pt x="0" y="103"/>
                    </a:cubicBezTo>
                    <a:cubicBezTo>
                      <a:pt x="0" y="107"/>
                      <a:pt x="4" y="113"/>
                      <a:pt x="8" y="113"/>
                    </a:cubicBezTo>
                    <a:cubicBezTo>
                      <a:pt x="30" y="113"/>
                      <a:pt x="30" y="113"/>
                      <a:pt x="30" y="113"/>
                    </a:cubicBezTo>
                    <a:cubicBezTo>
                      <a:pt x="53" y="113"/>
                      <a:pt x="53" y="113"/>
                      <a:pt x="53" y="113"/>
                    </a:cubicBezTo>
                    <a:cubicBezTo>
                      <a:pt x="86" y="113"/>
                      <a:pt x="86" y="113"/>
                      <a:pt x="86" y="113"/>
                    </a:cubicBezTo>
                    <a:cubicBezTo>
                      <a:pt x="92" y="113"/>
                      <a:pt x="96" y="108"/>
                      <a:pt x="96" y="102"/>
                    </a:cubicBezTo>
                    <a:cubicBezTo>
                      <a:pt x="96" y="100"/>
                      <a:pt x="95" y="97"/>
                      <a:pt x="94" y="96"/>
                    </a:cubicBezTo>
                    <a:cubicBezTo>
                      <a:pt x="100" y="95"/>
                      <a:pt x="104" y="91"/>
                      <a:pt x="104" y="85"/>
                    </a:cubicBezTo>
                    <a:cubicBezTo>
                      <a:pt x="104" y="83"/>
                      <a:pt x="103" y="80"/>
                      <a:pt x="101" y="78"/>
                    </a:cubicBezTo>
                    <a:cubicBezTo>
                      <a:pt x="105" y="77"/>
                      <a:pt x="108" y="73"/>
                      <a:pt x="108" y="69"/>
                    </a:cubicBezTo>
                    <a:cubicBezTo>
                      <a:pt x="108" y="67"/>
                      <a:pt x="107" y="65"/>
                      <a:pt x="105" y="63"/>
                    </a:cubicBezTo>
                    <a:cubicBezTo>
                      <a:pt x="109" y="61"/>
                      <a:pt x="112" y="58"/>
                      <a:pt x="112" y="54"/>
                    </a:cubicBezTo>
                    <a:close/>
                    <a:moveTo>
                      <a:pt x="28" y="109"/>
                    </a:moveTo>
                    <a:cubicBezTo>
                      <a:pt x="8" y="109"/>
                      <a:pt x="8" y="109"/>
                      <a:pt x="8" y="109"/>
                    </a:cubicBezTo>
                    <a:cubicBezTo>
                      <a:pt x="6" y="109"/>
                      <a:pt x="4" y="105"/>
                      <a:pt x="4" y="103"/>
                    </a:cubicBezTo>
                    <a:cubicBezTo>
                      <a:pt x="4" y="51"/>
                      <a:pt x="4" y="51"/>
                      <a:pt x="4" y="51"/>
                    </a:cubicBezTo>
                    <a:cubicBezTo>
                      <a:pt x="4" y="49"/>
                      <a:pt x="6" y="49"/>
                      <a:pt x="8" y="49"/>
                    </a:cubicBezTo>
                    <a:cubicBezTo>
                      <a:pt x="28" y="49"/>
                      <a:pt x="28" y="49"/>
                      <a:pt x="28" y="49"/>
                    </a:cubicBezTo>
                    <a:lnTo>
                      <a:pt x="28" y="109"/>
                    </a:lnTo>
                    <a:close/>
                    <a:moveTo>
                      <a:pt x="102" y="61"/>
                    </a:moveTo>
                    <a:cubicBezTo>
                      <a:pt x="88" y="61"/>
                      <a:pt x="88" y="61"/>
                      <a:pt x="88" y="61"/>
                    </a:cubicBezTo>
                    <a:cubicBezTo>
                      <a:pt x="88" y="65"/>
                      <a:pt x="88" y="65"/>
                      <a:pt x="88" y="65"/>
                    </a:cubicBezTo>
                    <a:cubicBezTo>
                      <a:pt x="98" y="65"/>
                      <a:pt x="98" y="65"/>
                      <a:pt x="98" y="65"/>
                    </a:cubicBezTo>
                    <a:cubicBezTo>
                      <a:pt x="101" y="65"/>
                      <a:pt x="104" y="68"/>
                      <a:pt x="104" y="71"/>
                    </a:cubicBezTo>
                    <a:cubicBezTo>
                      <a:pt x="104" y="74"/>
                      <a:pt x="101" y="77"/>
                      <a:pt x="98" y="77"/>
                    </a:cubicBezTo>
                    <a:cubicBezTo>
                      <a:pt x="84" y="77"/>
                      <a:pt x="84" y="77"/>
                      <a:pt x="84" y="77"/>
                    </a:cubicBezTo>
                    <a:cubicBezTo>
                      <a:pt x="84" y="81"/>
                      <a:pt x="84" y="81"/>
                      <a:pt x="84" y="81"/>
                    </a:cubicBezTo>
                    <a:cubicBezTo>
                      <a:pt x="94" y="81"/>
                      <a:pt x="94" y="81"/>
                      <a:pt x="94" y="81"/>
                    </a:cubicBezTo>
                    <a:cubicBezTo>
                      <a:pt x="97" y="81"/>
                      <a:pt x="100" y="84"/>
                      <a:pt x="100" y="87"/>
                    </a:cubicBezTo>
                    <a:cubicBezTo>
                      <a:pt x="100" y="90"/>
                      <a:pt x="97" y="93"/>
                      <a:pt x="94" y="93"/>
                    </a:cubicBezTo>
                    <a:cubicBezTo>
                      <a:pt x="80" y="93"/>
                      <a:pt x="80" y="93"/>
                      <a:pt x="80" y="93"/>
                    </a:cubicBezTo>
                    <a:cubicBezTo>
                      <a:pt x="80" y="97"/>
                      <a:pt x="80" y="97"/>
                      <a:pt x="80" y="97"/>
                    </a:cubicBezTo>
                    <a:cubicBezTo>
                      <a:pt x="86" y="97"/>
                      <a:pt x="86" y="97"/>
                      <a:pt x="86" y="97"/>
                    </a:cubicBezTo>
                    <a:cubicBezTo>
                      <a:pt x="89" y="97"/>
                      <a:pt x="92" y="100"/>
                      <a:pt x="92" y="103"/>
                    </a:cubicBezTo>
                    <a:cubicBezTo>
                      <a:pt x="92" y="106"/>
                      <a:pt x="89" y="109"/>
                      <a:pt x="86" y="109"/>
                    </a:cubicBezTo>
                    <a:cubicBezTo>
                      <a:pt x="71" y="109"/>
                      <a:pt x="71" y="109"/>
                      <a:pt x="71" y="109"/>
                    </a:cubicBezTo>
                    <a:cubicBezTo>
                      <a:pt x="32" y="109"/>
                      <a:pt x="32" y="109"/>
                      <a:pt x="32" y="109"/>
                    </a:cubicBezTo>
                    <a:cubicBezTo>
                      <a:pt x="32" y="109"/>
                      <a:pt x="32" y="55"/>
                      <a:pt x="32" y="47"/>
                    </a:cubicBezTo>
                    <a:cubicBezTo>
                      <a:pt x="38" y="47"/>
                      <a:pt x="43" y="43"/>
                      <a:pt x="43" y="43"/>
                    </a:cubicBezTo>
                    <a:cubicBezTo>
                      <a:pt x="47" y="41"/>
                      <a:pt x="51" y="37"/>
                      <a:pt x="53" y="32"/>
                    </a:cubicBezTo>
                    <a:cubicBezTo>
                      <a:pt x="60" y="20"/>
                      <a:pt x="53" y="3"/>
                      <a:pt x="64" y="3"/>
                    </a:cubicBezTo>
                    <a:cubicBezTo>
                      <a:pt x="76" y="3"/>
                      <a:pt x="78" y="23"/>
                      <a:pt x="74" y="44"/>
                    </a:cubicBezTo>
                    <a:cubicBezTo>
                      <a:pt x="73" y="49"/>
                      <a:pt x="73" y="49"/>
                      <a:pt x="73" y="49"/>
                    </a:cubicBezTo>
                    <a:cubicBezTo>
                      <a:pt x="102" y="49"/>
                      <a:pt x="102" y="49"/>
                      <a:pt x="102" y="49"/>
                    </a:cubicBezTo>
                    <a:cubicBezTo>
                      <a:pt x="105" y="49"/>
                      <a:pt x="108" y="52"/>
                      <a:pt x="108" y="55"/>
                    </a:cubicBezTo>
                    <a:cubicBezTo>
                      <a:pt x="108" y="58"/>
                      <a:pt x="105" y="61"/>
                      <a:pt x="10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0" name="Group 119"/>
            <p:cNvGrpSpPr/>
            <p:nvPr/>
          </p:nvGrpSpPr>
          <p:grpSpPr>
            <a:xfrm>
              <a:off x="10742529" y="4103554"/>
              <a:ext cx="371620" cy="373885"/>
              <a:chOff x="6061716" y="3185154"/>
              <a:chExt cx="218527" cy="219859"/>
            </a:xfrm>
            <a:grpFill/>
          </p:grpSpPr>
          <p:sp>
            <p:nvSpPr>
              <p:cNvPr id="137" name="Freeform 232"/>
              <p:cNvSpPr>
                <a:spLocks/>
              </p:cNvSpPr>
              <p:nvPr/>
            </p:nvSpPr>
            <p:spPr bwMode="auto">
              <a:xfrm>
                <a:off x="6123010" y="3326397"/>
                <a:ext cx="95939" cy="25317"/>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8" name="Oval 233"/>
              <p:cNvSpPr>
                <a:spLocks noChangeArrowheads="1"/>
              </p:cNvSpPr>
              <p:nvPr/>
            </p:nvSpPr>
            <p:spPr bwMode="auto">
              <a:xfrm>
                <a:off x="6201627"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9" name="Freeform 234"/>
              <p:cNvSpPr>
                <a:spLocks noEditPoints="1"/>
              </p:cNvSpPr>
              <p:nvPr/>
            </p:nvSpPr>
            <p:spPr bwMode="auto">
              <a:xfrm>
                <a:off x="6061716"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84 w 100"/>
                  <a:gd name="T25" fmla="*/ 36 h 100"/>
                  <a:gd name="T26" fmla="*/ 83 w 100"/>
                  <a:gd name="T27" fmla="*/ 40 h 100"/>
                  <a:gd name="T28" fmla="*/ 78 w 100"/>
                  <a:gd name="T29" fmla="*/ 43 h 100"/>
                  <a:gd name="T30" fmla="*/ 71 w 100"/>
                  <a:gd name="T31" fmla="*/ 44 h 100"/>
                  <a:gd name="T32" fmla="*/ 61 w 100"/>
                  <a:gd name="T33" fmla="*/ 42 h 100"/>
                  <a:gd name="T34" fmla="*/ 57 w 100"/>
                  <a:gd name="T35" fmla="*/ 37 h 100"/>
                  <a:gd name="T36" fmla="*/ 59 w 100"/>
                  <a:gd name="T37" fmla="*/ 30 h 100"/>
                  <a:gd name="T38" fmla="*/ 70 w 100"/>
                  <a:gd name="T39" fmla="*/ 28 h 100"/>
                  <a:gd name="T40" fmla="*/ 82 w 100"/>
                  <a:gd name="T41" fmla="*/ 29 h 100"/>
                  <a:gd name="T42" fmla="*/ 84 w 100"/>
                  <a:gd name="T43" fmla="*/ 36 h 100"/>
                  <a:gd name="T44" fmla="*/ 43 w 100"/>
                  <a:gd name="T45" fmla="*/ 37 h 100"/>
                  <a:gd name="T46" fmla="*/ 39 w 100"/>
                  <a:gd name="T47" fmla="*/ 42 h 100"/>
                  <a:gd name="T48" fmla="*/ 29 w 100"/>
                  <a:gd name="T49" fmla="*/ 44 h 100"/>
                  <a:gd name="T50" fmla="*/ 22 w 100"/>
                  <a:gd name="T51" fmla="*/ 43 h 100"/>
                  <a:gd name="T52" fmla="*/ 17 w 100"/>
                  <a:gd name="T53" fmla="*/ 40 h 100"/>
                  <a:gd name="T54" fmla="*/ 16 w 100"/>
                  <a:gd name="T55" fmla="*/ 36 h 100"/>
                  <a:gd name="T56" fmla="*/ 18 w 100"/>
                  <a:gd name="T57" fmla="*/ 29 h 100"/>
                  <a:gd name="T58" fmla="*/ 30 w 100"/>
                  <a:gd name="T59" fmla="*/ 28 h 100"/>
                  <a:gd name="T60" fmla="*/ 41 w 100"/>
                  <a:gd name="T61" fmla="*/ 30 h 100"/>
                  <a:gd name="T62" fmla="*/ 43 w 100"/>
                  <a:gd name="T63" fmla="*/ 37 h 100"/>
                  <a:gd name="T64" fmla="*/ 50 w 100"/>
                  <a:gd name="T65" fmla="*/ 96 h 100"/>
                  <a:gd name="T66" fmla="*/ 4 w 100"/>
                  <a:gd name="T67" fmla="*/ 50 h 100"/>
                  <a:gd name="T68" fmla="*/ 9 w 100"/>
                  <a:gd name="T69" fmla="*/ 30 h 100"/>
                  <a:gd name="T70" fmla="*/ 9 w 100"/>
                  <a:gd name="T71" fmla="*/ 30 h 100"/>
                  <a:gd name="T72" fmla="*/ 11 w 100"/>
                  <a:gd name="T73" fmla="*/ 32 h 100"/>
                  <a:gd name="T74" fmla="*/ 14 w 100"/>
                  <a:gd name="T75" fmla="*/ 40 h 100"/>
                  <a:gd name="T76" fmla="*/ 19 w 100"/>
                  <a:gd name="T77" fmla="*/ 47 h 100"/>
                  <a:gd name="T78" fmla="*/ 29 w 100"/>
                  <a:gd name="T79" fmla="*/ 48 h 100"/>
                  <a:gd name="T80" fmla="*/ 41 w 100"/>
                  <a:gd name="T81" fmla="*/ 46 h 100"/>
                  <a:gd name="T82" fmla="*/ 46 w 100"/>
                  <a:gd name="T83" fmla="*/ 40 h 100"/>
                  <a:gd name="T84" fmla="*/ 49 w 100"/>
                  <a:gd name="T85" fmla="*/ 33 h 100"/>
                  <a:gd name="T86" fmla="*/ 50 w 100"/>
                  <a:gd name="T87" fmla="*/ 32 h 100"/>
                  <a:gd name="T88" fmla="*/ 51 w 100"/>
                  <a:gd name="T89" fmla="*/ 33 h 100"/>
                  <a:gd name="T90" fmla="*/ 54 w 100"/>
                  <a:gd name="T91" fmla="*/ 40 h 100"/>
                  <a:gd name="T92" fmla="*/ 59 w 100"/>
                  <a:gd name="T93" fmla="*/ 46 h 100"/>
                  <a:gd name="T94" fmla="*/ 71 w 100"/>
                  <a:gd name="T95" fmla="*/ 48 h 100"/>
                  <a:gd name="T96" fmla="*/ 81 w 100"/>
                  <a:gd name="T97" fmla="*/ 47 h 100"/>
                  <a:gd name="T98" fmla="*/ 86 w 100"/>
                  <a:gd name="T99" fmla="*/ 40 h 100"/>
                  <a:gd name="T100" fmla="*/ 89 w 100"/>
                  <a:gd name="T101" fmla="*/ 32 h 100"/>
                  <a:gd name="T102" fmla="*/ 91 w 100"/>
                  <a:gd name="T103" fmla="*/ 30 h 100"/>
                  <a:gd name="T104" fmla="*/ 91 w 100"/>
                  <a:gd name="T105" fmla="*/ 30 h 100"/>
                  <a:gd name="T106" fmla="*/ 96 w 100"/>
                  <a:gd name="T107" fmla="*/ 50 h 100"/>
                  <a:gd name="T108" fmla="*/ 50 w 100"/>
                  <a:gd name="T10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84" y="36"/>
                    </a:moveTo>
                    <a:cubicBezTo>
                      <a:pt x="84" y="37"/>
                      <a:pt x="83" y="39"/>
                      <a:pt x="83" y="40"/>
                    </a:cubicBezTo>
                    <a:cubicBezTo>
                      <a:pt x="81" y="43"/>
                      <a:pt x="80" y="43"/>
                      <a:pt x="78" y="43"/>
                    </a:cubicBezTo>
                    <a:cubicBezTo>
                      <a:pt x="76" y="44"/>
                      <a:pt x="74" y="44"/>
                      <a:pt x="71" y="44"/>
                    </a:cubicBezTo>
                    <a:cubicBezTo>
                      <a:pt x="66" y="44"/>
                      <a:pt x="63" y="43"/>
                      <a:pt x="61" y="42"/>
                    </a:cubicBezTo>
                    <a:cubicBezTo>
                      <a:pt x="59" y="41"/>
                      <a:pt x="58" y="38"/>
                      <a:pt x="57" y="37"/>
                    </a:cubicBezTo>
                    <a:cubicBezTo>
                      <a:pt x="57" y="36"/>
                      <a:pt x="54" y="31"/>
                      <a:pt x="59" y="30"/>
                    </a:cubicBezTo>
                    <a:cubicBezTo>
                      <a:pt x="63" y="28"/>
                      <a:pt x="68" y="28"/>
                      <a:pt x="70" y="28"/>
                    </a:cubicBezTo>
                    <a:cubicBezTo>
                      <a:pt x="73" y="28"/>
                      <a:pt x="80" y="28"/>
                      <a:pt x="82" y="29"/>
                    </a:cubicBezTo>
                    <a:cubicBezTo>
                      <a:pt x="85" y="31"/>
                      <a:pt x="84" y="35"/>
                      <a:pt x="84" y="36"/>
                    </a:cubicBezTo>
                    <a:close/>
                    <a:moveTo>
                      <a:pt x="43" y="37"/>
                    </a:moveTo>
                    <a:cubicBezTo>
                      <a:pt x="42" y="38"/>
                      <a:pt x="41" y="41"/>
                      <a:pt x="39" y="42"/>
                    </a:cubicBezTo>
                    <a:cubicBezTo>
                      <a:pt x="37" y="43"/>
                      <a:pt x="34" y="44"/>
                      <a:pt x="29" y="44"/>
                    </a:cubicBezTo>
                    <a:cubicBezTo>
                      <a:pt x="26" y="44"/>
                      <a:pt x="24" y="44"/>
                      <a:pt x="22" y="43"/>
                    </a:cubicBezTo>
                    <a:cubicBezTo>
                      <a:pt x="20" y="43"/>
                      <a:pt x="19" y="43"/>
                      <a:pt x="17" y="40"/>
                    </a:cubicBezTo>
                    <a:cubicBezTo>
                      <a:pt x="17" y="39"/>
                      <a:pt x="16" y="37"/>
                      <a:pt x="16" y="36"/>
                    </a:cubicBezTo>
                    <a:cubicBezTo>
                      <a:pt x="16" y="35"/>
                      <a:pt x="15" y="31"/>
                      <a:pt x="18" y="29"/>
                    </a:cubicBezTo>
                    <a:cubicBezTo>
                      <a:pt x="20" y="28"/>
                      <a:pt x="27" y="28"/>
                      <a:pt x="30" y="28"/>
                    </a:cubicBezTo>
                    <a:cubicBezTo>
                      <a:pt x="32" y="28"/>
                      <a:pt x="37" y="28"/>
                      <a:pt x="41" y="30"/>
                    </a:cubicBezTo>
                    <a:cubicBezTo>
                      <a:pt x="46" y="31"/>
                      <a:pt x="43" y="36"/>
                      <a:pt x="43" y="37"/>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7"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0" name="Oval 235"/>
              <p:cNvSpPr>
                <a:spLocks noChangeArrowheads="1"/>
              </p:cNvSpPr>
              <p:nvPr/>
            </p:nvSpPr>
            <p:spPr bwMode="auto">
              <a:xfrm>
                <a:off x="6123010"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1" name="Group 120"/>
            <p:cNvGrpSpPr/>
            <p:nvPr/>
          </p:nvGrpSpPr>
          <p:grpSpPr>
            <a:xfrm>
              <a:off x="8425950" y="195769"/>
              <a:ext cx="353212" cy="355365"/>
              <a:chOff x="3396750" y="3185154"/>
              <a:chExt cx="218527" cy="219859"/>
            </a:xfrm>
            <a:grpFill/>
          </p:grpSpPr>
          <p:sp>
            <p:nvSpPr>
              <p:cNvPr id="133"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4"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5"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6"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2" name="Group 121"/>
            <p:cNvGrpSpPr/>
            <p:nvPr/>
          </p:nvGrpSpPr>
          <p:grpSpPr>
            <a:xfrm>
              <a:off x="2429891" y="6569679"/>
              <a:ext cx="218527" cy="219859"/>
              <a:chOff x="4995729" y="3185154"/>
              <a:chExt cx="218527" cy="219859"/>
            </a:xfrm>
            <a:grpFill/>
          </p:grpSpPr>
          <p:sp>
            <p:nvSpPr>
              <p:cNvPr id="128" name="Oval 223"/>
              <p:cNvSpPr>
                <a:spLocks noChangeArrowheads="1"/>
              </p:cNvSpPr>
              <p:nvPr/>
            </p:nvSpPr>
            <p:spPr bwMode="auto">
              <a:xfrm>
                <a:off x="505702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9" name="Oval 224"/>
              <p:cNvSpPr>
                <a:spLocks noChangeArrowheads="1"/>
              </p:cNvSpPr>
              <p:nvPr/>
            </p:nvSpPr>
            <p:spPr bwMode="auto">
              <a:xfrm>
                <a:off x="5135641"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0" name="Freeform 225"/>
              <p:cNvSpPr>
                <a:spLocks noEditPoints="1"/>
              </p:cNvSpPr>
              <p:nvPr/>
            </p:nvSpPr>
            <p:spPr bwMode="auto">
              <a:xfrm>
                <a:off x="499572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1" name="Freeform 226"/>
              <p:cNvSpPr>
                <a:spLocks noEditPoints="1"/>
              </p:cNvSpPr>
              <p:nvPr/>
            </p:nvSpPr>
            <p:spPr bwMode="auto">
              <a:xfrm>
                <a:off x="5039702" y="3238453"/>
                <a:ext cx="51967" cy="51966"/>
              </a:xfrm>
              <a:custGeom>
                <a:avLst/>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5" y="0"/>
                      <a:pt x="0" y="5"/>
                      <a:pt x="0" y="12"/>
                    </a:cubicBezTo>
                    <a:cubicBezTo>
                      <a:pt x="0" y="19"/>
                      <a:pt x="5" y="24"/>
                      <a:pt x="12" y="24"/>
                    </a:cubicBezTo>
                    <a:close/>
                    <a:moveTo>
                      <a:pt x="12" y="4"/>
                    </a:moveTo>
                    <a:cubicBezTo>
                      <a:pt x="16" y="4"/>
                      <a:pt x="20" y="8"/>
                      <a:pt x="20" y="12"/>
                    </a:cubicBezTo>
                    <a:cubicBezTo>
                      <a:pt x="20" y="16"/>
                      <a:pt x="16" y="20"/>
                      <a:pt x="12" y="20"/>
                    </a:cubicBezTo>
                    <a:cubicBezTo>
                      <a:pt x="8" y="20"/>
                      <a:pt x="4" y="16"/>
                      <a:pt x="4" y="12"/>
                    </a:cubicBezTo>
                    <a:cubicBezTo>
                      <a:pt x="4" y="8"/>
                      <a:pt x="8"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2" name="Freeform 227"/>
              <p:cNvSpPr>
                <a:spLocks/>
              </p:cNvSpPr>
              <p:nvPr/>
            </p:nvSpPr>
            <p:spPr bwMode="auto">
              <a:xfrm>
                <a:off x="5030374"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3" name="Group 122"/>
            <p:cNvGrpSpPr/>
            <p:nvPr/>
          </p:nvGrpSpPr>
          <p:grpSpPr>
            <a:xfrm>
              <a:off x="9442085" y="4437671"/>
              <a:ext cx="218527" cy="218527"/>
              <a:chOff x="6593377" y="2116502"/>
              <a:chExt cx="218527" cy="218527"/>
            </a:xfrm>
            <a:grpFill/>
          </p:grpSpPr>
          <p:sp>
            <p:nvSpPr>
              <p:cNvPr id="124" name="Rectangle 110"/>
              <p:cNvSpPr>
                <a:spLocks noChangeArrowheads="1"/>
              </p:cNvSpPr>
              <p:nvPr/>
            </p:nvSpPr>
            <p:spPr bwMode="auto">
              <a:xfrm>
                <a:off x="6656003" y="2195118"/>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5" name="Freeform 111"/>
              <p:cNvSpPr>
                <a:spLocks/>
              </p:cNvSpPr>
              <p:nvPr/>
            </p:nvSpPr>
            <p:spPr bwMode="auto">
              <a:xfrm>
                <a:off x="6662666"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6" name="Freeform 112"/>
              <p:cNvSpPr>
                <a:spLocks noEditPoints="1"/>
              </p:cNvSpPr>
              <p:nvPr/>
            </p:nvSpPr>
            <p:spPr bwMode="auto">
              <a:xfrm>
                <a:off x="6593377"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3" y="0"/>
                      <a:pt x="0" y="22"/>
                      <a:pt x="0" y="50"/>
                    </a:cubicBezTo>
                    <a:cubicBezTo>
                      <a:pt x="0" y="78"/>
                      <a:pt x="23"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6" y="4"/>
                      <a:pt x="96" y="25"/>
                      <a:pt x="96" y="50"/>
                    </a:cubicBezTo>
                    <a:cubicBezTo>
                      <a:pt x="96" y="75"/>
                      <a:pt x="76"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7" name="Oval 113"/>
              <p:cNvSpPr>
                <a:spLocks noChangeArrowheads="1"/>
              </p:cNvSpPr>
              <p:nvPr/>
            </p:nvSpPr>
            <p:spPr bwMode="auto">
              <a:xfrm>
                <a:off x="6733287"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sp>
        <p:nvSpPr>
          <p:cNvPr id="472" name="Picture Placeholder 2"/>
          <p:cNvSpPr>
            <a:spLocks noGrp="1"/>
          </p:cNvSpPr>
          <p:nvPr>
            <p:ph type="pic" sz="quarter" idx="12"/>
          </p:nvPr>
        </p:nvSpPr>
        <p:spPr>
          <a:xfrm>
            <a:off x="7371320" y="3669180"/>
            <a:ext cx="3688759" cy="1895788"/>
          </a:xfrm>
          <a:prstGeom prst="roundRect">
            <a:avLst>
              <a:gd name="adj" fmla="val 6998"/>
            </a:avLst>
          </a:prstGeom>
          <a:noFill/>
        </p:spPr>
        <p:txBody>
          <a:bodyPr/>
          <a:lstStyle/>
          <a:p>
            <a:endParaRPr lang="en-US" dirty="0"/>
          </a:p>
        </p:txBody>
      </p:sp>
    </p:spTree>
    <p:extLst>
      <p:ext uri="{BB962C8B-B14F-4D97-AF65-F5344CB8AC3E}">
        <p14:creationId xmlns:p14="http://schemas.microsoft.com/office/powerpoint/2010/main" val="372284021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72"/>
                                        </p:tgtEl>
                                        <p:attrNameLst>
                                          <p:attrName>style.visibility</p:attrName>
                                        </p:attrNameLst>
                                      </p:cBhvr>
                                      <p:to>
                                        <p:strVal val="visible"/>
                                      </p:to>
                                    </p:set>
                                    <p:anim calcmode="lin" valueType="num">
                                      <p:cBhvr>
                                        <p:cTn id="7" dur="500" fill="hold"/>
                                        <p:tgtEl>
                                          <p:spTgt spid="472"/>
                                        </p:tgtEl>
                                        <p:attrNameLst>
                                          <p:attrName>ppt_w</p:attrName>
                                        </p:attrNameLst>
                                      </p:cBhvr>
                                      <p:tavLst>
                                        <p:tav tm="0">
                                          <p:val>
                                            <p:fltVal val="0"/>
                                          </p:val>
                                        </p:tav>
                                        <p:tav tm="100000">
                                          <p:val>
                                            <p:strVal val="#ppt_w"/>
                                          </p:val>
                                        </p:tav>
                                      </p:tavLst>
                                    </p:anim>
                                    <p:anim calcmode="lin" valueType="num">
                                      <p:cBhvr>
                                        <p:cTn id="8" dur="500" fill="hold"/>
                                        <p:tgtEl>
                                          <p:spTgt spid="472"/>
                                        </p:tgtEl>
                                        <p:attrNameLst>
                                          <p:attrName>ppt_h</p:attrName>
                                        </p:attrNameLst>
                                      </p:cBhvr>
                                      <p:tavLst>
                                        <p:tav tm="0">
                                          <p:val>
                                            <p:fltVal val="0"/>
                                          </p:val>
                                        </p:tav>
                                        <p:tav tm="100000">
                                          <p:val>
                                            <p:strVal val="#ppt_h"/>
                                          </p:val>
                                        </p:tav>
                                      </p:tavLst>
                                    </p:anim>
                                    <p:animEffect transition="in" filter="fade">
                                      <p:cBhvr>
                                        <p:cTn id="9" dur="500"/>
                                        <p:tgtEl>
                                          <p:spTgt spid="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 grpId="0"/>
    </p:bld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416345743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3"/>
          </p:nvPr>
        </p:nvSpPr>
        <p:spPr>
          <a:xfrm>
            <a:off x="1180611" y="1735547"/>
            <a:ext cx="3387632" cy="3954139"/>
          </a:xfrm>
          <a:prstGeom prst="roundRect">
            <a:avLst>
              <a:gd name="adj" fmla="val 890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6662812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Rounded Rectangle 3"/>
          <p:cNvSpPr/>
          <p:nvPr userDrawn="1"/>
        </p:nvSpPr>
        <p:spPr>
          <a:xfrm>
            <a:off x="297320" y="286100"/>
            <a:ext cx="4712646" cy="6327873"/>
          </a:xfrm>
          <a:prstGeom prst="roundRect">
            <a:avLst>
              <a:gd name="adj" fmla="val 56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1779961" y="1419064"/>
            <a:ext cx="3604839" cy="2917080"/>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1739877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0" i="1">
                <a:solidFill>
                  <a:schemeClr val="accent1"/>
                </a:solidFill>
              </a:defRPr>
            </a:lvl1pPr>
          </a:lstStyle>
          <a:p>
            <a:pPr lvl="0"/>
            <a:r>
              <a:rPr lang="en-US" dirty="0"/>
              <a:t>Subtitle</a:t>
            </a:r>
          </a:p>
        </p:txBody>
      </p:sp>
    </p:spTree>
    <p:extLst>
      <p:ext uri="{BB962C8B-B14F-4D97-AF65-F5344CB8AC3E}">
        <p14:creationId xmlns:p14="http://schemas.microsoft.com/office/powerpoint/2010/main" val="75843715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8" name="Picture Placeholder 2"/>
          <p:cNvSpPr>
            <a:spLocks noGrp="1"/>
          </p:cNvSpPr>
          <p:nvPr>
            <p:ph type="pic" sz="quarter" idx="12"/>
          </p:nvPr>
        </p:nvSpPr>
        <p:spPr>
          <a:xfrm>
            <a:off x="737017" y="2728209"/>
            <a:ext cx="10717967" cy="3372788"/>
          </a:xfrm>
          <a:prstGeom prst="roundRect">
            <a:avLst>
              <a:gd name="adj" fmla="val 6998"/>
            </a:avLst>
          </a:prstGeom>
          <a:noFill/>
        </p:spPr>
        <p:txBody>
          <a:bodyPr/>
          <a:lstStyle/>
          <a:p>
            <a:endParaRPr lang="en-US" dirty="0"/>
          </a:p>
        </p:txBody>
      </p:sp>
    </p:spTree>
    <p:extLst>
      <p:ext uri="{BB962C8B-B14F-4D97-AF65-F5344CB8AC3E}">
        <p14:creationId xmlns:p14="http://schemas.microsoft.com/office/powerpoint/2010/main" val="338327331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8" name="Picture Placeholder 2"/>
          <p:cNvSpPr>
            <a:spLocks noGrp="1"/>
          </p:cNvSpPr>
          <p:nvPr>
            <p:ph type="pic" sz="quarter" idx="12"/>
          </p:nvPr>
        </p:nvSpPr>
        <p:spPr>
          <a:xfrm>
            <a:off x="737017" y="779582"/>
            <a:ext cx="10717967" cy="2488274"/>
          </a:xfrm>
          <a:prstGeom prst="roundRect">
            <a:avLst>
              <a:gd name="adj" fmla="val 6998"/>
            </a:avLst>
          </a:prstGeom>
          <a:noFill/>
        </p:spPr>
        <p:txBody>
          <a:bodyPr/>
          <a:lstStyle/>
          <a:p>
            <a:endParaRPr lang="en-US" dirty="0"/>
          </a:p>
        </p:txBody>
      </p:sp>
    </p:spTree>
    <p:extLst>
      <p:ext uri="{BB962C8B-B14F-4D97-AF65-F5344CB8AC3E}">
        <p14:creationId xmlns:p14="http://schemas.microsoft.com/office/powerpoint/2010/main" val="358156883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8" name="Picture Placeholder 2"/>
          <p:cNvSpPr>
            <a:spLocks noGrp="1"/>
          </p:cNvSpPr>
          <p:nvPr>
            <p:ph type="pic" sz="quarter" idx="12"/>
          </p:nvPr>
        </p:nvSpPr>
        <p:spPr>
          <a:xfrm>
            <a:off x="737017" y="977030"/>
            <a:ext cx="3797405" cy="2290826"/>
          </a:xfrm>
          <a:prstGeom prst="roundRect">
            <a:avLst>
              <a:gd name="adj" fmla="val 6998"/>
            </a:avLst>
          </a:prstGeom>
          <a:noFill/>
        </p:spPr>
        <p:txBody>
          <a:bodyPr/>
          <a:lstStyle/>
          <a:p>
            <a:endParaRPr lang="en-US" dirty="0"/>
          </a:p>
        </p:txBody>
      </p:sp>
      <p:sp>
        <p:nvSpPr>
          <p:cNvPr id="6" name="Picture Placeholder 2"/>
          <p:cNvSpPr>
            <a:spLocks noGrp="1"/>
          </p:cNvSpPr>
          <p:nvPr>
            <p:ph type="pic" sz="quarter" idx="13"/>
          </p:nvPr>
        </p:nvSpPr>
        <p:spPr>
          <a:xfrm>
            <a:off x="737017" y="3594970"/>
            <a:ext cx="3797405" cy="2290826"/>
          </a:xfrm>
          <a:prstGeom prst="roundRect">
            <a:avLst>
              <a:gd name="adj" fmla="val 6998"/>
            </a:avLst>
          </a:prstGeom>
          <a:noFill/>
        </p:spPr>
        <p:txBody>
          <a:bodyPr/>
          <a:lstStyle/>
          <a:p>
            <a:endParaRPr lang="en-US" dirty="0"/>
          </a:p>
        </p:txBody>
      </p:sp>
    </p:spTree>
    <p:extLst>
      <p:ext uri="{BB962C8B-B14F-4D97-AF65-F5344CB8AC3E}">
        <p14:creationId xmlns:p14="http://schemas.microsoft.com/office/powerpoint/2010/main" val="330803709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1" fill="hold" grpId="0" nodeType="withEffect" nodePh="1">
                                  <p:stCondLst>
                                    <p:cond delay="0"/>
                                  </p:stCondLst>
                                  <p:endCondLst>
                                    <p:cond evt="begin" delay="0">
                                      <p:tn val="8"/>
                                    </p:cond>
                                  </p:endCondLst>
                                  <p:childTnLst>
                                    <p:set>
                                      <p:cBhvr>
                                        <p:cTn id="9" dur="1" fill="hold">
                                          <p:stCondLst>
                                            <p:cond delay="0"/>
                                          </p:stCondLst>
                                        </p:cTn>
                                        <p:tgtEl>
                                          <p:spTgt spid="6"/>
                                        </p:tgtEl>
                                        <p:attrNameLst>
                                          <p:attrName>style.visibility</p:attrName>
                                        </p:attrNameLst>
                                      </p:cBhvr>
                                      <p:to>
                                        <p:strVal val="visible"/>
                                      </p:to>
                                    </p:set>
                                    <p:animEffect transition="in" filter="wipe(up)">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7" name="Picture Placeholder 2"/>
          <p:cNvSpPr>
            <a:spLocks noGrp="1"/>
          </p:cNvSpPr>
          <p:nvPr>
            <p:ph type="pic" sz="quarter" idx="12"/>
          </p:nvPr>
        </p:nvSpPr>
        <p:spPr>
          <a:xfrm>
            <a:off x="4836000" y="2169000"/>
            <a:ext cx="2520000" cy="2520000"/>
          </a:xfrm>
          <a:prstGeom prst="ellipse">
            <a:avLst/>
          </a:prstGeom>
          <a:effectLst>
            <a:outerShdw blurRad="571500" dist="63500" dir="2700000" algn="tl" rotWithShape="0">
              <a:prstClr val="black">
                <a:alpha val="40000"/>
              </a:prstClr>
            </a:outerShdw>
          </a:effectLst>
        </p:spPr>
        <p:txBody>
          <a:bodyPr/>
          <a:lstStyle/>
          <a:p>
            <a:endParaRPr lang="en-US" dirty="0"/>
          </a:p>
        </p:txBody>
      </p:sp>
    </p:spTree>
    <p:extLst>
      <p:ext uri="{BB962C8B-B14F-4D97-AF65-F5344CB8AC3E}">
        <p14:creationId xmlns:p14="http://schemas.microsoft.com/office/powerpoint/2010/main" val="154011086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1146810" y="2055733"/>
            <a:ext cx="2282190" cy="2488069"/>
          </a:xfrm>
          <a:prstGeom prst="roundRect">
            <a:avLst>
              <a:gd name="adj" fmla="val 10235"/>
            </a:avLst>
          </a:prstGeom>
        </p:spPr>
        <p:txBody>
          <a:bodyPr/>
          <a:lstStyle/>
          <a:p>
            <a:endParaRPr lang="en-US" dirty="0"/>
          </a:p>
        </p:txBody>
      </p:sp>
      <p:sp>
        <p:nvSpPr>
          <p:cNvPr id="6" name="Text Placeholder 3"/>
          <p:cNvSpPr>
            <a:spLocks noGrp="1"/>
          </p:cNvSpPr>
          <p:nvPr>
            <p:ph type="body" sz="quarter" idx="16" hasCustomPrompt="1"/>
          </p:nvPr>
        </p:nvSpPr>
        <p:spPr>
          <a:xfrm>
            <a:off x="838200" y="667447"/>
            <a:ext cx="10515600" cy="321919"/>
          </a:xfrm>
        </p:spPr>
        <p:txBody>
          <a:bodyPr anchor="b">
            <a:normAutofit/>
          </a:bodyPr>
          <a:lstStyle>
            <a:lvl1pPr marL="0" indent="0" algn="l">
              <a:buNone/>
              <a:defRPr sz="1200" b="0" i="1">
                <a:solidFill>
                  <a:schemeClr val="accent1"/>
                </a:solidFill>
              </a:defRPr>
            </a:lvl1pPr>
          </a:lstStyle>
          <a:p>
            <a:pPr lvl="0"/>
            <a:r>
              <a:rPr lang="en-US" dirty="0"/>
              <a:t>Subtitle</a:t>
            </a:r>
          </a:p>
        </p:txBody>
      </p:sp>
    </p:spTree>
    <p:extLst>
      <p:ext uri="{BB962C8B-B14F-4D97-AF65-F5344CB8AC3E}">
        <p14:creationId xmlns:p14="http://schemas.microsoft.com/office/powerpoint/2010/main" val="310153020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7" name="Picture Placeholder 2"/>
          <p:cNvSpPr>
            <a:spLocks noGrp="1"/>
          </p:cNvSpPr>
          <p:nvPr>
            <p:ph type="pic" sz="quarter" idx="12"/>
          </p:nvPr>
        </p:nvSpPr>
        <p:spPr>
          <a:xfrm>
            <a:off x="1651356" y="2454758"/>
            <a:ext cx="1396480" cy="1396480"/>
          </a:xfrm>
          <a:prstGeom prst="ellipse">
            <a:avLst/>
          </a:prstGeom>
          <a:effectLst/>
        </p:spPr>
        <p:txBody>
          <a:bodyPr>
            <a:normAutofit/>
          </a:bodyPr>
          <a:lstStyle>
            <a:lvl1pPr>
              <a:defRPr sz="1100"/>
            </a:lvl1pPr>
          </a:lstStyle>
          <a:p>
            <a:endParaRPr lang="en-US" dirty="0"/>
          </a:p>
        </p:txBody>
      </p:sp>
      <p:sp>
        <p:nvSpPr>
          <p:cNvPr id="6" name="Picture Placeholder 2"/>
          <p:cNvSpPr>
            <a:spLocks noGrp="1"/>
          </p:cNvSpPr>
          <p:nvPr>
            <p:ph type="pic" sz="quarter" idx="13"/>
          </p:nvPr>
        </p:nvSpPr>
        <p:spPr>
          <a:xfrm>
            <a:off x="4243399" y="1903287"/>
            <a:ext cx="1396480" cy="1396480"/>
          </a:xfrm>
          <a:prstGeom prst="ellipse">
            <a:avLst/>
          </a:prstGeom>
          <a:effectLst/>
        </p:spPr>
        <p:txBody>
          <a:bodyPr>
            <a:normAutofit/>
          </a:bodyPr>
          <a:lstStyle>
            <a:lvl1pPr>
              <a:defRPr sz="1100"/>
            </a:lvl1pPr>
          </a:lstStyle>
          <a:p>
            <a:endParaRPr lang="en-US" dirty="0"/>
          </a:p>
        </p:txBody>
      </p:sp>
      <p:sp>
        <p:nvSpPr>
          <p:cNvPr id="10" name="Picture Placeholder 2"/>
          <p:cNvSpPr>
            <a:spLocks noGrp="1"/>
          </p:cNvSpPr>
          <p:nvPr>
            <p:ph type="pic" sz="quarter" idx="14"/>
          </p:nvPr>
        </p:nvSpPr>
        <p:spPr>
          <a:xfrm>
            <a:off x="9138390" y="1258992"/>
            <a:ext cx="1396480" cy="1419662"/>
          </a:xfrm>
          <a:prstGeom prst="ellipse">
            <a:avLst/>
          </a:prstGeom>
          <a:effectLst/>
        </p:spPr>
        <p:txBody>
          <a:bodyPr>
            <a:normAutofit/>
          </a:bodyPr>
          <a:lstStyle>
            <a:lvl1pPr>
              <a:defRPr sz="1100"/>
            </a:lvl1pPr>
          </a:lstStyle>
          <a:p>
            <a:endParaRPr lang="en-US" dirty="0"/>
          </a:p>
        </p:txBody>
      </p:sp>
      <p:sp>
        <p:nvSpPr>
          <p:cNvPr id="11" name="Picture Placeholder 2"/>
          <p:cNvSpPr>
            <a:spLocks noGrp="1"/>
          </p:cNvSpPr>
          <p:nvPr>
            <p:ph type="pic" sz="quarter" idx="15"/>
          </p:nvPr>
        </p:nvSpPr>
        <p:spPr>
          <a:xfrm>
            <a:off x="6835443" y="2496819"/>
            <a:ext cx="1396480" cy="1396480"/>
          </a:xfrm>
          <a:prstGeom prst="ellipse">
            <a:avLst/>
          </a:prstGeom>
          <a:effectLst/>
        </p:spPr>
        <p:txBody>
          <a:bodyPr>
            <a:normAutofit/>
          </a:bodyPr>
          <a:lstStyle>
            <a:lvl1pPr>
              <a:defRPr sz="1100"/>
            </a:lvl1pPr>
          </a:lstStyle>
          <a:p>
            <a:endParaRPr lang="en-US" dirty="0"/>
          </a:p>
        </p:txBody>
      </p:sp>
      <p:sp>
        <p:nvSpPr>
          <p:cNvPr id="12" name="Text Placeholder 3"/>
          <p:cNvSpPr>
            <a:spLocks noGrp="1"/>
          </p:cNvSpPr>
          <p:nvPr>
            <p:ph type="body" sz="quarter" idx="16" hasCustomPrompt="1"/>
          </p:nvPr>
        </p:nvSpPr>
        <p:spPr>
          <a:xfrm>
            <a:off x="838200" y="667447"/>
            <a:ext cx="10515600" cy="321919"/>
          </a:xfrm>
        </p:spPr>
        <p:txBody>
          <a:bodyPr anchor="b">
            <a:normAutofit/>
          </a:bodyPr>
          <a:lstStyle>
            <a:lvl1pPr marL="0" indent="0" algn="l">
              <a:buNone/>
              <a:defRPr sz="1200" b="0" i="1">
                <a:solidFill>
                  <a:schemeClr val="accent1"/>
                </a:solidFill>
              </a:defRPr>
            </a:lvl1pPr>
          </a:lstStyle>
          <a:p>
            <a:pPr lvl="0"/>
            <a:r>
              <a:rPr lang="en-US" dirty="0"/>
              <a:t>Subtitle</a:t>
            </a:r>
          </a:p>
        </p:txBody>
      </p:sp>
    </p:spTree>
    <p:extLst>
      <p:ext uri="{BB962C8B-B14F-4D97-AF65-F5344CB8AC3E}">
        <p14:creationId xmlns:p14="http://schemas.microsoft.com/office/powerpoint/2010/main" val="150941116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anim calcmode="lin" valueType="num">
                                      <p:cBhvr>
                                        <p:cTn id="10" dur="500" fill="hold"/>
                                        <p:tgtEl>
                                          <p:spTgt spid="7"/>
                                        </p:tgtEl>
                                        <p:attrNameLst>
                                          <p:attrName>ppt_x</p:attrName>
                                        </p:attrNameLst>
                                      </p:cBhvr>
                                      <p:tavLst>
                                        <p:tav tm="0">
                                          <p:val>
                                            <p:fltVal val="0.5"/>
                                          </p:val>
                                        </p:tav>
                                        <p:tav tm="100000">
                                          <p:val>
                                            <p:strVal val="#ppt_x"/>
                                          </p:val>
                                        </p:tav>
                                      </p:tavLst>
                                    </p:anim>
                                    <p:anim calcmode="lin" valueType="num">
                                      <p:cBhvr>
                                        <p:cTn id="11" dur="500" fill="hold"/>
                                        <p:tgtEl>
                                          <p:spTgt spid="7"/>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nodePh="1">
                                  <p:stCondLst>
                                    <p:cond delay="100"/>
                                  </p:stCondLst>
                                  <p:endCondLst>
                                    <p:cond evt="begin" delay="0">
                                      <p:tn val="12"/>
                                    </p:cond>
                                  </p:end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anim calcmode="lin" valueType="num">
                                      <p:cBhvr>
                                        <p:cTn id="17" dur="500" fill="hold"/>
                                        <p:tgtEl>
                                          <p:spTgt spid="6"/>
                                        </p:tgtEl>
                                        <p:attrNameLst>
                                          <p:attrName>ppt_x</p:attrName>
                                        </p:attrNameLst>
                                      </p:cBhvr>
                                      <p:tavLst>
                                        <p:tav tm="0">
                                          <p:val>
                                            <p:fltVal val="0.5"/>
                                          </p:val>
                                        </p:tav>
                                        <p:tav tm="100000">
                                          <p:val>
                                            <p:strVal val="#ppt_x"/>
                                          </p:val>
                                        </p:tav>
                                      </p:tavLst>
                                    </p:anim>
                                    <p:anim calcmode="lin" valueType="num">
                                      <p:cBhvr>
                                        <p:cTn id="18" dur="500" fill="hold"/>
                                        <p:tgtEl>
                                          <p:spTgt spid="6"/>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nodePh="1">
                                  <p:stCondLst>
                                    <p:cond delay="300"/>
                                  </p:stCondLst>
                                  <p:endCondLst>
                                    <p:cond evt="begin" delay="0">
                                      <p:tn val="19"/>
                                    </p:cond>
                                  </p:end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anim calcmode="lin" valueType="num">
                                      <p:cBhvr>
                                        <p:cTn id="24" dur="500" fill="hold"/>
                                        <p:tgtEl>
                                          <p:spTgt spid="10"/>
                                        </p:tgtEl>
                                        <p:attrNameLst>
                                          <p:attrName>ppt_x</p:attrName>
                                        </p:attrNameLst>
                                      </p:cBhvr>
                                      <p:tavLst>
                                        <p:tav tm="0">
                                          <p:val>
                                            <p:fltVal val="0.5"/>
                                          </p:val>
                                        </p:tav>
                                        <p:tav tm="100000">
                                          <p:val>
                                            <p:strVal val="#ppt_x"/>
                                          </p:val>
                                        </p:tav>
                                      </p:tavLst>
                                    </p:anim>
                                    <p:anim calcmode="lin" valueType="num">
                                      <p:cBhvr>
                                        <p:cTn id="25" dur="500" fill="hold"/>
                                        <p:tgtEl>
                                          <p:spTgt spid="10"/>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nodePh="1">
                                  <p:stCondLst>
                                    <p:cond delay="200"/>
                                  </p:stCondLst>
                                  <p:endCondLst>
                                    <p:cond evt="begin" delay="0">
                                      <p:tn val="26"/>
                                    </p:cond>
                                  </p:end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anim calcmode="lin" valueType="num">
                                      <p:cBhvr>
                                        <p:cTn id="31" dur="500" fill="hold"/>
                                        <p:tgtEl>
                                          <p:spTgt spid="11"/>
                                        </p:tgtEl>
                                        <p:attrNameLst>
                                          <p:attrName>ppt_x</p:attrName>
                                        </p:attrNameLst>
                                      </p:cBhvr>
                                      <p:tavLst>
                                        <p:tav tm="0">
                                          <p:val>
                                            <p:fltVal val="0.5"/>
                                          </p:val>
                                        </p:tav>
                                        <p:tav tm="100000">
                                          <p:val>
                                            <p:strVal val="#ppt_x"/>
                                          </p:val>
                                        </p:tav>
                                      </p:tavLst>
                                    </p:anim>
                                    <p:anim calcmode="lin" valueType="num">
                                      <p:cBhvr>
                                        <p:cTn id="32" dur="500" fill="hold"/>
                                        <p:tgtEl>
                                          <p:spTgt spid="11"/>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10" grpId="0"/>
      <p:bldP spid="11" grpId="0"/>
    </p:bld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6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4B0F1B-7C35-4932-9D94-A4497ECF42B0}"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Picture Placeholder 3"/>
          <p:cNvSpPr>
            <a:spLocks noGrp="1"/>
          </p:cNvSpPr>
          <p:nvPr>
            <p:ph type="pic" sz="quarter" idx="14"/>
          </p:nvPr>
        </p:nvSpPr>
        <p:spPr>
          <a:xfrm>
            <a:off x="5525530" y="2598281"/>
            <a:ext cx="1080000" cy="10800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2" name="Picture Placeholder 3"/>
          <p:cNvSpPr>
            <a:spLocks noGrp="1"/>
          </p:cNvSpPr>
          <p:nvPr>
            <p:ph type="pic" sz="quarter" idx="20"/>
          </p:nvPr>
        </p:nvSpPr>
        <p:spPr>
          <a:xfrm>
            <a:off x="6977459" y="3944167"/>
            <a:ext cx="1080000" cy="10800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7" name="Picture Placeholder 3"/>
          <p:cNvSpPr>
            <a:spLocks noGrp="1"/>
          </p:cNvSpPr>
          <p:nvPr>
            <p:ph type="pic" sz="quarter" idx="22"/>
          </p:nvPr>
        </p:nvSpPr>
        <p:spPr>
          <a:xfrm>
            <a:off x="4018511" y="2058281"/>
            <a:ext cx="1080000" cy="10800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3" name="Picture Placeholder 3"/>
          <p:cNvSpPr>
            <a:spLocks noGrp="1"/>
          </p:cNvSpPr>
          <p:nvPr>
            <p:ph type="pic" sz="quarter" idx="23"/>
          </p:nvPr>
        </p:nvSpPr>
        <p:spPr>
          <a:xfrm>
            <a:off x="6977459" y="1735547"/>
            <a:ext cx="1080000" cy="10800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4" name="Picture Placeholder 3"/>
          <p:cNvSpPr>
            <a:spLocks noGrp="1"/>
          </p:cNvSpPr>
          <p:nvPr>
            <p:ph type="pic" sz="quarter" idx="24"/>
          </p:nvPr>
        </p:nvSpPr>
        <p:spPr>
          <a:xfrm>
            <a:off x="4097796" y="4152994"/>
            <a:ext cx="1080000" cy="10800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10" name="Text Placeholder 3"/>
          <p:cNvSpPr>
            <a:spLocks noGrp="1"/>
          </p:cNvSpPr>
          <p:nvPr>
            <p:ph type="body" sz="quarter" idx="16" hasCustomPrompt="1"/>
          </p:nvPr>
        </p:nvSpPr>
        <p:spPr>
          <a:xfrm>
            <a:off x="838200" y="667447"/>
            <a:ext cx="10515600" cy="321919"/>
          </a:xfrm>
        </p:spPr>
        <p:txBody>
          <a:bodyPr anchor="b">
            <a:normAutofit/>
          </a:bodyPr>
          <a:lstStyle>
            <a:lvl1pPr marL="0" indent="0" algn="ctr">
              <a:buNone/>
              <a:defRPr sz="1200" b="0" i="1">
                <a:solidFill>
                  <a:schemeClr val="accent1"/>
                </a:solidFill>
              </a:defRPr>
            </a:lvl1pPr>
          </a:lstStyle>
          <a:p>
            <a:pPr lvl="0"/>
            <a:r>
              <a:rPr lang="en-US" dirty="0"/>
              <a:t>Subtitle</a:t>
            </a:r>
          </a:p>
        </p:txBody>
      </p:sp>
    </p:spTree>
    <p:extLst>
      <p:ext uri="{BB962C8B-B14F-4D97-AF65-F5344CB8AC3E}">
        <p14:creationId xmlns:p14="http://schemas.microsoft.com/office/powerpoint/2010/main" val="275854157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animEffect transition="in" filter="fade">
                                      <p:cBhvr>
                                        <p:cTn id="19" dur="500"/>
                                        <p:tgtEl>
                                          <p:spTgt spid="1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Effect transition="in" filter="fade">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7" grpId="0" animBg="1"/>
      <p:bldP spid="13" grpId="0" animBg="1"/>
      <p:bldP spid="14" grpId="0" animBg="1"/>
    </p:bld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7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4B0F1B-7C35-4932-9D94-A4497ECF42B0}"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Picture Placeholder 3"/>
          <p:cNvSpPr>
            <a:spLocks noGrp="1"/>
          </p:cNvSpPr>
          <p:nvPr>
            <p:ph type="pic" sz="quarter" idx="14"/>
          </p:nvPr>
        </p:nvSpPr>
        <p:spPr>
          <a:xfrm>
            <a:off x="4301464" y="1928167"/>
            <a:ext cx="914400" cy="9144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7" name="Picture Placeholder 3"/>
          <p:cNvSpPr>
            <a:spLocks noGrp="1"/>
          </p:cNvSpPr>
          <p:nvPr>
            <p:ph type="pic" sz="quarter" idx="15"/>
          </p:nvPr>
        </p:nvSpPr>
        <p:spPr>
          <a:xfrm>
            <a:off x="1266661" y="3288314"/>
            <a:ext cx="914400" cy="9144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9" name="Picture Placeholder 3"/>
          <p:cNvSpPr>
            <a:spLocks noGrp="1"/>
          </p:cNvSpPr>
          <p:nvPr>
            <p:ph type="pic" sz="quarter" idx="16"/>
          </p:nvPr>
        </p:nvSpPr>
        <p:spPr>
          <a:xfrm>
            <a:off x="5601955" y="3288314"/>
            <a:ext cx="914400" cy="9144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0" name="Picture Placeholder 3"/>
          <p:cNvSpPr>
            <a:spLocks noGrp="1"/>
          </p:cNvSpPr>
          <p:nvPr>
            <p:ph type="pic" sz="quarter" idx="17"/>
          </p:nvPr>
        </p:nvSpPr>
        <p:spPr>
          <a:xfrm>
            <a:off x="3434308" y="3288314"/>
            <a:ext cx="914400" cy="9144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2" name="Picture Placeholder 3"/>
          <p:cNvSpPr>
            <a:spLocks noGrp="1"/>
          </p:cNvSpPr>
          <p:nvPr>
            <p:ph type="pic" sz="quarter" idx="18"/>
          </p:nvPr>
        </p:nvSpPr>
        <p:spPr>
          <a:xfrm>
            <a:off x="9937248" y="3288314"/>
            <a:ext cx="914400" cy="9144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6" name="Picture Placeholder 3"/>
          <p:cNvSpPr>
            <a:spLocks noGrp="1"/>
          </p:cNvSpPr>
          <p:nvPr>
            <p:ph type="pic" sz="quarter" idx="19"/>
          </p:nvPr>
        </p:nvSpPr>
        <p:spPr>
          <a:xfrm>
            <a:off x="7769602" y="3288314"/>
            <a:ext cx="914400" cy="9144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1" name="Text Placeholder 3"/>
          <p:cNvSpPr>
            <a:spLocks noGrp="1"/>
          </p:cNvSpPr>
          <p:nvPr>
            <p:ph type="body" sz="quarter" idx="21" hasCustomPrompt="1"/>
          </p:nvPr>
        </p:nvSpPr>
        <p:spPr>
          <a:xfrm>
            <a:off x="838200" y="667447"/>
            <a:ext cx="10515600" cy="321919"/>
          </a:xfrm>
        </p:spPr>
        <p:txBody>
          <a:bodyPr anchor="b">
            <a:normAutofit/>
          </a:bodyPr>
          <a:lstStyle>
            <a:lvl1pPr marL="0" indent="0" algn="l">
              <a:buNone/>
              <a:defRPr sz="1200" b="0" i="1">
                <a:solidFill>
                  <a:schemeClr val="accent1"/>
                </a:solidFill>
              </a:defRPr>
            </a:lvl1pPr>
          </a:lstStyle>
          <a:p>
            <a:pPr lvl="0"/>
            <a:r>
              <a:rPr lang="en-US" dirty="0"/>
              <a:t>Subtitle</a:t>
            </a:r>
          </a:p>
        </p:txBody>
      </p:sp>
    </p:spTree>
    <p:extLst>
      <p:ext uri="{BB962C8B-B14F-4D97-AF65-F5344CB8AC3E}">
        <p14:creationId xmlns:p14="http://schemas.microsoft.com/office/powerpoint/2010/main" val="142413808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20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2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grpId="0" nodeType="withEffect">
                                  <p:stCondLst>
                                    <p:cond delay="20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p:stCondLst>
                                    <p:cond delay="20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par>
                                <p:cTn id="30" presetID="53" presetClass="entr" presetSubtype="16" fill="hold" grpId="0" nodeType="withEffect">
                                  <p:stCondLst>
                                    <p:cond delay="20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0" grpId="0" animBg="1"/>
      <p:bldP spid="12" grpId="0" animBg="1"/>
      <p:bldP spid="16" grpId="0" animBg="1"/>
    </p:bld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ctr">
              <a:buNone/>
              <a:defRPr sz="1200" b="1" i="1">
                <a:solidFill>
                  <a:schemeClr val="accent1"/>
                </a:solidFill>
              </a:defRPr>
            </a:lvl1pPr>
          </a:lstStyle>
          <a:p>
            <a:pPr lvl="0"/>
            <a:r>
              <a:rPr lang="en-US" dirty="0"/>
              <a:t>Subtitle</a:t>
            </a:r>
          </a:p>
        </p:txBody>
      </p:sp>
      <p:sp>
        <p:nvSpPr>
          <p:cNvPr id="5" name="Picture Placeholder 2"/>
          <p:cNvSpPr>
            <a:spLocks noGrp="1"/>
          </p:cNvSpPr>
          <p:nvPr>
            <p:ph type="pic" sz="quarter" idx="13"/>
          </p:nvPr>
        </p:nvSpPr>
        <p:spPr>
          <a:xfrm>
            <a:off x="7181386" y="2057466"/>
            <a:ext cx="3878694" cy="1895788"/>
          </a:xfrm>
          <a:prstGeom prst="roundRect">
            <a:avLst>
              <a:gd name="adj" fmla="val 6998"/>
            </a:avLst>
          </a:prstGeom>
          <a:noFill/>
        </p:spPr>
        <p:txBody>
          <a:bodyPr/>
          <a:lstStyle/>
          <a:p>
            <a:endParaRPr lang="en-US" dirty="0"/>
          </a:p>
        </p:txBody>
      </p:sp>
    </p:spTree>
    <p:extLst>
      <p:ext uri="{BB962C8B-B14F-4D97-AF65-F5344CB8AC3E}">
        <p14:creationId xmlns:p14="http://schemas.microsoft.com/office/powerpoint/2010/main" val="381733928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Picture Placeholder 2"/>
          <p:cNvSpPr>
            <a:spLocks noGrp="1"/>
          </p:cNvSpPr>
          <p:nvPr>
            <p:ph type="pic" sz="quarter" idx="12"/>
          </p:nvPr>
        </p:nvSpPr>
        <p:spPr>
          <a:xfrm>
            <a:off x="5265774" y="1279978"/>
            <a:ext cx="661753" cy="661753"/>
          </a:xfrm>
          <a:prstGeom prst="ellipse">
            <a:avLst/>
          </a:prstGeom>
        </p:spPr>
        <p:txBody>
          <a:bodyPr>
            <a:normAutofit/>
          </a:bodyPr>
          <a:lstStyle>
            <a:lvl1pPr marL="0" indent="0">
              <a:buNone/>
              <a:defRPr sz="1200"/>
            </a:lvl1pPr>
          </a:lstStyle>
          <a:p>
            <a:endParaRPr lang="en-US" dirty="0"/>
          </a:p>
        </p:txBody>
      </p:sp>
      <p:sp>
        <p:nvSpPr>
          <p:cNvPr id="5" name="Picture Placeholder 2"/>
          <p:cNvSpPr>
            <a:spLocks noGrp="1"/>
          </p:cNvSpPr>
          <p:nvPr>
            <p:ph type="pic" sz="quarter" idx="13"/>
          </p:nvPr>
        </p:nvSpPr>
        <p:spPr>
          <a:xfrm>
            <a:off x="5265774" y="2154037"/>
            <a:ext cx="661753" cy="661753"/>
          </a:xfrm>
          <a:prstGeom prst="ellipse">
            <a:avLst/>
          </a:prstGeom>
        </p:spPr>
        <p:txBody>
          <a:bodyPr>
            <a:normAutofit/>
          </a:bodyPr>
          <a:lstStyle>
            <a:lvl1pPr marL="0" indent="0">
              <a:buNone/>
              <a:defRPr sz="1200"/>
            </a:lvl1pPr>
          </a:lstStyle>
          <a:p>
            <a:endParaRPr lang="en-US" dirty="0"/>
          </a:p>
        </p:txBody>
      </p:sp>
      <p:sp>
        <p:nvSpPr>
          <p:cNvPr id="6" name="Picture Placeholder 2"/>
          <p:cNvSpPr>
            <a:spLocks noGrp="1"/>
          </p:cNvSpPr>
          <p:nvPr>
            <p:ph type="pic" sz="quarter" idx="14"/>
          </p:nvPr>
        </p:nvSpPr>
        <p:spPr>
          <a:xfrm>
            <a:off x="5265774" y="3028096"/>
            <a:ext cx="661753" cy="661753"/>
          </a:xfrm>
          <a:prstGeom prst="ellipse">
            <a:avLst/>
          </a:prstGeom>
        </p:spPr>
        <p:txBody>
          <a:bodyPr>
            <a:normAutofit/>
          </a:bodyPr>
          <a:lstStyle>
            <a:lvl1pPr marL="0" indent="0">
              <a:buNone/>
              <a:defRPr sz="1200"/>
            </a:lvl1pPr>
          </a:lstStyle>
          <a:p>
            <a:endParaRPr lang="en-US" dirty="0"/>
          </a:p>
        </p:txBody>
      </p:sp>
      <p:sp>
        <p:nvSpPr>
          <p:cNvPr id="7" name="Picture Placeholder 2"/>
          <p:cNvSpPr>
            <a:spLocks noGrp="1"/>
          </p:cNvSpPr>
          <p:nvPr>
            <p:ph type="pic" sz="quarter" idx="15"/>
          </p:nvPr>
        </p:nvSpPr>
        <p:spPr>
          <a:xfrm>
            <a:off x="5265774" y="3902155"/>
            <a:ext cx="661753" cy="661753"/>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291709817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14:presetBounceEnd="40000">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14:bounceEnd="40000">
                                          <p:cBhvr additive="base">
                                            <p:cTn id="7" dur="500" fill="hold"/>
                                            <p:tgtEl>
                                              <p:spTgt spid="4"/>
                                            </p:tgtEl>
                                            <p:attrNameLst>
                                              <p:attrName>ppt_x</p:attrName>
                                            </p:attrNameLst>
                                          </p:cBhvr>
                                          <p:tavLst>
                                            <p:tav tm="0">
                                              <p:val>
                                                <p:strVal val="1+#ppt_w/2"/>
                                              </p:val>
                                            </p:tav>
                                            <p:tav tm="100000">
                                              <p:val>
                                                <p:strVal val="#ppt_x"/>
                                              </p:val>
                                            </p:tav>
                                          </p:tavLst>
                                        </p:anim>
                                        <p:anim calcmode="lin" valueType="num" p14:bounceEnd="40000">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nodePh="1" p14:presetBounceEnd="40000">
                                      <p:stCondLst>
                                        <p:cond delay="0"/>
                                      </p:stCondLst>
                                      <p:endCondLst>
                                        <p:cond evt="begin" delay="0">
                                          <p:tn val="9"/>
                                        </p:cond>
                                      </p:endCondLst>
                                      <p:childTnLst>
                                        <p:set>
                                          <p:cBhvr>
                                            <p:cTn id="10" dur="1" fill="hold">
                                              <p:stCondLst>
                                                <p:cond delay="0"/>
                                              </p:stCondLst>
                                            </p:cTn>
                                            <p:tgtEl>
                                              <p:spTgt spid="5"/>
                                            </p:tgtEl>
                                            <p:attrNameLst>
                                              <p:attrName>style.visibility</p:attrName>
                                            </p:attrNameLst>
                                          </p:cBhvr>
                                          <p:to>
                                            <p:strVal val="visible"/>
                                          </p:to>
                                        </p:set>
                                        <p:anim calcmode="lin" valueType="num" p14:bounceEnd="40000">
                                          <p:cBhvr additive="base">
                                            <p:cTn id="11" dur="500" fill="hold"/>
                                            <p:tgtEl>
                                              <p:spTgt spid="5"/>
                                            </p:tgtEl>
                                            <p:attrNameLst>
                                              <p:attrName>ppt_x</p:attrName>
                                            </p:attrNameLst>
                                          </p:cBhvr>
                                          <p:tavLst>
                                            <p:tav tm="0">
                                              <p:val>
                                                <p:strVal val="1+#ppt_w/2"/>
                                              </p:val>
                                            </p:tav>
                                            <p:tav tm="100000">
                                              <p:val>
                                                <p:strVal val="#ppt_x"/>
                                              </p:val>
                                            </p:tav>
                                          </p:tavLst>
                                        </p:anim>
                                        <p:anim calcmode="lin" valueType="num" p14:bounceEnd="40000">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nodePh="1" p14:presetBounceEnd="40000">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14:bounceEnd="40000">
                                          <p:cBhvr additive="base">
                                            <p:cTn id="15" dur="500" fill="hold"/>
                                            <p:tgtEl>
                                              <p:spTgt spid="6"/>
                                            </p:tgtEl>
                                            <p:attrNameLst>
                                              <p:attrName>ppt_x</p:attrName>
                                            </p:attrNameLst>
                                          </p:cBhvr>
                                          <p:tavLst>
                                            <p:tav tm="0">
                                              <p:val>
                                                <p:strVal val="1+#ppt_w/2"/>
                                              </p:val>
                                            </p:tav>
                                            <p:tav tm="100000">
                                              <p:val>
                                                <p:strVal val="#ppt_x"/>
                                              </p:val>
                                            </p:tav>
                                          </p:tavLst>
                                        </p:anim>
                                        <p:anim calcmode="lin" valueType="num" p14:bounceEnd="40000">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nodePh="1" p14:presetBounceEnd="40000">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14:bounceEnd="40000">
                                          <p:cBhvr additive="base">
                                            <p:cTn id="19" dur="500" fill="hold"/>
                                            <p:tgtEl>
                                              <p:spTgt spid="7"/>
                                            </p:tgtEl>
                                            <p:attrNameLst>
                                              <p:attrName>ppt_x</p:attrName>
                                            </p:attrNameLst>
                                          </p:cBhvr>
                                          <p:tavLst>
                                            <p:tav tm="0">
                                              <p:val>
                                                <p:strVal val="1+#ppt_w/2"/>
                                              </p:val>
                                            </p:tav>
                                            <p:tav tm="100000">
                                              <p:val>
                                                <p:strVal val="#ppt_x"/>
                                              </p:val>
                                            </p:tav>
                                          </p:tavLst>
                                        </p:anim>
                                        <p:anim calcmode="lin" valueType="num" p14:bounceEnd="40000">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nodePh="1">
                                      <p:stCondLst>
                                        <p:cond delay="0"/>
                                      </p:stCondLst>
                                      <p:endCondLst>
                                        <p:cond evt="begin" delay="0">
                                          <p:tn val="9"/>
                                        </p:cond>
                                      </p:end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nodePh="1">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1+#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ctr">
              <a:buNone/>
              <a:defRPr sz="1200" b="1" i="1">
                <a:solidFill>
                  <a:schemeClr val="accent1"/>
                </a:solidFill>
              </a:defRPr>
            </a:lvl1pPr>
          </a:lstStyle>
          <a:p>
            <a:pPr lvl="0"/>
            <a:r>
              <a:rPr lang="en-US" dirty="0"/>
              <a:t>Subtitle</a:t>
            </a:r>
          </a:p>
        </p:txBody>
      </p:sp>
      <p:sp>
        <p:nvSpPr>
          <p:cNvPr id="5" name="Picture Placeholder 2"/>
          <p:cNvSpPr>
            <a:spLocks noGrp="1"/>
          </p:cNvSpPr>
          <p:nvPr>
            <p:ph type="pic" sz="quarter" idx="13"/>
          </p:nvPr>
        </p:nvSpPr>
        <p:spPr>
          <a:xfrm>
            <a:off x="1023974" y="1735547"/>
            <a:ext cx="661753" cy="661753"/>
          </a:xfrm>
          <a:prstGeom prst="ellipse">
            <a:avLst/>
          </a:prstGeom>
        </p:spPr>
        <p:txBody>
          <a:bodyPr>
            <a:normAutofit/>
          </a:bodyPr>
          <a:lstStyle>
            <a:lvl1pPr marL="0" indent="0">
              <a:buNone/>
              <a:defRPr sz="1200"/>
            </a:lvl1pPr>
          </a:lstStyle>
          <a:p>
            <a:endParaRPr lang="en-US" dirty="0"/>
          </a:p>
        </p:txBody>
      </p:sp>
      <p:sp>
        <p:nvSpPr>
          <p:cNvPr id="6" name="Picture Placeholder 2"/>
          <p:cNvSpPr>
            <a:spLocks noGrp="1"/>
          </p:cNvSpPr>
          <p:nvPr>
            <p:ph type="pic" sz="quarter" idx="14"/>
          </p:nvPr>
        </p:nvSpPr>
        <p:spPr>
          <a:xfrm>
            <a:off x="1815607" y="1735547"/>
            <a:ext cx="661753" cy="661753"/>
          </a:xfrm>
          <a:prstGeom prst="ellipse">
            <a:avLst/>
          </a:prstGeom>
        </p:spPr>
        <p:txBody>
          <a:bodyPr>
            <a:normAutofit/>
          </a:bodyPr>
          <a:lstStyle>
            <a:lvl1pPr marL="0" indent="0">
              <a:buNone/>
              <a:defRPr sz="1200"/>
            </a:lvl1pPr>
          </a:lstStyle>
          <a:p>
            <a:endParaRPr lang="en-US" dirty="0"/>
          </a:p>
        </p:txBody>
      </p:sp>
      <p:sp>
        <p:nvSpPr>
          <p:cNvPr id="7" name="Picture Placeholder 2"/>
          <p:cNvSpPr>
            <a:spLocks noGrp="1"/>
          </p:cNvSpPr>
          <p:nvPr>
            <p:ph type="pic" sz="quarter" idx="15"/>
          </p:nvPr>
        </p:nvSpPr>
        <p:spPr>
          <a:xfrm>
            <a:off x="2607240" y="1735547"/>
            <a:ext cx="661753" cy="661753"/>
          </a:xfrm>
          <a:prstGeom prst="ellipse">
            <a:avLst/>
          </a:prstGeom>
        </p:spPr>
        <p:txBody>
          <a:bodyPr>
            <a:normAutofit/>
          </a:bodyPr>
          <a:lstStyle>
            <a:lvl1pPr marL="0" indent="0">
              <a:buNone/>
              <a:defRPr sz="1200"/>
            </a:lvl1pPr>
          </a:lstStyle>
          <a:p>
            <a:endParaRPr lang="en-US" dirty="0"/>
          </a:p>
        </p:txBody>
      </p:sp>
      <p:sp>
        <p:nvSpPr>
          <p:cNvPr id="8" name="Picture Placeholder 2"/>
          <p:cNvSpPr>
            <a:spLocks noGrp="1"/>
          </p:cNvSpPr>
          <p:nvPr>
            <p:ph type="pic" sz="quarter" idx="16"/>
          </p:nvPr>
        </p:nvSpPr>
        <p:spPr>
          <a:xfrm>
            <a:off x="3398873" y="1735547"/>
            <a:ext cx="661753" cy="661753"/>
          </a:xfrm>
          <a:prstGeom prst="ellipse">
            <a:avLst/>
          </a:prstGeom>
        </p:spPr>
        <p:txBody>
          <a:bodyPr>
            <a:normAutofit/>
          </a:bodyPr>
          <a:lstStyle>
            <a:lvl1pPr marL="0" indent="0">
              <a:buNone/>
              <a:defRPr sz="1200"/>
            </a:lvl1pPr>
          </a:lstStyle>
          <a:p>
            <a:endParaRPr lang="en-US" dirty="0"/>
          </a:p>
        </p:txBody>
      </p:sp>
      <p:sp>
        <p:nvSpPr>
          <p:cNvPr id="10" name="Picture Placeholder 2"/>
          <p:cNvSpPr>
            <a:spLocks noGrp="1"/>
          </p:cNvSpPr>
          <p:nvPr>
            <p:ph type="pic" sz="quarter" idx="17"/>
          </p:nvPr>
        </p:nvSpPr>
        <p:spPr>
          <a:xfrm>
            <a:off x="4190506" y="1735547"/>
            <a:ext cx="661753" cy="661753"/>
          </a:xfrm>
          <a:prstGeom prst="ellipse">
            <a:avLst/>
          </a:prstGeom>
        </p:spPr>
        <p:txBody>
          <a:bodyPr>
            <a:normAutofit/>
          </a:bodyPr>
          <a:lstStyle>
            <a:lvl1pPr marL="0" indent="0">
              <a:buNone/>
              <a:defRPr sz="1200"/>
            </a:lvl1pPr>
          </a:lstStyle>
          <a:p>
            <a:endParaRPr lang="en-US" dirty="0"/>
          </a:p>
        </p:txBody>
      </p:sp>
      <p:sp>
        <p:nvSpPr>
          <p:cNvPr id="11" name="Picture Placeholder 2"/>
          <p:cNvSpPr>
            <a:spLocks noGrp="1"/>
          </p:cNvSpPr>
          <p:nvPr>
            <p:ph type="pic" sz="quarter" idx="18"/>
          </p:nvPr>
        </p:nvSpPr>
        <p:spPr>
          <a:xfrm>
            <a:off x="4982139" y="1735547"/>
            <a:ext cx="661753" cy="661753"/>
          </a:xfrm>
          <a:prstGeom prst="ellipse">
            <a:avLst/>
          </a:prstGeom>
        </p:spPr>
        <p:txBody>
          <a:bodyPr>
            <a:normAutofit/>
          </a:bodyPr>
          <a:lstStyle>
            <a:lvl1pPr marL="0" indent="0">
              <a:buNone/>
              <a:defRPr sz="1200"/>
            </a:lvl1pPr>
          </a:lstStyle>
          <a:p>
            <a:endParaRPr lang="en-US" dirty="0"/>
          </a:p>
        </p:txBody>
      </p:sp>
      <p:sp>
        <p:nvSpPr>
          <p:cNvPr id="12" name="Picture Placeholder 2"/>
          <p:cNvSpPr>
            <a:spLocks noGrp="1"/>
          </p:cNvSpPr>
          <p:nvPr>
            <p:ph type="pic" sz="quarter" idx="19"/>
          </p:nvPr>
        </p:nvSpPr>
        <p:spPr>
          <a:xfrm>
            <a:off x="5773772" y="1735547"/>
            <a:ext cx="661753" cy="661753"/>
          </a:xfrm>
          <a:prstGeom prst="ellipse">
            <a:avLst/>
          </a:prstGeom>
        </p:spPr>
        <p:txBody>
          <a:bodyPr>
            <a:normAutofit/>
          </a:bodyPr>
          <a:lstStyle>
            <a:lvl1pPr marL="0" indent="0">
              <a:buNone/>
              <a:defRPr sz="1200"/>
            </a:lvl1pPr>
          </a:lstStyle>
          <a:p>
            <a:endParaRPr lang="en-US" dirty="0"/>
          </a:p>
        </p:txBody>
      </p:sp>
      <p:sp>
        <p:nvSpPr>
          <p:cNvPr id="13" name="Picture Placeholder 2"/>
          <p:cNvSpPr>
            <a:spLocks noGrp="1"/>
          </p:cNvSpPr>
          <p:nvPr>
            <p:ph type="pic" sz="quarter" idx="20"/>
          </p:nvPr>
        </p:nvSpPr>
        <p:spPr>
          <a:xfrm>
            <a:off x="6565405" y="1735547"/>
            <a:ext cx="661753" cy="661753"/>
          </a:xfrm>
          <a:prstGeom prst="ellipse">
            <a:avLst/>
          </a:prstGeom>
        </p:spPr>
        <p:txBody>
          <a:bodyPr>
            <a:normAutofit/>
          </a:bodyPr>
          <a:lstStyle>
            <a:lvl1pPr marL="0" indent="0">
              <a:buNone/>
              <a:defRPr sz="1200"/>
            </a:lvl1pPr>
          </a:lstStyle>
          <a:p>
            <a:endParaRPr lang="en-US" dirty="0"/>
          </a:p>
        </p:txBody>
      </p:sp>
      <p:sp>
        <p:nvSpPr>
          <p:cNvPr id="14" name="Picture Placeholder 2"/>
          <p:cNvSpPr>
            <a:spLocks noGrp="1"/>
          </p:cNvSpPr>
          <p:nvPr>
            <p:ph type="pic" sz="quarter" idx="21"/>
          </p:nvPr>
        </p:nvSpPr>
        <p:spPr>
          <a:xfrm>
            <a:off x="7357038" y="1735547"/>
            <a:ext cx="661753" cy="661753"/>
          </a:xfrm>
          <a:prstGeom prst="ellipse">
            <a:avLst/>
          </a:prstGeom>
        </p:spPr>
        <p:txBody>
          <a:bodyPr>
            <a:normAutofit/>
          </a:bodyPr>
          <a:lstStyle>
            <a:lvl1pPr marL="0" indent="0">
              <a:buNone/>
              <a:defRPr sz="1200"/>
            </a:lvl1pPr>
          </a:lstStyle>
          <a:p>
            <a:endParaRPr lang="en-US" dirty="0"/>
          </a:p>
        </p:txBody>
      </p:sp>
      <p:sp>
        <p:nvSpPr>
          <p:cNvPr id="15" name="Picture Placeholder 2"/>
          <p:cNvSpPr>
            <a:spLocks noGrp="1"/>
          </p:cNvSpPr>
          <p:nvPr>
            <p:ph type="pic" sz="quarter" idx="22"/>
          </p:nvPr>
        </p:nvSpPr>
        <p:spPr>
          <a:xfrm>
            <a:off x="8148671" y="1735547"/>
            <a:ext cx="661753" cy="661753"/>
          </a:xfrm>
          <a:prstGeom prst="ellipse">
            <a:avLst/>
          </a:prstGeom>
        </p:spPr>
        <p:txBody>
          <a:bodyPr>
            <a:normAutofit/>
          </a:bodyPr>
          <a:lstStyle>
            <a:lvl1pPr marL="0" indent="0">
              <a:buNone/>
              <a:defRPr sz="1200"/>
            </a:lvl1pPr>
          </a:lstStyle>
          <a:p>
            <a:endParaRPr lang="en-US" dirty="0"/>
          </a:p>
        </p:txBody>
      </p:sp>
      <p:sp>
        <p:nvSpPr>
          <p:cNvPr id="16" name="Picture Placeholder 2"/>
          <p:cNvSpPr>
            <a:spLocks noGrp="1"/>
          </p:cNvSpPr>
          <p:nvPr>
            <p:ph type="pic" sz="quarter" idx="23"/>
          </p:nvPr>
        </p:nvSpPr>
        <p:spPr>
          <a:xfrm>
            <a:off x="8940304" y="1735547"/>
            <a:ext cx="661753" cy="661753"/>
          </a:xfrm>
          <a:prstGeom prst="ellipse">
            <a:avLst/>
          </a:prstGeom>
        </p:spPr>
        <p:txBody>
          <a:bodyPr>
            <a:normAutofit/>
          </a:bodyPr>
          <a:lstStyle>
            <a:lvl1pPr marL="0" indent="0">
              <a:buNone/>
              <a:defRPr sz="1200"/>
            </a:lvl1pPr>
          </a:lstStyle>
          <a:p>
            <a:endParaRPr lang="en-US" dirty="0"/>
          </a:p>
        </p:txBody>
      </p:sp>
      <p:sp>
        <p:nvSpPr>
          <p:cNvPr id="17" name="Picture Placeholder 2"/>
          <p:cNvSpPr>
            <a:spLocks noGrp="1"/>
          </p:cNvSpPr>
          <p:nvPr>
            <p:ph type="pic" sz="quarter" idx="24"/>
          </p:nvPr>
        </p:nvSpPr>
        <p:spPr>
          <a:xfrm>
            <a:off x="9731937" y="1735547"/>
            <a:ext cx="661753" cy="661753"/>
          </a:xfrm>
          <a:prstGeom prst="ellipse">
            <a:avLst/>
          </a:prstGeom>
        </p:spPr>
        <p:txBody>
          <a:bodyPr>
            <a:normAutofit/>
          </a:bodyPr>
          <a:lstStyle>
            <a:lvl1pPr marL="0" indent="0">
              <a:buNone/>
              <a:defRPr sz="1200"/>
            </a:lvl1pPr>
          </a:lstStyle>
          <a:p>
            <a:endParaRPr lang="en-US" dirty="0"/>
          </a:p>
        </p:txBody>
      </p:sp>
      <p:sp>
        <p:nvSpPr>
          <p:cNvPr id="18" name="Picture Placeholder 2"/>
          <p:cNvSpPr>
            <a:spLocks noGrp="1"/>
          </p:cNvSpPr>
          <p:nvPr>
            <p:ph type="pic" sz="quarter" idx="25"/>
          </p:nvPr>
        </p:nvSpPr>
        <p:spPr>
          <a:xfrm>
            <a:off x="10523574" y="1735547"/>
            <a:ext cx="661753" cy="661753"/>
          </a:xfrm>
          <a:prstGeom prst="ellipse">
            <a:avLst/>
          </a:prstGeom>
        </p:spPr>
        <p:txBody>
          <a:bodyPr>
            <a:normAutofit/>
          </a:bodyPr>
          <a:lstStyle>
            <a:lvl1pPr marL="0" indent="0">
              <a:buNone/>
              <a:defRPr sz="1200"/>
            </a:lvl1pPr>
          </a:lstStyle>
          <a:p>
            <a:endParaRPr lang="en-US" dirty="0"/>
          </a:p>
        </p:txBody>
      </p:sp>
      <p:sp>
        <p:nvSpPr>
          <p:cNvPr id="19" name="Picture Placeholder 2"/>
          <p:cNvSpPr>
            <a:spLocks noGrp="1"/>
          </p:cNvSpPr>
          <p:nvPr>
            <p:ph type="pic" sz="quarter" idx="26"/>
          </p:nvPr>
        </p:nvSpPr>
        <p:spPr>
          <a:xfrm>
            <a:off x="1023974" y="2548347"/>
            <a:ext cx="661753" cy="661753"/>
          </a:xfrm>
          <a:prstGeom prst="ellipse">
            <a:avLst/>
          </a:prstGeom>
        </p:spPr>
        <p:txBody>
          <a:bodyPr>
            <a:normAutofit/>
          </a:bodyPr>
          <a:lstStyle>
            <a:lvl1pPr marL="0" indent="0">
              <a:buNone/>
              <a:defRPr sz="1200"/>
            </a:lvl1pPr>
          </a:lstStyle>
          <a:p>
            <a:endParaRPr lang="en-US" dirty="0"/>
          </a:p>
        </p:txBody>
      </p:sp>
      <p:sp>
        <p:nvSpPr>
          <p:cNvPr id="20" name="Picture Placeholder 2"/>
          <p:cNvSpPr>
            <a:spLocks noGrp="1"/>
          </p:cNvSpPr>
          <p:nvPr>
            <p:ph type="pic" sz="quarter" idx="27"/>
          </p:nvPr>
        </p:nvSpPr>
        <p:spPr>
          <a:xfrm>
            <a:off x="1815607" y="2548347"/>
            <a:ext cx="661753" cy="661753"/>
          </a:xfrm>
          <a:prstGeom prst="ellipse">
            <a:avLst/>
          </a:prstGeom>
        </p:spPr>
        <p:txBody>
          <a:bodyPr>
            <a:normAutofit/>
          </a:bodyPr>
          <a:lstStyle>
            <a:lvl1pPr marL="0" indent="0">
              <a:buNone/>
              <a:defRPr sz="1200"/>
            </a:lvl1pPr>
          </a:lstStyle>
          <a:p>
            <a:endParaRPr lang="en-US" dirty="0"/>
          </a:p>
        </p:txBody>
      </p:sp>
      <p:sp>
        <p:nvSpPr>
          <p:cNvPr id="21" name="Picture Placeholder 2"/>
          <p:cNvSpPr>
            <a:spLocks noGrp="1"/>
          </p:cNvSpPr>
          <p:nvPr>
            <p:ph type="pic" sz="quarter" idx="28"/>
          </p:nvPr>
        </p:nvSpPr>
        <p:spPr>
          <a:xfrm>
            <a:off x="2607240" y="2548347"/>
            <a:ext cx="661753" cy="661753"/>
          </a:xfrm>
          <a:prstGeom prst="ellipse">
            <a:avLst/>
          </a:prstGeom>
        </p:spPr>
        <p:txBody>
          <a:bodyPr>
            <a:normAutofit/>
          </a:bodyPr>
          <a:lstStyle>
            <a:lvl1pPr marL="0" indent="0">
              <a:buNone/>
              <a:defRPr sz="1200"/>
            </a:lvl1pPr>
          </a:lstStyle>
          <a:p>
            <a:endParaRPr lang="en-US" dirty="0"/>
          </a:p>
        </p:txBody>
      </p:sp>
      <p:sp>
        <p:nvSpPr>
          <p:cNvPr id="22" name="Picture Placeholder 2"/>
          <p:cNvSpPr>
            <a:spLocks noGrp="1"/>
          </p:cNvSpPr>
          <p:nvPr>
            <p:ph type="pic" sz="quarter" idx="29"/>
          </p:nvPr>
        </p:nvSpPr>
        <p:spPr>
          <a:xfrm>
            <a:off x="3398873" y="2548347"/>
            <a:ext cx="661753" cy="661753"/>
          </a:xfrm>
          <a:prstGeom prst="ellipse">
            <a:avLst/>
          </a:prstGeom>
        </p:spPr>
        <p:txBody>
          <a:bodyPr>
            <a:normAutofit/>
          </a:bodyPr>
          <a:lstStyle>
            <a:lvl1pPr marL="0" indent="0">
              <a:buNone/>
              <a:defRPr sz="1200"/>
            </a:lvl1pPr>
          </a:lstStyle>
          <a:p>
            <a:endParaRPr lang="en-US" dirty="0"/>
          </a:p>
        </p:txBody>
      </p:sp>
      <p:sp>
        <p:nvSpPr>
          <p:cNvPr id="23" name="Picture Placeholder 2"/>
          <p:cNvSpPr>
            <a:spLocks noGrp="1"/>
          </p:cNvSpPr>
          <p:nvPr>
            <p:ph type="pic" sz="quarter" idx="30"/>
          </p:nvPr>
        </p:nvSpPr>
        <p:spPr>
          <a:xfrm>
            <a:off x="4190506" y="2548347"/>
            <a:ext cx="661753" cy="661753"/>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220998865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par>
                                <p:cTn id="50" presetID="53" presetClass="entr" presetSubtype="16" fill="hold" grpId="0" nodeType="withEffect" nodePh="1">
                                  <p:stCondLst>
                                    <p:cond delay="0"/>
                                  </p:stCondLst>
                                  <p:endCondLst>
                                    <p:cond evt="begin" delay="0">
                                      <p:tn val="50"/>
                                    </p:cond>
                                  </p:end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grpId="0" nodeType="withEffect" nodePh="1">
                                  <p:stCondLst>
                                    <p:cond delay="0"/>
                                  </p:stCondLst>
                                  <p:endCondLst>
                                    <p:cond evt="begin" delay="0">
                                      <p:tn val="55"/>
                                    </p:cond>
                                  </p:end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fltVal val="0"/>
                                          </p:val>
                                        </p:tav>
                                        <p:tav tm="100000">
                                          <p:val>
                                            <p:strVal val="#ppt_h"/>
                                          </p:val>
                                        </p:tav>
                                      </p:tavLst>
                                    </p:anim>
                                    <p:animEffect transition="in" filter="fade">
                                      <p:cBhvr>
                                        <p:cTn id="59" dur="500"/>
                                        <p:tgtEl>
                                          <p:spTgt spid="16"/>
                                        </p:tgtEl>
                                      </p:cBhvr>
                                    </p:animEffect>
                                  </p:childTnLst>
                                </p:cTn>
                              </p:par>
                              <p:par>
                                <p:cTn id="60" presetID="53" presetClass="entr" presetSubtype="16" fill="hold" grpId="0" nodeType="withEffect" nodePh="1">
                                  <p:stCondLst>
                                    <p:cond delay="0"/>
                                  </p:stCondLst>
                                  <p:endCondLst>
                                    <p:cond evt="begin" delay="0">
                                      <p:tn val="60"/>
                                    </p:cond>
                                  </p:endCondLst>
                                  <p:childTnLst>
                                    <p:set>
                                      <p:cBhvr>
                                        <p:cTn id="61" dur="1" fill="hold">
                                          <p:stCondLst>
                                            <p:cond delay="0"/>
                                          </p:stCondLst>
                                        </p:cTn>
                                        <p:tgtEl>
                                          <p:spTgt spid="17"/>
                                        </p:tgtEl>
                                        <p:attrNameLst>
                                          <p:attrName>style.visibility</p:attrName>
                                        </p:attrNameLst>
                                      </p:cBhvr>
                                      <p:to>
                                        <p:strVal val="visible"/>
                                      </p:to>
                                    </p:set>
                                    <p:anim calcmode="lin" valueType="num">
                                      <p:cBhvr>
                                        <p:cTn id="62" dur="500" fill="hold"/>
                                        <p:tgtEl>
                                          <p:spTgt spid="17"/>
                                        </p:tgtEl>
                                        <p:attrNameLst>
                                          <p:attrName>ppt_w</p:attrName>
                                        </p:attrNameLst>
                                      </p:cBhvr>
                                      <p:tavLst>
                                        <p:tav tm="0">
                                          <p:val>
                                            <p:fltVal val="0"/>
                                          </p:val>
                                        </p:tav>
                                        <p:tav tm="100000">
                                          <p:val>
                                            <p:strVal val="#ppt_w"/>
                                          </p:val>
                                        </p:tav>
                                      </p:tavLst>
                                    </p:anim>
                                    <p:anim calcmode="lin" valueType="num">
                                      <p:cBhvr>
                                        <p:cTn id="63" dur="500" fill="hold"/>
                                        <p:tgtEl>
                                          <p:spTgt spid="17"/>
                                        </p:tgtEl>
                                        <p:attrNameLst>
                                          <p:attrName>ppt_h</p:attrName>
                                        </p:attrNameLst>
                                      </p:cBhvr>
                                      <p:tavLst>
                                        <p:tav tm="0">
                                          <p:val>
                                            <p:fltVal val="0"/>
                                          </p:val>
                                        </p:tav>
                                        <p:tav tm="100000">
                                          <p:val>
                                            <p:strVal val="#ppt_h"/>
                                          </p:val>
                                        </p:tav>
                                      </p:tavLst>
                                    </p:anim>
                                    <p:animEffect transition="in" filter="fade">
                                      <p:cBhvr>
                                        <p:cTn id="64" dur="500"/>
                                        <p:tgtEl>
                                          <p:spTgt spid="17"/>
                                        </p:tgtEl>
                                      </p:cBhvr>
                                    </p:animEffect>
                                  </p:childTnLst>
                                </p:cTn>
                              </p:par>
                              <p:par>
                                <p:cTn id="65" presetID="53" presetClass="entr" presetSubtype="16" fill="hold" grpId="0" nodeType="withEffect" nodePh="1">
                                  <p:stCondLst>
                                    <p:cond delay="0"/>
                                  </p:stCondLst>
                                  <p:endCondLst>
                                    <p:cond evt="begin" delay="0">
                                      <p:tn val="65"/>
                                    </p:cond>
                                  </p:endCondLst>
                                  <p:childTnLst>
                                    <p:set>
                                      <p:cBhvr>
                                        <p:cTn id="66" dur="1" fill="hold">
                                          <p:stCondLst>
                                            <p:cond delay="0"/>
                                          </p:stCondLst>
                                        </p:cTn>
                                        <p:tgtEl>
                                          <p:spTgt spid="18"/>
                                        </p:tgtEl>
                                        <p:attrNameLst>
                                          <p:attrName>style.visibility</p:attrName>
                                        </p:attrNameLst>
                                      </p:cBhvr>
                                      <p:to>
                                        <p:strVal val="visible"/>
                                      </p:to>
                                    </p:set>
                                    <p:anim calcmode="lin" valueType="num">
                                      <p:cBhvr>
                                        <p:cTn id="67" dur="500" fill="hold"/>
                                        <p:tgtEl>
                                          <p:spTgt spid="18"/>
                                        </p:tgtEl>
                                        <p:attrNameLst>
                                          <p:attrName>ppt_w</p:attrName>
                                        </p:attrNameLst>
                                      </p:cBhvr>
                                      <p:tavLst>
                                        <p:tav tm="0">
                                          <p:val>
                                            <p:fltVal val="0"/>
                                          </p:val>
                                        </p:tav>
                                        <p:tav tm="100000">
                                          <p:val>
                                            <p:strVal val="#ppt_w"/>
                                          </p:val>
                                        </p:tav>
                                      </p:tavLst>
                                    </p:anim>
                                    <p:anim calcmode="lin" valueType="num">
                                      <p:cBhvr>
                                        <p:cTn id="68" dur="500" fill="hold"/>
                                        <p:tgtEl>
                                          <p:spTgt spid="18"/>
                                        </p:tgtEl>
                                        <p:attrNameLst>
                                          <p:attrName>ppt_h</p:attrName>
                                        </p:attrNameLst>
                                      </p:cBhvr>
                                      <p:tavLst>
                                        <p:tav tm="0">
                                          <p:val>
                                            <p:fltVal val="0"/>
                                          </p:val>
                                        </p:tav>
                                        <p:tav tm="100000">
                                          <p:val>
                                            <p:strVal val="#ppt_h"/>
                                          </p:val>
                                        </p:tav>
                                      </p:tavLst>
                                    </p:anim>
                                    <p:animEffect transition="in" filter="fade">
                                      <p:cBhvr>
                                        <p:cTn id="69" dur="500"/>
                                        <p:tgtEl>
                                          <p:spTgt spid="18"/>
                                        </p:tgtEl>
                                      </p:cBhvr>
                                    </p:animEffect>
                                  </p:childTnLst>
                                </p:cTn>
                              </p:par>
                              <p:par>
                                <p:cTn id="70" presetID="53" presetClass="entr" presetSubtype="16" fill="hold" grpId="0" nodeType="withEffect" nodePh="1">
                                  <p:stCondLst>
                                    <p:cond delay="0"/>
                                  </p:stCondLst>
                                  <p:endCondLst>
                                    <p:cond evt="begin" delay="0">
                                      <p:tn val="70"/>
                                    </p:cond>
                                  </p:endCondLst>
                                  <p:childTnLst>
                                    <p:set>
                                      <p:cBhvr>
                                        <p:cTn id="71" dur="1" fill="hold">
                                          <p:stCondLst>
                                            <p:cond delay="0"/>
                                          </p:stCondLst>
                                        </p:cTn>
                                        <p:tgtEl>
                                          <p:spTgt spid="19"/>
                                        </p:tgtEl>
                                        <p:attrNameLst>
                                          <p:attrName>style.visibility</p:attrName>
                                        </p:attrNameLst>
                                      </p:cBhvr>
                                      <p:to>
                                        <p:strVal val="visible"/>
                                      </p:to>
                                    </p:set>
                                    <p:anim calcmode="lin" valueType="num">
                                      <p:cBhvr>
                                        <p:cTn id="72" dur="500" fill="hold"/>
                                        <p:tgtEl>
                                          <p:spTgt spid="19"/>
                                        </p:tgtEl>
                                        <p:attrNameLst>
                                          <p:attrName>ppt_w</p:attrName>
                                        </p:attrNameLst>
                                      </p:cBhvr>
                                      <p:tavLst>
                                        <p:tav tm="0">
                                          <p:val>
                                            <p:fltVal val="0"/>
                                          </p:val>
                                        </p:tav>
                                        <p:tav tm="100000">
                                          <p:val>
                                            <p:strVal val="#ppt_w"/>
                                          </p:val>
                                        </p:tav>
                                      </p:tavLst>
                                    </p:anim>
                                    <p:anim calcmode="lin" valueType="num">
                                      <p:cBhvr>
                                        <p:cTn id="73" dur="500" fill="hold"/>
                                        <p:tgtEl>
                                          <p:spTgt spid="19"/>
                                        </p:tgtEl>
                                        <p:attrNameLst>
                                          <p:attrName>ppt_h</p:attrName>
                                        </p:attrNameLst>
                                      </p:cBhvr>
                                      <p:tavLst>
                                        <p:tav tm="0">
                                          <p:val>
                                            <p:fltVal val="0"/>
                                          </p:val>
                                        </p:tav>
                                        <p:tav tm="100000">
                                          <p:val>
                                            <p:strVal val="#ppt_h"/>
                                          </p:val>
                                        </p:tav>
                                      </p:tavLst>
                                    </p:anim>
                                    <p:animEffect transition="in" filter="fade">
                                      <p:cBhvr>
                                        <p:cTn id="74" dur="500"/>
                                        <p:tgtEl>
                                          <p:spTgt spid="19"/>
                                        </p:tgtEl>
                                      </p:cBhvr>
                                    </p:animEffect>
                                  </p:childTnLst>
                                </p:cTn>
                              </p:par>
                              <p:par>
                                <p:cTn id="75" presetID="53" presetClass="entr" presetSubtype="16" fill="hold" grpId="0" nodeType="withEffect" nodePh="1">
                                  <p:stCondLst>
                                    <p:cond delay="0"/>
                                  </p:stCondLst>
                                  <p:endCondLst>
                                    <p:cond evt="begin" delay="0">
                                      <p:tn val="75"/>
                                    </p:cond>
                                  </p:endCondLst>
                                  <p:childTnLst>
                                    <p:set>
                                      <p:cBhvr>
                                        <p:cTn id="76" dur="1" fill="hold">
                                          <p:stCondLst>
                                            <p:cond delay="0"/>
                                          </p:stCondLst>
                                        </p:cTn>
                                        <p:tgtEl>
                                          <p:spTgt spid="20"/>
                                        </p:tgtEl>
                                        <p:attrNameLst>
                                          <p:attrName>style.visibility</p:attrName>
                                        </p:attrNameLst>
                                      </p:cBhvr>
                                      <p:to>
                                        <p:strVal val="visible"/>
                                      </p:to>
                                    </p:set>
                                    <p:anim calcmode="lin" valueType="num">
                                      <p:cBhvr>
                                        <p:cTn id="77" dur="500" fill="hold"/>
                                        <p:tgtEl>
                                          <p:spTgt spid="20"/>
                                        </p:tgtEl>
                                        <p:attrNameLst>
                                          <p:attrName>ppt_w</p:attrName>
                                        </p:attrNameLst>
                                      </p:cBhvr>
                                      <p:tavLst>
                                        <p:tav tm="0">
                                          <p:val>
                                            <p:fltVal val="0"/>
                                          </p:val>
                                        </p:tav>
                                        <p:tav tm="100000">
                                          <p:val>
                                            <p:strVal val="#ppt_w"/>
                                          </p:val>
                                        </p:tav>
                                      </p:tavLst>
                                    </p:anim>
                                    <p:anim calcmode="lin" valueType="num">
                                      <p:cBhvr>
                                        <p:cTn id="78" dur="500" fill="hold"/>
                                        <p:tgtEl>
                                          <p:spTgt spid="20"/>
                                        </p:tgtEl>
                                        <p:attrNameLst>
                                          <p:attrName>ppt_h</p:attrName>
                                        </p:attrNameLst>
                                      </p:cBhvr>
                                      <p:tavLst>
                                        <p:tav tm="0">
                                          <p:val>
                                            <p:fltVal val="0"/>
                                          </p:val>
                                        </p:tav>
                                        <p:tav tm="100000">
                                          <p:val>
                                            <p:strVal val="#ppt_h"/>
                                          </p:val>
                                        </p:tav>
                                      </p:tavLst>
                                    </p:anim>
                                    <p:animEffect transition="in" filter="fade">
                                      <p:cBhvr>
                                        <p:cTn id="79" dur="500"/>
                                        <p:tgtEl>
                                          <p:spTgt spid="20"/>
                                        </p:tgtEl>
                                      </p:cBhvr>
                                    </p:animEffect>
                                  </p:childTnLst>
                                </p:cTn>
                              </p:par>
                              <p:par>
                                <p:cTn id="80" presetID="53" presetClass="entr" presetSubtype="16" fill="hold" grpId="0" nodeType="withEffect" nodePh="1">
                                  <p:stCondLst>
                                    <p:cond delay="0"/>
                                  </p:stCondLst>
                                  <p:endCondLst>
                                    <p:cond evt="begin" delay="0">
                                      <p:tn val="80"/>
                                    </p:cond>
                                  </p:endCondLst>
                                  <p:childTnLst>
                                    <p:set>
                                      <p:cBhvr>
                                        <p:cTn id="81" dur="1" fill="hold">
                                          <p:stCondLst>
                                            <p:cond delay="0"/>
                                          </p:stCondLst>
                                        </p:cTn>
                                        <p:tgtEl>
                                          <p:spTgt spid="21"/>
                                        </p:tgtEl>
                                        <p:attrNameLst>
                                          <p:attrName>style.visibility</p:attrName>
                                        </p:attrNameLst>
                                      </p:cBhvr>
                                      <p:to>
                                        <p:strVal val="visible"/>
                                      </p:to>
                                    </p:set>
                                    <p:anim calcmode="lin" valueType="num">
                                      <p:cBhvr>
                                        <p:cTn id="82" dur="500" fill="hold"/>
                                        <p:tgtEl>
                                          <p:spTgt spid="21"/>
                                        </p:tgtEl>
                                        <p:attrNameLst>
                                          <p:attrName>ppt_w</p:attrName>
                                        </p:attrNameLst>
                                      </p:cBhvr>
                                      <p:tavLst>
                                        <p:tav tm="0">
                                          <p:val>
                                            <p:fltVal val="0"/>
                                          </p:val>
                                        </p:tav>
                                        <p:tav tm="100000">
                                          <p:val>
                                            <p:strVal val="#ppt_w"/>
                                          </p:val>
                                        </p:tav>
                                      </p:tavLst>
                                    </p:anim>
                                    <p:anim calcmode="lin" valueType="num">
                                      <p:cBhvr>
                                        <p:cTn id="83" dur="500" fill="hold"/>
                                        <p:tgtEl>
                                          <p:spTgt spid="21"/>
                                        </p:tgtEl>
                                        <p:attrNameLst>
                                          <p:attrName>ppt_h</p:attrName>
                                        </p:attrNameLst>
                                      </p:cBhvr>
                                      <p:tavLst>
                                        <p:tav tm="0">
                                          <p:val>
                                            <p:fltVal val="0"/>
                                          </p:val>
                                        </p:tav>
                                        <p:tav tm="100000">
                                          <p:val>
                                            <p:strVal val="#ppt_h"/>
                                          </p:val>
                                        </p:tav>
                                      </p:tavLst>
                                    </p:anim>
                                    <p:animEffect transition="in" filter="fade">
                                      <p:cBhvr>
                                        <p:cTn id="84" dur="500"/>
                                        <p:tgtEl>
                                          <p:spTgt spid="21"/>
                                        </p:tgtEl>
                                      </p:cBhvr>
                                    </p:animEffect>
                                  </p:childTnLst>
                                </p:cTn>
                              </p:par>
                              <p:par>
                                <p:cTn id="85" presetID="53" presetClass="entr" presetSubtype="16" fill="hold" grpId="0" nodeType="withEffect" nodePh="1">
                                  <p:stCondLst>
                                    <p:cond delay="0"/>
                                  </p:stCondLst>
                                  <p:endCondLst>
                                    <p:cond evt="begin" delay="0">
                                      <p:tn val="85"/>
                                    </p:cond>
                                  </p:endCondLst>
                                  <p:childTnLst>
                                    <p:set>
                                      <p:cBhvr>
                                        <p:cTn id="86" dur="1" fill="hold">
                                          <p:stCondLst>
                                            <p:cond delay="0"/>
                                          </p:stCondLst>
                                        </p:cTn>
                                        <p:tgtEl>
                                          <p:spTgt spid="22"/>
                                        </p:tgtEl>
                                        <p:attrNameLst>
                                          <p:attrName>style.visibility</p:attrName>
                                        </p:attrNameLst>
                                      </p:cBhvr>
                                      <p:to>
                                        <p:strVal val="visible"/>
                                      </p:to>
                                    </p:set>
                                    <p:anim calcmode="lin" valueType="num">
                                      <p:cBhvr>
                                        <p:cTn id="87" dur="500" fill="hold"/>
                                        <p:tgtEl>
                                          <p:spTgt spid="22"/>
                                        </p:tgtEl>
                                        <p:attrNameLst>
                                          <p:attrName>ppt_w</p:attrName>
                                        </p:attrNameLst>
                                      </p:cBhvr>
                                      <p:tavLst>
                                        <p:tav tm="0">
                                          <p:val>
                                            <p:fltVal val="0"/>
                                          </p:val>
                                        </p:tav>
                                        <p:tav tm="100000">
                                          <p:val>
                                            <p:strVal val="#ppt_w"/>
                                          </p:val>
                                        </p:tav>
                                      </p:tavLst>
                                    </p:anim>
                                    <p:anim calcmode="lin" valueType="num">
                                      <p:cBhvr>
                                        <p:cTn id="88" dur="500" fill="hold"/>
                                        <p:tgtEl>
                                          <p:spTgt spid="22"/>
                                        </p:tgtEl>
                                        <p:attrNameLst>
                                          <p:attrName>ppt_h</p:attrName>
                                        </p:attrNameLst>
                                      </p:cBhvr>
                                      <p:tavLst>
                                        <p:tav tm="0">
                                          <p:val>
                                            <p:fltVal val="0"/>
                                          </p:val>
                                        </p:tav>
                                        <p:tav tm="100000">
                                          <p:val>
                                            <p:strVal val="#ppt_h"/>
                                          </p:val>
                                        </p:tav>
                                      </p:tavLst>
                                    </p:anim>
                                    <p:animEffect transition="in" filter="fade">
                                      <p:cBhvr>
                                        <p:cTn id="89" dur="500"/>
                                        <p:tgtEl>
                                          <p:spTgt spid="22"/>
                                        </p:tgtEl>
                                      </p:cBhvr>
                                    </p:animEffect>
                                  </p:childTnLst>
                                </p:cTn>
                              </p:par>
                              <p:par>
                                <p:cTn id="90" presetID="53" presetClass="entr" presetSubtype="16" fill="hold" grpId="0" nodeType="withEffect" nodePh="1">
                                  <p:stCondLst>
                                    <p:cond delay="0"/>
                                  </p:stCondLst>
                                  <p:endCondLst>
                                    <p:cond evt="begin" delay="0">
                                      <p:tn val="90"/>
                                    </p:cond>
                                  </p:endCondLst>
                                  <p:childTnLst>
                                    <p:set>
                                      <p:cBhvr>
                                        <p:cTn id="91" dur="1" fill="hold">
                                          <p:stCondLst>
                                            <p:cond delay="0"/>
                                          </p:stCondLst>
                                        </p:cTn>
                                        <p:tgtEl>
                                          <p:spTgt spid="23"/>
                                        </p:tgtEl>
                                        <p:attrNameLst>
                                          <p:attrName>style.visibility</p:attrName>
                                        </p:attrNameLst>
                                      </p:cBhvr>
                                      <p:to>
                                        <p:strVal val="visible"/>
                                      </p:to>
                                    </p:set>
                                    <p:anim calcmode="lin" valueType="num">
                                      <p:cBhvr>
                                        <p:cTn id="92" dur="500" fill="hold"/>
                                        <p:tgtEl>
                                          <p:spTgt spid="23"/>
                                        </p:tgtEl>
                                        <p:attrNameLst>
                                          <p:attrName>ppt_w</p:attrName>
                                        </p:attrNameLst>
                                      </p:cBhvr>
                                      <p:tavLst>
                                        <p:tav tm="0">
                                          <p:val>
                                            <p:fltVal val="0"/>
                                          </p:val>
                                        </p:tav>
                                        <p:tav tm="100000">
                                          <p:val>
                                            <p:strVal val="#ppt_w"/>
                                          </p:val>
                                        </p:tav>
                                      </p:tavLst>
                                    </p:anim>
                                    <p:anim calcmode="lin" valueType="num">
                                      <p:cBhvr>
                                        <p:cTn id="93" dur="500" fill="hold"/>
                                        <p:tgtEl>
                                          <p:spTgt spid="23"/>
                                        </p:tgtEl>
                                        <p:attrNameLst>
                                          <p:attrName>ppt_h</p:attrName>
                                        </p:attrNameLst>
                                      </p:cBhvr>
                                      <p:tavLst>
                                        <p:tav tm="0">
                                          <p:val>
                                            <p:fltVal val="0"/>
                                          </p:val>
                                        </p:tav>
                                        <p:tav tm="100000">
                                          <p:val>
                                            <p:strVal val="#ppt_h"/>
                                          </p:val>
                                        </p:tav>
                                      </p:tavLst>
                                    </p:anim>
                                    <p:animEffect transition="in" filter="fade">
                                      <p:cBhvr>
                                        <p:cTn id="9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1" i="1">
                <a:solidFill>
                  <a:schemeClr val="accent1"/>
                </a:solidFill>
              </a:defRPr>
            </a:lvl1pPr>
          </a:lstStyle>
          <a:p>
            <a:pPr lvl="0"/>
            <a:r>
              <a:rPr lang="en-US" dirty="0"/>
              <a:t>Subtitle</a:t>
            </a:r>
          </a:p>
        </p:txBody>
      </p:sp>
      <p:sp>
        <p:nvSpPr>
          <p:cNvPr id="5" name="Picture Placeholder 2"/>
          <p:cNvSpPr>
            <a:spLocks noGrp="1"/>
          </p:cNvSpPr>
          <p:nvPr>
            <p:ph type="pic" sz="quarter" idx="13"/>
          </p:nvPr>
        </p:nvSpPr>
        <p:spPr>
          <a:xfrm>
            <a:off x="1023974" y="1735547"/>
            <a:ext cx="661753" cy="661753"/>
          </a:xfrm>
          <a:prstGeom prst="ellipse">
            <a:avLst/>
          </a:prstGeom>
        </p:spPr>
        <p:txBody>
          <a:bodyPr>
            <a:normAutofit/>
          </a:bodyPr>
          <a:lstStyle>
            <a:lvl1pPr marL="0" indent="0">
              <a:buNone/>
              <a:defRPr sz="1200"/>
            </a:lvl1pPr>
          </a:lstStyle>
          <a:p>
            <a:endParaRPr lang="en-US" dirty="0"/>
          </a:p>
        </p:txBody>
      </p:sp>
      <p:sp>
        <p:nvSpPr>
          <p:cNvPr id="6" name="Picture Placeholder 2"/>
          <p:cNvSpPr>
            <a:spLocks noGrp="1"/>
          </p:cNvSpPr>
          <p:nvPr>
            <p:ph type="pic" sz="quarter" idx="14"/>
          </p:nvPr>
        </p:nvSpPr>
        <p:spPr>
          <a:xfrm>
            <a:off x="1815607" y="1735547"/>
            <a:ext cx="661753" cy="661753"/>
          </a:xfrm>
          <a:prstGeom prst="ellipse">
            <a:avLst/>
          </a:prstGeom>
        </p:spPr>
        <p:txBody>
          <a:bodyPr>
            <a:normAutofit/>
          </a:bodyPr>
          <a:lstStyle>
            <a:lvl1pPr marL="0" indent="0">
              <a:buNone/>
              <a:defRPr sz="1200"/>
            </a:lvl1pPr>
          </a:lstStyle>
          <a:p>
            <a:endParaRPr lang="en-US" dirty="0"/>
          </a:p>
        </p:txBody>
      </p:sp>
      <p:sp>
        <p:nvSpPr>
          <p:cNvPr id="7" name="Picture Placeholder 2"/>
          <p:cNvSpPr>
            <a:spLocks noGrp="1"/>
          </p:cNvSpPr>
          <p:nvPr>
            <p:ph type="pic" sz="quarter" idx="15"/>
          </p:nvPr>
        </p:nvSpPr>
        <p:spPr>
          <a:xfrm>
            <a:off x="2607240" y="1735547"/>
            <a:ext cx="661753" cy="661753"/>
          </a:xfrm>
          <a:prstGeom prst="ellipse">
            <a:avLst/>
          </a:prstGeom>
        </p:spPr>
        <p:txBody>
          <a:bodyPr>
            <a:normAutofit/>
          </a:bodyPr>
          <a:lstStyle>
            <a:lvl1pPr marL="0" indent="0">
              <a:buNone/>
              <a:defRPr sz="1200"/>
            </a:lvl1pPr>
          </a:lstStyle>
          <a:p>
            <a:endParaRPr lang="en-US" dirty="0"/>
          </a:p>
        </p:txBody>
      </p:sp>
      <p:sp>
        <p:nvSpPr>
          <p:cNvPr id="8" name="Picture Placeholder 2"/>
          <p:cNvSpPr>
            <a:spLocks noGrp="1"/>
          </p:cNvSpPr>
          <p:nvPr>
            <p:ph type="pic" sz="quarter" idx="16"/>
          </p:nvPr>
        </p:nvSpPr>
        <p:spPr>
          <a:xfrm>
            <a:off x="3398873" y="1735547"/>
            <a:ext cx="661753" cy="661753"/>
          </a:xfrm>
          <a:prstGeom prst="ellipse">
            <a:avLst/>
          </a:prstGeom>
        </p:spPr>
        <p:txBody>
          <a:bodyPr>
            <a:normAutofit/>
          </a:bodyPr>
          <a:lstStyle>
            <a:lvl1pPr marL="0" indent="0">
              <a:buNone/>
              <a:defRPr sz="1200"/>
            </a:lvl1pPr>
          </a:lstStyle>
          <a:p>
            <a:endParaRPr lang="en-US" dirty="0"/>
          </a:p>
        </p:txBody>
      </p:sp>
      <p:sp>
        <p:nvSpPr>
          <p:cNvPr id="10" name="Picture Placeholder 2"/>
          <p:cNvSpPr>
            <a:spLocks noGrp="1"/>
          </p:cNvSpPr>
          <p:nvPr>
            <p:ph type="pic" sz="quarter" idx="17"/>
          </p:nvPr>
        </p:nvSpPr>
        <p:spPr>
          <a:xfrm>
            <a:off x="4190506" y="1735547"/>
            <a:ext cx="661753" cy="661753"/>
          </a:xfrm>
          <a:prstGeom prst="ellipse">
            <a:avLst/>
          </a:prstGeom>
        </p:spPr>
        <p:txBody>
          <a:bodyPr>
            <a:normAutofit/>
          </a:bodyPr>
          <a:lstStyle>
            <a:lvl1pPr marL="0" indent="0">
              <a:buNone/>
              <a:defRPr sz="1200"/>
            </a:lvl1pPr>
          </a:lstStyle>
          <a:p>
            <a:endParaRPr lang="en-US" dirty="0"/>
          </a:p>
        </p:txBody>
      </p:sp>
      <p:sp>
        <p:nvSpPr>
          <p:cNvPr id="11" name="Picture Placeholder 2"/>
          <p:cNvSpPr>
            <a:spLocks noGrp="1"/>
          </p:cNvSpPr>
          <p:nvPr>
            <p:ph type="pic" sz="quarter" idx="18"/>
          </p:nvPr>
        </p:nvSpPr>
        <p:spPr>
          <a:xfrm>
            <a:off x="4982139" y="1735547"/>
            <a:ext cx="661753" cy="661753"/>
          </a:xfrm>
          <a:prstGeom prst="ellipse">
            <a:avLst/>
          </a:prstGeom>
        </p:spPr>
        <p:txBody>
          <a:bodyPr>
            <a:normAutofit/>
          </a:bodyPr>
          <a:lstStyle>
            <a:lvl1pPr marL="0" indent="0">
              <a:buNone/>
              <a:defRPr sz="1200"/>
            </a:lvl1pPr>
          </a:lstStyle>
          <a:p>
            <a:endParaRPr lang="en-US" dirty="0"/>
          </a:p>
        </p:txBody>
      </p:sp>
      <p:sp>
        <p:nvSpPr>
          <p:cNvPr id="12" name="Picture Placeholder 2"/>
          <p:cNvSpPr>
            <a:spLocks noGrp="1"/>
          </p:cNvSpPr>
          <p:nvPr>
            <p:ph type="pic" sz="quarter" idx="19"/>
          </p:nvPr>
        </p:nvSpPr>
        <p:spPr>
          <a:xfrm>
            <a:off x="5773772" y="1735547"/>
            <a:ext cx="661753" cy="661753"/>
          </a:xfrm>
          <a:prstGeom prst="ellipse">
            <a:avLst/>
          </a:prstGeom>
        </p:spPr>
        <p:txBody>
          <a:bodyPr>
            <a:normAutofit/>
          </a:bodyPr>
          <a:lstStyle>
            <a:lvl1pPr marL="0" indent="0">
              <a:buNone/>
              <a:defRPr sz="1200"/>
            </a:lvl1pPr>
          </a:lstStyle>
          <a:p>
            <a:endParaRPr lang="en-US" dirty="0"/>
          </a:p>
        </p:txBody>
      </p:sp>
      <p:sp>
        <p:nvSpPr>
          <p:cNvPr id="13" name="Picture Placeholder 2"/>
          <p:cNvSpPr>
            <a:spLocks noGrp="1"/>
          </p:cNvSpPr>
          <p:nvPr>
            <p:ph type="pic" sz="quarter" idx="20"/>
          </p:nvPr>
        </p:nvSpPr>
        <p:spPr>
          <a:xfrm>
            <a:off x="6565405" y="1735547"/>
            <a:ext cx="661753" cy="661753"/>
          </a:xfrm>
          <a:prstGeom prst="ellipse">
            <a:avLst/>
          </a:prstGeom>
        </p:spPr>
        <p:txBody>
          <a:bodyPr>
            <a:normAutofit/>
          </a:bodyPr>
          <a:lstStyle>
            <a:lvl1pPr marL="0" indent="0">
              <a:buNone/>
              <a:defRPr sz="1200"/>
            </a:lvl1pPr>
          </a:lstStyle>
          <a:p>
            <a:endParaRPr lang="en-US" dirty="0"/>
          </a:p>
        </p:txBody>
      </p:sp>
      <p:sp>
        <p:nvSpPr>
          <p:cNvPr id="14" name="Picture Placeholder 2"/>
          <p:cNvSpPr>
            <a:spLocks noGrp="1"/>
          </p:cNvSpPr>
          <p:nvPr>
            <p:ph type="pic" sz="quarter" idx="21"/>
          </p:nvPr>
        </p:nvSpPr>
        <p:spPr>
          <a:xfrm>
            <a:off x="7357038" y="1735547"/>
            <a:ext cx="661753" cy="661753"/>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42655296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0" i="1">
                <a:solidFill>
                  <a:schemeClr val="accent1"/>
                </a:solidFill>
              </a:defRPr>
            </a:lvl1pPr>
          </a:lstStyle>
          <a:p>
            <a:pPr lvl="0"/>
            <a:r>
              <a:rPr lang="en-US" dirty="0"/>
              <a:t>Subtitle</a:t>
            </a:r>
          </a:p>
        </p:txBody>
      </p:sp>
      <p:sp>
        <p:nvSpPr>
          <p:cNvPr id="5" name="Picture Placeholder 4"/>
          <p:cNvSpPr>
            <a:spLocks noGrp="1"/>
          </p:cNvSpPr>
          <p:nvPr>
            <p:ph type="pic" sz="quarter" idx="22"/>
          </p:nvPr>
        </p:nvSpPr>
        <p:spPr>
          <a:xfrm>
            <a:off x="1362036" y="4496075"/>
            <a:ext cx="721871" cy="720080"/>
          </a:xfrm>
          <a:prstGeom prst="ellipse">
            <a:avLst/>
          </a:prstGeom>
          <a:noFill/>
        </p:spPr>
        <p:txBody>
          <a:bodyPr>
            <a:normAutofit/>
          </a:bodyPr>
          <a:lstStyle>
            <a:lvl1pPr marL="0" indent="0">
              <a:buNone/>
              <a:defRPr sz="1000"/>
            </a:lvl1pPr>
          </a:lstStyle>
          <a:p>
            <a:endParaRPr lang="en-US" dirty="0"/>
          </a:p>
        </p:txBody>
      </p:sp>
      <p:sp>
        <p:nvSpPr>
          <p:cNvPr id="6" name="Picture Placeholder 4"/>
          <p:cNvSpPr>
            <a:spLocks noGrp="1"/>
          </p:cNvSpPr>
          <p:nvPr>
            <p:ph type="pic" sz="quarter" idx="23"/>
          </p:nvPr>
        </p:nvSpPr>
        <p:spPr>
          <a:xfrm>
            <a:off x="2298434" y="4496075"/>
            <a:ext cx="721871" cy="720080"/>
          </a:xfrm>
          <a:prstGeom prst="ellipse">
            <a:avLst/>
          </a:prstGeom>
          <a:noFill/>
        </p:spPr>
        <p:txBody>
          <a:bodyPr>
            <a:normAutofit/>
          </a:bodyPr>
          <a:lstStyle>
            <a:lvl1pPr marL="0" indent="0">
              <a:buNone/>
              <a:defRPr sz="1000"/>
            </a:lvl1pPr>
          </a:lstStyle>
          <a:p>
            <a:endParaRPr lang="en-US" dirty="0"/>
          </a:p>
        </p:txBody>
      </p:sp>
      <p:sp>
        <p:nvSpPr>
          <p:cNvPr id="7" name="Picture Placeholder 4"/>
          <p:cNvSpPr>
            <a:spLocks noGrp="1"/>
          </p:cNvSpPr>
          <p:nvPr>
            <p:ph type="pic" sz="quarter" idx="24"/>
          </p:nvPr>
        </p:nvSpPr>
        <p:spPr>
          <a:xfrm>
            <a:off x="3234831" y="4496075"/>
            <a:ext cx="721871" cy="720080"/>
          </a:xfrm>
          <a:prstGeom prst="ellipse">
            <a:avLst/>
          </a:prstGeom>
          <a:noFill/>
        </p:spPr>
        <p:txBody>
          <a:bodyPr>
            <a:normAutofit/>
          </a:bodyPr>
          <a:lstStyle>
            <a:lvl1pPr marL="0" indent="0">
              <a:buNone/>
              <a:defRPr sz="1000"/>
            </a:lvl1pPr>
          </a:lstStyle>
          <a:p>
            <a:endParaRPr lang="en-US" dirty="0"/>
          </a:p>
        </p:txBody>
      </p:sp>
      <p:sp>
        <p:nvSpPr>
          <p:cNvPr id="8" name="Picture Placeholder 4"/>
          <p:cNvSpPr>
            <a:spLocks noGrp="1"/>
          </p:cNvSpPr>
          <p:nvPr>
            <p:ph type="pic" sz="quarter" idx="25"/>
          </p:nvPr>
        </p:nvSpPr>
        <p:spPr>
          <a:xfrm>
            <a:off x="4171227" y="4496075"/>
            <a:ext cx="721871" cy="720080"/>
          </a:xfrm>
          <a:prstGeom prst="ellipse">
            <a:avLst/>
          </a:prstGeom>
          <a:noFill/>
        </p:spPr>
        <p:txBody>
          <a:bodyPr>
            <a:normAutofit/>
          </a:bodyPr>
          <a:lstStyle>
            <a:lvl1pPr marL="0" indent="0">
              <a:buNone/>
              <a:defRPr sz="1000"/>
            </a:lvl1pPr>
          </a:lstStyle>
          <a:p>
            <a:endParaRPr lang="en-US" dirty="0"/>
          </a:p>
        </p:txBody>
      </p:sp>
      <p:sp>
        <p:nvSpPr>
          <p:cNvPr id="10" name="Picture Placeholder 4"/>
          <p:cNvSpPr>
            <a:spLocks noGrp="1"/>
          </p:cNvSpPr>
          <p:nvPr>
            <p:ph type="pic" sz="quarter" idx="26"/>
          </p:nvPr>
        </p:nvSpPr>
        <p:spPr>
          <a:xfrm>
            <a:off x="5107624" y="4496075"/>
            <a:ext cx="721871" cy="720080"/>
          </a:xfrm>
          <a:prstGeom prst="ellipse">
            <a:avLst/>
          </a:prstGeom>
          <a:noFill/>
        </p:spPr>
        <p:txBody>
          <a:bodyPr>
            <a:normAutofit/>
          </a:bodyPr>
          <a:lstStyle>
            <a:lvl1pPr marL="0" indent="0">
              <a:buNone/>
              <a:defRPr sz="1000"/>
            </a:lvl1pPr>
          </a:lstStyle>
          <a:p>
            <a:endParaRPr lang="en-US" dirty="0"/>
          </a:p>
        </p:txBody>
      </p:sp>
      <p:sp>
        <p:nvSpPr>
          <p:cNvPr id="11" name="Picture Placeholder 4"/>
          <p:cNvSpPr>
            <a:spLocks noGrp="1"/>
          </p:cNvSpPr>
          <p:nvPr>
            <p:ph type="pic" sz="quarter" idx="27"/>
          </p:nvPr>
        </p:nvSpPr>
        <p:spPr>
          <a:xfrm>
            <a:off x="6044022" y="4496075"/>
            <a:ext cx="721871" cy="720080"/>
          </a:xfrm>
          <a:prstGeom prst="ellipse">
            <a:avLst/>
          </a:prstGeom>
          <a:noFill/>
        </p:spPr>
        <p:txBody>
          <a:bodyPr>
            <a:normAutofit/>
          </a:bodyPr>
          <a:lstStyle>
            <a:lvl1pPr marL="0" indent="0">
              <a:buNone/>
              <a:defRPr sz="1000"/>
            </a:lvl1pPr>
          </a:lstStyle>
          <a:p>
            <a:endParaRPr lang="en-US" dirty="0"/>
          </a:p>
        </p:txBody>
      </p:sp>
      <p:sp>
        <p:nvSpPr>
          <p:cNvPr id="12" name="Picture Placeholder 4"/>
          <p:cNvSpPr>
            <a:spLocks noGrp="1"/>
          </p:cNvSpPr>
          <p:nvPr>
            <p:ph type="pic" sz="quarter" idx="28"/>
          </p:nvPr>
        </p:nvSpPr>
        <p:spPr>
          <a:xfrm>
            <a:off x="6980419" y="4496075"/>
            <a:ext cx="721871" cy="720080"/>
          </a:xfrm>
          <a:prstGeom prst="ellipse">
            <a:avLst/>
          </a:prstGeom>
          <a:noFill/>
        </p:spPr>
        <p:txBody>
          <a:bodyPr>
            <a:normAutofit/>
          </a:bodyPr>
          <a:lstStyle>
            <a:lvl1pPr marL="0" indent="0">
              <a:buNone/>
              <a:defRPr sz="1000"/>
            </a:lvl1pPr>
          </a:lstStyle>
          <a:p>
            <a:endParaRPr lang="en-US" dirty="0"/>
          </a:p>
        </p:txBody>
      </p:sp>
      <p:sp>
        <p:nvSpPr>
          <p:cNvPr id="13" name="Picture Placeholder 4"/>
          <p:cNvSpPr>
            <a:spLocks noGrp="1"/>
          </p:cNvSpPr>
          <p:nvPr>
            <p:ph type="pic" sz="quarter" idx="29"/>
          </p:nvPr>
        </p:nvSpPr>
        <p:spPr>
          <a:xfrm>
            <a:off x="7916815" y="4496075"/>
            <a:ext cx="721871" cy="720080"/>
          </a:xfrm>
          <a:prstGeom prst="ellipse">
            <a:avLst/>
          </a:prstGeom>
          <a:noFill/>
        </p:spPr>
        <p:txBody>
          <a:bodyPr>
            <a:normAutofit/>
          </a:bodyPr>
          <a:lstStyle>
            <a:lvl1pPr marL="0" indent="0">
              <a:buNone/>
              <a:defRPr sz="1000"/>
            </a:lvl1pPr>
          </a:lstStyle>
          <a:p>
            <a:endParaRPr lang="en-US" dirty="0"/>
          </a:p>
        </p:txBody>
      </p:sp>
      <p:sp>
        <p:nvSpPr>
          <p:cNvPr id="14" name="Picture Placeholder 4"/>
          <p:cNvSpPr>
            <a:spLocks noGrp="1"/>
          </p:cNvSpPr>
          <p:nvPr>
            <p:ph type="pic" sz="quarter" idx="30"/>
          </p:nvPr>
        </p:nvSpPr>
        <p:spPr>
          <a:xfrm>
            <a:off x="8853212" y="4496075"/>
            <a:ext cx="721871" cy="720080"/>
          </a:xfrm>
          <a:prstGeom prst="ellipse">
            <a:avLst/>
          </a:prstGeom>
          <a:noFill/>
        </p:spPr>
        <p:txBody>
          <a:bodyPr>
            <a:normAutofit/>
          </a:bodyPr>
          <a:lstStyle>
            <a:lvl1pPr marL="0" indent="0">
              <a:buNone/>
              <a:defRPr sz="1000"/>
            </a:lvl1pPr>
          </a:lstStyle>
          <a:p>
            <a:endParaRPr lang="en-US" dirty="0"/>
          </a:p>
        </p:txBody>
      </p:sp>
      <p:sp>
        <p:nvSpPr>
          <p:cNvPr id="15" name="Picture Placeholder 4"/>
          <p:cNvSpPr>
            <a:spLocks noGrp="1"/>
          </p:cNvSpPr>
          <p:nvPr>
            <p:ph type="pic" sz="quarter" idx="31"/>
          </p:nvPr>
        </p:nvSpPr>
        <p:spPr>
          <a:xfrm>
            <a:off x="9789611" y="4496075"/>
            <a:ext cx="721871" cy="720080"/>
          </a:xfrm>
          <a:prstGeom prst="ellipse">
            <a:avLst/>
          </a:prstGeom>
          <a:noFill/>
        </p:spPr>
        <p:txBody>
          <a:bodyPr>
            <a:normAutofit/>
          </a:bodyPr>
          <a:lstStyle>
            <a:lvl1pPr marL="0" indent="0">
              <a:buNone/>
              <a:defRPr sz="1000"/>
            </a:lvl1pPr>
          </a:lstStyle>
          <a:p>
            <a:endParaRPr lang="en-US" dirty="0"/>
          </a:p>
        </p:txBody>
      </p:sp>
      <p:sp>
        <p:nvSpPr>
          <p:cNvPr id="16" name="Picture Placeholder 4"/>
          <p:cNvSpPr>
            <a:spLocks noGrp="1"/>
          </p:cNvSpPr>
          <p:nvPr>
            <p:ph type="pic" sz="quarter" idx="32"/>
          </p:nvPr>
        </p:nvSpPr>
        <p:spPr>
          <a:xfrm>
            <a:off x="1362036" y="5289289"/>
            <a:ext cx="721871" cy="720080"/>
          </a:xfrm>
          <a:prstGeom prst="ellipse">
            <a:avLst/>
          </a:prstGeom>
          <a:noFill/>
        </p:spPr>
        <p:txBody>
          <a:bodyPr>
            <a:normAutofit/>
          </a:bodyPr>
          <a:lstStyle>
            <a:lvl1pPr marL="0" indent="0">
              <a:buNone/>
              <a:defRPr sz="1000"/>
            </a:lvl1pPr>
          </a:lstStyle>
          <a:p>
            <a:endParaRPr lang="en-US" dirty="0"/>
          </a:p>
        </p:txBody>
      </p:sp>
      <p:sp>
        <p:nvSpPr>
          <p:cNvPr id="17" name="Picture Placeholder 4"/>
          <p:cNvSpPr>
            <a:spLocks noGrp="1"/>
          </p:cNvSpPr>
          <p:nvPr>
            <p:ph type="pic" sz="quarter" idx="33"/>
          </p:nvPr>
        </p:nvSpPr>
        <p:spPr>
          <a:xfrm>
            <a:off x="2298434" y="5289289"/>
            <a:ext cx="721871" cy="720080"/>
          </a:xfrm>
          <a:prstGeom prst="ellipse">
            <a:avLst/>
          </a:prstGeom>
          <a:noFill/>
        </p:spPr>
        <p:txBody>
          <a:bodyPr>
            <a:normAutofit/>
          </a:bodyPr>
          <a:lstStyle>
            <a:lvl1pPr marL="0" indent="0">
              <a:buNone/>
              <a:defRPr sz="1000"/>
            </a:lvl1pPr>
          </a:lstStyle>
          <a:p>
            <a:endParaRPr lang="en-US" dirty="0"/>
          </a:p>
        </p:txBody>
      </p:sp>
      <p:sp>
        <p:nvSpPr>
          <p:cNvPr id="18" name="Picture Placeholder 4"/>
          <p:cNvSpPr>
            <a:spLocks noGrp="1"/>
          </p:cNvSpPr>
          <p:nvPr>
            <p:ph type="pic" sz="quarter" idx="34"/>
          </p:nvPr>
        </p:nvSpPr>
        <p:spPr>
          <a:xfrm>
            <a:off x="3234831" y="5289289"/>
            <a:ext cx="721871" cy="720080"/>
          </a:xfrm>
          <a:prstGeom prst="ellipse">
            <a:avLst/>
          </a:prstGeom>
          <a:noFill/>
        </p:spPr>
        <p:txBody>
          <a:bodyPr>
            <a:normAutofit/>
          </a:bodyPr>
          <a:lstStyle>
            <a:lvl1pPr marL="0" indent="0">
              <a:buNone/>
              <a:defRPr sz="1000"/>
            </a:lvl1pPr>
          </a:lstStyle>
          <a:p>
            <a:endParaRPr lang="en-US" dirty="0"/>
          </a:p>
        </p:txBody>
      </p:sp>
      <p:sp>
        <p:nvSpPr>
          <p:cNvPr id="19" name="Picture Placeholder 4"/>
          <p:cNvSpPr>
            <a:spLocks noGrp="1"/>
          </p:cNvSpPr>
          <p:nvPr>
            <p:ph type="pic" sz="quarter" idx="35"/>
          </p:nvPr>
        </p:nvSpPr>
        <p:spPr>
          <a:xfrm>
            <a:off x="4171227" y="5289289"/>
            <a:ext cx="721871" cy="720080"/>
          </a:xfrm>
          <a:prstGeom prst="ellipse">
            <a:avLst/>
          </a:prstGeom>
          <a:noFill/>
        </p:spPr>
        <p:txBody>
          <a:bodyPr>
            <a:normAutofit/>
          </a:bodyPr>
          <a:lstStyle>
            <a:lvl1pPr marL="0" indent="0">
              <a:buNone/>
              <a:defRPr sz="1000"/>
            </a:lvl1pPr>
          </a:lstStyle>
          <a:p>
            <a:endParaRPr lang="en-US" dirty="0"/>
          </a:p>
        </p:txBody>
      </p:sp>
      <p:sp>
        <p:nvSpPr>
          <p:cNvPr id="20" name="Picture Placeholder 4"/>
          <p:cNvSpPr>
            <a:spLocks noGrp="1"/>
          </p:cNvSpPr>
          <p:nvPr>
            <p:ph type="pic" sz="quarter" idx="36"/>
          </p:nvPr>
        </p:nvSpPr>
        <p:spPr>
          <a:xfrm>
            <a:off x="5107624" y="5289289"/>
            <a:ext cx="721871" cy="720080"/>
          </a:xfrm>
          <a:prstGeom prst="ellipse">
            <a:avLst/>
          </a:prstGeom>
          <a:noFill/>
        </p:spPr>
        <p:txBody>
          <a:bodyPr>
            <a:normAutofit/>
          </a:bodyPr>
          <a:lstStyle>
            <a:lvl1pPr marL="0" indent="0">
              <a:buNone/>
              <a:defRPr sz="1000"/>
            </a:lvl1pPr>
          </a:lstStyle>
          <a:p>
            <a:endParaRPr lang="en-US" dirty="0"/>
          </a:p>
        </p:txBody>
      </p:sp>
      <p:sp>
        <p:nvSpPr>
          <p:cNvPr id="22" name="Picture Placeholder 2"/>
          <p:cNvSpPr>
            <a:spLocks noGrp="1"/>
          </p:cNvSpPr>
          <p:nvPr>
            <p:ph type="pic" sz="quarter" idx="13"/>
          </p:nvPr>
        </p:nvSpPr>
        <p:spPr>
          <a:xfrm>
            <a:off x="838200" y="1735548"/>
            <a:ext cx="3144291" cy="1838596"/>
          </a:xfrm>
          <a:prstGeom prst="roundRect">
            <a:avLst>
              <a:gd name="adj" fmla="val 890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01185404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nodePh="1">
                                  <p:stCondLst>
                                    <p:cond delay="0"/>
                                  </p:stCondLst>
                                  <p:endCondLst>
                                    <p:cond evt="begin" delay="0">
                                      <p:tn val="50"/>
                                    </p:cond>
                                  </p:end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par>
                                <p:cTn id="55" presetID="53" presetClass="entr" presetSubtype="16" fill="hold" grpId="0" nodeType="withEffect" nodePh="1">
                                  <p:stCondLst>
                                    <p:cond delay="0"/>
                                  </p:stCondLst>
                                  <p:endCondLst>
                                    <p:cond evt="begin" delay="0">
                                      <p:tn val="55"/>
                                    </p:cond>
                                  </p:endCondLst>
                                  <p:childTnLst>
                                    <p:set>
                                      <p:cBhvr>
                                        <p:cTn id="56" dur="1" fill="hold">
                                          <p:stCondLst>
                                            <p:cond delay="0"/>
                                          </p:stCondLst>
                                        </p:cTn>
                                        <p:tgtEl>
                                          <p:spTgt spid="15"/>
                                        </p:tgtEl>
                                        <p:attrNameLst>
                                          <p:attrName>style.visibility</p:attrName>
                                        </p:attrNameLst>
                                      </p:cBhvr>
                                      <p:to>
                                        <p:strVal val="visible"/>
                                      </p:to>
                                    </p:set>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par>
                                <p:cTn id="60" presetID="53" presetClass="entr" presetSubtype="16" fill="hold" grpId="0" nodeType="withEffect" nodePh="1">
                                  <p:stCondLst>
                                    <p:cond delay="0"/>
                                  </p:stCondLst>
                                  <p:endCondLst>
                                    <p:cond evt="begin" delay="0">
                                      <p:tn val="60"/>
                                    </p:cond>
                                  </p:end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par>
                                <p:cTn id="65" presetID="53" presetClass="entr" presetSubtype="16" fill="hold" grpId="0" nodeType="withEffect" nodePh="1">
                                  <p:stCondLst>
                                    <p:cond delay="0"/>
                                  </p:stCondLst>
                                  <p:endCondLst>
                                    <p:cond evt="begin" delay="0">
                                      <p:tn val="65"/>
                                    </p:cond>
                                  </p:end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par>
                                <p:cTn id="70" presetID="53" presetClass="entr" presetSubtype="16" fill="hold" grpId="0" nodeType="withEffect" nodePh="1">
                                  <p:stCondLst>
                                    <p:cond delay="0"/>
                                  </p:stCondLst>
                                  <p:endCondLst>
                                    <p:cond evt="begin" delay="0">
                                      <p:tn val="70"/>
                                    </p:cond>
                                  </p:endCondLst>
                                  <p:childTnLst>
                                    <p:set>
                                      <p:cBhvr>
                                        <p:cTn id="71" dur="1" fill="hold">
                                          <p:stCondLst>
                                            <p:cond delay="0"/>
                                          </p:stCondLst>
                                        </p:cTn>
                                        <p:tgtEl>
                                          <p:spTgt spid="18"/>
                                        </p:tgtEl>
                                        <p:attrNameLst>
                                          <p:attrName>style.visibility</p:attrName>
                                        </p:attrNameLst>
                                      </p:cBhvr>
                                      <p:to>
                                        <p:strVal val="visible"/>
                                      </p:to>
                                    </p:set>
                                    <p:anim calcmode="lin" valueType="num">
                                      <p:cBhvr>
                                        <p:cTn id="72" dur="500" fill="hold"/>
                                        <p:tgtEl>
                                          <p:spTgt spid="18"/>
                                        </p:tgtEl>
                                        <p:attrNameLst>
                                          <p:attrName>ppt_w</p:attrName>
                                        </p:attrNameLst>
                                      </p:cBhvr>
                                      <p:tavLst>
                                        <p:tav tm="0">
                                          <p:val>
                                            <p:fltVal val="0"/>
                                          </p:val>
                                        </p:tav>
                                        <p:tav tm="100000">
                                          <p:val>
                                            <p:strVal val="#ppt_w"/>
                                          </p:val>
                                        </p:tav>
                                      </p:tavLst>
                                    </p:anim>
                                    <p:anim calcmode="lin" valueType="num">
                                      <p:cBhvr>
                                        <p:cTn id="73" dur="500" fill="hold"/>
                                        <p:tgtEl>
                                          <p:spTgt spid="18"/>
                                        </p:tgtEl>
                                        <p:attrNameLst>
                                          <p:attrName>ppt_h</p:attrName>
                                        </p:attrNameLst>
                                      </p:cBhvr>
                                      <p:tavLst>
                                        <p:tav tm="0">
                                          <p:val>
                                            <p:fltVal val="0"/>
                                          </p:val>
                                        </p:tav>
                                        <p:tav tm="100000">
                                          <p:val>
                                            <p:strVal val="#ppt_h"/>
                                          </p:val>
                                        </p:tav>
                                      </p:tavLst>
                                    </p:anim>
                                    <p:animEffect transition="in" filter="fade">
                                      <p:cBhvr>
                                        <p:cTn id="74" dur="500"/>
                                        <p:tgtEl>
                                          <p:spTgt spid="18"/>
                                        </p:tgtEl>
                                      </p:cBhvr>
                                    </p:animEffect>
                                  </p:childTnLst>
                                </p:cTn>
                              </p:par>
                              <p:par>
                                <p:cTn id="75" presetID="53" presetClass="entr" presetSubtype="16" fill="hold" grpId="0" nodeType="withEffect" nodePh="1">
                                  <p:stCondLst>
                                    <p:cond delay="0"/>
                                  </p:stCondLst>
                                  <p:endCondLst>
                                    <p:cond evt="begin" delay="0">
                                      <p:tn val="75"/>
                                    </p:cond>
                                  </p:endCondLst>
                                  <p:childTnLst>
                                    <p:set>
                                      <p:cBhvr>
                                        <p:cTn id="76" dur="1" fill="hold">
                                          <p:stCondLst>
                                            <p:cond delay="0"/>
                                          </p:stCondLst>
                                        </p:cTn>
                                        <p:tgtEl>
                                          <p:spTgt spid="19"/>
                                        </p:tgtEl>
                                        <p:attrNameLst>
                                          <p:attrName>style.visibility</p:attrName>
                                        </p:attrNameLst>
                                      </p:cBhvr>
                                      <p:to>
                                        <p:strVal val="visible"/>
                                      </p:to>
                                    </p:set>
                                    <p:anim calcmode="lin" valueType="num">
                                      <p:cBhvr>
                                        <p:cTn id="77" dur="500" fill="hold"/>
                                        <p:tgtEl>
                                          <p:spTgt spid="19"/>
                                        </p:tgtEl>
                                        <p:attrNameLst>
                                          <p:attrName>ppt_w</p:attrName>
                                        </p:attrNameLst>
                                      </p:cBhvr>
                                      <p:tavLst>
                                        <p:tav tm="0">
                                          <p:val>
                                            <p:fltVal val="0"/>
                                          </p:val>
                                        </p:tav>
                                        <p:tav tm="100000">
                                          <p:val>
                                            <p:strVal val="#ppt_w"/>
                                          </p:val>
                                        </p:tav>
                                      </p:tavLst>
                                    </p:anim>
                                    <p:anim calcmode="lin" valueType="num">
                                      <p:cBhvr>
                                        <p:cTn id="78" dur="500" fill="hold"/>
                                        <p:tgtEl>
                                          <p:spTgt spid="19"/>
                                        </p:tgtEl>
                                        <p:attrNameLst>
                                          <p:attrName>ppt_h</p:attrName>
                                        </p:attrNameLst>
                                      </p:cBhvr>
                                      <p:tavLst>
                                        <p:tav tm="0">
                                          <p:val>
                                            <p:fltVal val="0"/>
                                          </p:val>
                                        </p:tav>
                                        <p:tav tm="100000">
                                          <p:val>
                                            <p:strVal val="#ppt_h"/>
                                          </p:val>
                                        </p:tav>
                                      </p:tavLst>
                                    </p:anim>
                                    <p:animEffect transition="in" filter="fade">
                                      <p:cBhvr>
                                        <p:cTn id="79" dur="500"/>
                                        <p:tgtEl>
                                          <p:spTgt spid="19"/>
                                        </p:tgtEl>
                                      </p:cBhvr>
                                    </p:animEffect>
                                  </p:childTnLst>
                                </p:cTn>
                              </p:par>
                              <p:par>
                                <p:cTn id="80" presetID="53" presetClass="entr" presetSubtype="16" fill="hold" grpId="0" nodeType="withEffect" nodePh="1">
                                  <p:stCondLst>
                                    <p:cond delay="0"/>
                                  </p:stCondLst>
                                  <p:endCondLst>
                                    <p:cond evt="begin" delay="0">
                                      <p:tn val="80"/>
                                    </p:cond>
                                  </p:endCondLst>
                                  <p:childTnLst>
                                    <p:set>
                                      <p:cBhvr>
                                        <p:cTn id="81" dur="1" fill="hold">
                                          <p:stCondLst>
                                            <p:cond delay="0"/>
                                          </p:stCondLst>
                                        </p:cTn>
                                        <p:tgtEl>
                                          <p:spTgt spid="20"/>
                                        </p:tgtEl>
                                        <p:attrNameLst>
                                          <p:attrName>style.visibility</p:attrName>
                                        </p:attrNameLst>
                                      </p:cBhvr>
                                      <p:to>
                                        <p:strVal val="visible"/>
                                      </p:to>
                                    </p:set>
                                    <p:anim calcmode="lin" valueType="num">
                                      <p:cBhvr>
                                        <p:cTn id="82" dur="500" fill="hold"/>
                                        <p:tgtEl>
                                          <p:spTgt spid="20"/>
                                        </p:tgtEl>
                                        <p:attrNameLst>
                                          <p:attrName>ppt_w</p:attrName>
                                        </p:attrNameLst>
                                      </p:cBhvr>
                                      <p:tavLst>
                                        <p:tav tm="0">
                                          <p:val>
                                            <p:fltVal val="0"/>
                                          </p:val>
                                        </p:tav>
                                        <p:tav tm="100000">
                                          <p:val>
                                            <p:strVal val="#ppt_w"/>
                                          </p:val>
                                        </p:tav>
                                      </p:tavLst>
                                    </p:anim>
                                    <p:anim calcmode="lin" valueType="num">
                                      <p:cBhvr>
                                        <p:cTn id="83" dur="500" fill="hold"/>
                                        <p:tgtEl>
                                          <p:spTgt spid="20"/>
                                        </p:tgtEl>
                                        <p:attrNameLst>
                                          <p:attrName>ppt_h</p:attrName>
                                        </p:attrNameLst>
                                      </p:cBhvr>
                                      <p:tavLst>
                                        <p:tav tm="0">
                                          <p:val>
                                            <p:fltVal val="0"/>
                                          </p:val>
                                        </p:tav>
                                        <p:tav tm="100000">
                                          <p:val>
                                            <p:strVal val="#ppt_h"/>
                                          </p:val>
                                        </p:tav>
                                      </p:tavLst>
                                    </p:anim>
                                    <p:animEffect transition="in" filter="fade">
                                      <p:cBhvr>
                                        <p:cTn id="8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P spid="15" grpId="0"/>
      <p:bldP spid="16" grpId="0"/>
      <p:bldP spid="17" grpId="0"/>
      <p:bldP spid="18" grpId="0"/>
      <p:bldP spid="19" grpId="0"/>
      <p:bldP spid="20" grpId="0"/>
      <p:bldP spid="22" grpId="0"/>
    </p:bld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1" i="1">
                <a:solidFill>
                  <a:schemeClr val="accent1"/>
                </a:solidFill>
              </a:defRPr>
            </a:lvl1pPr>
          </a:lstStyle>
          <a:p>
            <a:pPr lvl="0"/>
            <a:r>
              <a:rPr lang="en-US" dirty="0"/>
              <a:t>Subtitle</a:t>
            </a:r>
          </a:p>
        </p:txBody>
      </p:sp>
      <p:sp>
        <p:nvSpPr>
          <p:cNvPr id="5" name="Picture Placeholder 2"/>
          <p:cNvSpPr>
            <a:spLocks noGrp="1"/>
          </p:cNvSpPr>
          <p:nvPr>
            <p:ph type="pic" sz="quarter" idx="13"/>
          </p:nvPr>
        </p:nvSpPr>
        <p:spPr>
          <a:xfrm>
            <a:off x="1174823" y="3439261"/>
            <a:ext cx="538648" cy="538648"/>
          </a:xfrm>
          <a:prstGeom prst="ellipse">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1174823" y="4091452"/>
            <a:ext cx="538648" cy="538648"/>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1174823" y="4743643"/>
            <a:ext cx="538648" cy="538648"/>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1174823" y="5395833"/>
            <a:ext cx="538648" cy="53864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64270461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14:presetBounceEnd="40000">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14:bounceEnd="40000">
                                          <p:cBhvr additive="base">
                                            <p:cTn id="11" dur="50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14:presetBounceEnd="40000">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14:bounceEnd="40000">
                                          <p:cBhvr additive="base">
                                            <p:cTn id="15" dur="500" fill="hold"/>
                                            <p:tgtEl>
                                              <p:spTgt spid="7"/>
                                            </p:tgtEl>
                                            <p:attrNameLst>
                                              <p:attrName>ppt_x</p:attrName>
                                            </p:attrNameLst>
                                          </p:cBhvr>
                                          <p:tavLst>
                                            <p:tav tm="0">
                                              <p:val>
                                                <p:strVal val="0-#ppt_w/2"/>
                                              </p:val>
                                            </p:tav>
                                            <p:tav tm="100000">
                                              <p:val>
                                                <p:strVal val="#ppt_x"/>
                                              </p:val>
                                            </p:tav>
                                          </p:tavLst>
                                        </p:anim>
                                        <p:anim calcmode="lin" valueType="num" p14:bounceEnd="40000">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nodePh="1" p14:presetBounceEnd="40000">
                                      <p:stCondLst>
                                        <p:cond delay="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 calcmode="lin" valueType="num" p14:bounceEnd="40000">
                                          <p:cBhvr additive="base">
                                            <p:cTn id="19" dur="500" fill="hold"/>
                                            <p:tgtEl>
                                              <p:spTgt spid="8"/>
                                            </p:tgtEl>
                                            <p:attrNameLst>
                                              <p:attrName>ppt_x</p:attrName>
                                            </p:attrNameLst>
                                          </p:cBhvr>
                                          <p:tavLst>
                                            <p:tav tm="0">
                                              <p:val>
                                                <p:strVal val="0-#ppt_w/2"/>
                                              </p:val>
                                            </p:tav>
                                            <p:tav tm="100000">
                                              <p:val>
                                                <p:strVal val="#ppt_x"/>
                                              </p:val>
                                            </p:tav>
                                          </p:tavLst>
                                        </p:anim>
                                        <p:anim calcmode="lin" valueType="num" p14:bounceEnd="40000">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nodePh="1">
                                      <p:stCondLst>
                                        <p:cond delay="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ctr">
              <a:buNone/>
              <a:defRPr sz="1200" b="1" i="1">
                <a:solidFill>
                  <a:schemeClr val="accent1"/>
                </a:solidFill>
              </a:defRPr>
            </a:lvl1pPr>
          </a:lstStyle>
          <a:p>
            <a:pPr lvl="0"/>
            <a:r>
              <a:rPr lang="en-US" dirty="0"/>
              <a:t>Subtitle</a:t>
            </a:r>
          </a:p>
        </p:txBody>
      </p:sp>
      <p:sp>
        <p:nvSpPr>
          <p:cNvPr id="15" name="Picture Placeholder 2"/>
          <p:cNvSpPr>
            <a:spLocks noGrp="1"/>
          </p:cNvSpPr>
          <p:nvPr>
            <p:ph type="pic" sz="quarter" idx="13"/>
          </p:nvPr>
        </p:nvSpPr>
        <p:spPr>
          <a:xfrm>
            <a:off x="4762500" y="1870381"/>
            <a:ext cx="923958" cy="923958"/>
          </a:xfrm>
          <a:prstGeom prst="ellipse">
            <a:avLst/>
          </a:prstGeom>
        </p:spPr>
        <p:txBody>
          <a:bodyPr>
            <a:normAutofit/>
          </a:bodyPr>
          <a:lstStyle>
            <a:lvl1pPr marL="0" indent="0">
              <a:buNone/>
              <a:defRPr sz="1100"/>
            </a:lvl1pPr>
          </a:lstStyle>
          <a:p>
            <a:endParaRPr lang="en-US" dirty="0"/>
          </a:p>
        </p:txBody>
      </p:sp>
      <p:sp>
        <p:nvSpPr>
          <p:cNvPr id="16" name="Picture Placeholder 2"/>
          <p:cNvSpPr>
            <a:spLocks noGrp="1"/>
          </p:cNvSpPr>
          <p:nvPr>
            <p:ph type="pic" sz="quarter" idx="14"/>
          </p:nvPr>
        </p:nvSpPr>
        <p:spPr>
          <a:xfrm>
            <a:off x="4762500" y="2906396"/>
            <a:ext cx="923958" cy="923958"/>
          </a:xfrm>
          <a:prstGeom prst="ellipse">
            <a:avLst/>
          </a:prstGeom>
        </p:spPr>
        <p:txBody>
          <a:bodyPr>
            <a:normAutofit/>
          </a:bodyPr>
          <a:lstStyle>
            <a:lvl1pPr marL="0" indent="0">
              <a:buNone/>
              <a:defRPr sz="1100"/>
            </a:lvl1pPr>
          </a:lstStyle>
          <a:p>
            <a:endParaRPr lang="en-US" dirty="0"/>
          </a:p>
        </p:txBody>
      </p:sp>
      <p:sp>
        <p:nvSpPr>
          <p:cNvPr id="17" name="Picture Placeholder 2"/>
          <p:cNvSpPr>
            <a:spLocks noGrp="1"/>
          </p:cNvSpPr>
          <p:nvPr>
            <p:ph type="pic" sz="quarter" idx="15"/>
          </p:nvPr>
        </p:nvSpPr>
        <p:spPr>
          <a:xfrm>
            <a:off x="4762500" y="3942411"/>
            <a:ext cx="923958" cy="923958"/>
          </a:xfrm>
          <a:prstGeom prst="ellipse">
            <a:avLst/>
          </a:prstGeom>
        </p:spPr>
        <p:txBody>
          <a:bodyPr>
            <a:normAutofit/>
          </a:bodyPr>
          <a:lstStyle>
            <a:lvl1pPr marL="0" indent="0">
              <a:buNone/>
              <a:defRPr sz="1100"/>
            </a:lvl1pPr>
          </a:lstStyle>
          <a:p>
            <a:endParaRPr lang="en-US" dirty="0"/>
          </a:p>
        </p:txBody>
      </p:sp>
      <p:sp>
        <p:nvSpPr>
          <p:cNvPr id="18" name="Picture Placeholder 2"/>
          <p:cNvSpPr>
            <a:spLocks noGrp="1"/>
          </p:cNvSpPr>
          <p:nvPr>
            <p:ph type="pic" sz="quarter" idx="16"/>
          </p:nvPr>
        </p:nvSpPr>
        <p:spPr>
          <a:xfrm>
            <a:off x="4762500" y="4978426"/>
            <a:ext cx="923958" cy="92395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70750009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14:bounceEnd="40000">
                                          <p:cBhvr additive="base">
                                            <p:cTn id="7" dur="500" fill="hold"/>
                                            <p:tgtEl>
                                              <p:spTgt spid="15"/>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6"/>
                                            </p:tgtEl>
                                            <p:attrNameLst>
                                              <p:attrName>style.visibility</p:attrName>
                                            </p:attrNameLst>
                                          </p:cBhvr>
                                          <p:to>
                                            <p:strVal val="visible"/>
                                          </p:to>
                                        </p:set>
                                        <p:anim calcmode="lin" valueType="num" p14:bounceEnd="40000">
                                          <p:cBhvr additive="base">
                                            <p:cTn id="11" dur="500" fill="hold"/>
                                            <p:tgtEl>
                                              <p:spTgt spid="16"/>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6"/>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7"/>
                                            </p:tgtEl>
                                            <p:attrNameLst>
                                              <p:attrName>style.visibility</p:attrName>
                                            </p:attrNameLst>
                                          </p:cBhvr>
                                          <p:to>
                                            <p:strVal val="visible"/>
                                          </p:to>
                                        </p:set>
                                        <p:anim calcmode="lin" valueType="num" p14:bounceEnd="40000">
                                          <p:cBhvr additive="base">
                                            <p:cTn id="15" dur="500" fill="hold"/>
                                            <p:tgtEl>
                                              <p:spTgt spid="17"/>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7"/>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14:presetBounceEnd="40000">
                                      <p:stCondLst>
                                        <p:cond delay="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14:bounceEnd="40000">
                                          <p:cBhvr additive="base">
                                            <p:cTn id="19" dur="500" fill="hold"/>
                                            <p:tgtEl>
                                              <p:spTgt spid="18"/>
                                            </p:tgtEl>
                                            <p:attrNameLst>
                                              <p:attrName>ppt_x</p:attrName>
                                            </p:attrNameLst>
                                          </p:cBhvr>
                                          <p:tavLst>
                                            <p:tav tm="0">
                                              <p:val>
                                                <p:strVal val="#ppt_x"/>
                                              </p:val>
                                            </p:tav>
                                            <p:tav tm="100000">
                                              <p:val>
                                                <p:strVal val="#ppt_x"/>
                                              </p:val>
                                            </p:tav>
                                          </p:tavLst>
                                        </p:anim>
                                        <p:anim calcmode="lin" valueType="num" p14:bounceEnd="40000">
                                          <p:cBhvr additive="base">
                                            <p:cTn id="20"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stCondLst>
                                        <p:cond delay="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14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11" name="Picture Placeholder 2"/>
          <p:cNvSpPr>
            <a:spLocks noGrp="1"/>
          </p:cNvSpPr>
          <p:nvPr>
            <p:ph type="pic" sz="quarter" idx="12"/>
          </p:nvPr>
        </p:nvSpPr>
        <p:spPr>
          <a:xfrm>
            <a:off x="5021153" y="1260441"/>
            <a:ext cx="764151" cy="764151"/>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7071829" y="1260441"/>
            <a:ext cx="764151" cy="764151"/>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9122505" y="1260441"/>
            <a:ext cx="764151" cy="76415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73556602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ctr">
              <a:buNone/>
              <a:defRPr sz="1200" b="1" i="1">
                <a:solidFill>
                  <a:schemeClr val="accent1"/>
                </a:solidFill>
              </a:defRPr>
            </a:lvl1pPr>
          </a:lstStyle>
          <a:p>
            <a:pPr lvl="0"/>
            <a:r>
              <a:rPr lang="en-US" dirty="0"/>
              <a:t>Subtitle</a:t>
            </a:r>
          </a:p>
        </p:txBody>
      </p:sp>
      <p:sp>
        <p:nvSpPr>
          <p:cNvPr id="24" name="Picture Placeholder 2"/>
          <p:cNvSpPr>
            <a:spLocks noGrp="1"/>
          </p:cNvSpPr>
          <p:nvPr>
            <p:ph type="pic" sz="quarter" idx="13"/>
          </p:nvPr>
        </p:nvSpPr>
        <p:spPr>
          <a:xfrm>
            <a:off x="1090863" y="2458521"/>
            <a:ext cx="984453" cy="984453"/>
          </a:xfrm>
          <a:prstGeom prst="ellipse">
            <a:avLst/>
          </a:prstGeom>
        </p:spPr>
        <p:txBody>
          <a:bodyPr>
            <a:normAutofit/>
          </a:bodyPr>
          <a:lstStyle>
            <a:lvl1pPr marL="0" indent="0">
              <a:buNone/>
              <a:defRPr sz="1100"/>
            </a:lvl1pPr>
          </a:lstStyle>
          <a:p>
            <a:endParaRPr lang="en-US" dirty="0"/>
          </a:p>
        </p:txBody>
      </p:sp>
      <p:sp>
        <p:nvSpPr>
          <p:cNvPr id="25" name="Picture Placeholder 2"/>
          <p:cNvSpPr>
            <a:spLocks noGrp="1"/>
          </p:cNvSpPr>
          <p:nvPr>
            <p:ph type="pic" sz="quarter" idx="14"/>
          </p:nvPr>
        </p:nvSpPr>
        <p:spPr>
          <a:xfrm>
            <a:off x="1090863" y="3761228"/>
            <a:ext cx="984453" cy="984453"/>
          </a:xfrm>
          <a:prstGeom prst="ellipse">
            <a:avLst/>
          </a:prstGeom>
        </p:spPr>
        <p:txBody>
          <a:bodyPr>
            <a:normAutofit/>
          </a:bodyPr>
          <a:lstStyle>
            <a:lvl1pPr marL="0" indent="0">
              <a:buNone/>
              <a:defRPr sz="1100"/>
            </a:lvl1pPr>
          </a:lstStyle>
          <a:p>
            <a:endParaRPr lang="en-US" dirty="0"/>
          </a:p>
        </p:txBody>
      </p:sp>
      <p:sp>
        <p:nvSpPr>
          <p:cNvPr id="26" name="Picture Placeholder 2"/>
          <p:cNvSpPr>
            <a:spLocks noGrp="1"/>
          </p:cNvSpPr>
          <p:nvPr>
            <p:ph type="pic" sz="quarter" idx="15"/>
          </p:nvPr>
        </p:nvSpPr>
        <p:spPr>
          <a:xfrm>
            <a:off x="1090863" y="5063935"/>
            <a:ext cx="984453" cy="984453"/>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06355726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24"/>
                                            </p:tgtEl>
                                            <p:attrNameLst>
                                              <p:attrName>style.visibility</p:attrName>
                                            </p:attrNameLst>
                                          </p:cBhvr>
                                          <p:to>
                                            <p:strVal val="visible"/>
                                          </p:to>
                                        </p:set>
                                        <p:anim calcmode="lin" valueType="num" p14:bounceEnd="40000">
                                          <p:cBhvr additive="base">
                                            <p:cTn id="7" dur="500" fill="hold"/>
                                            <p:tgtEl>
                                              <p:spTgt spid="24"/>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14:presetBounceEnd="40000">
                                      <p:stCondLst>
                                        <p:cond delay="0"/>
                                      </p:stCondLst>
                                      <p:endCondLst>
                                        <p:cond evt="begin" delay="0">
                                          <p:tn val="9"/>
                                        </p:cond>
                                      </p:endCondLst>
                                      <p:childTnLst>
                                        <p:set>
                                          <p:cBhvr>
                                            <p:cTn id="10" dur="1" fill="hold">
                                              <p:stCondLst>
                                                <p:cond delay="0"/>
                                              </p:stCondLst>
                                            </p:cTn>
                                            <p:tgtEl>
                                              <p:spTgt spid="25"/>
                                            </p:tgtEl>
                                            <p:attrNameLst>
                                              <p:attrName>style.visibility</p:attrName>
                                            </p:attrNameLst>
                                          </p:cBhvr>
                                          <p:to>
                                            <p:strVal val="visible"/>
                                          </p:to>
                                        </p:set>
                                        <p:anim calcmode="lin" valueType="num" p14:bounceEnd="40000">
                                          <p:cBhvr additive="base">
                                            <p:cTn id="11" dur="500" fill="hold"/>
                                            <p:tgtEl>
                                              <p:spTgt spid="25"/>
                                            </p:tgtEl>
                                            <p:attrNameLst>
                                              <p:attrName>ppt_x</p:attrName>
                                            </p:attrNameLst>
                                          </p:cBhvr>
                                          <p:tavLst>
                                            <p:tav tm="0">
                                              <p:val>
                                                <p:strVal val="0-#ppt_w/2"/>
                                              </p:val>
                                            </p:tav>
                                            <p:tav tm="100000">
                                              <p:val>
                                                <p:strVal val="#ppt_x"/>
                                              </p:val>
                                            </p:tav>
                                          </p:tavLst>
                                        </p:anim>
                                        <p:anim calcmode="lin" valueType="num" p14:bounceEnd="40000">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14:presetBounceEnd="40000">
                                      <p:stCondLst>
                                        <p:cond delay="0"/>
                                      </p:stCondLst>
                                      <p:endCondLst>
                                        <p:cond evt="begin" delay="0">
                                          <p:tn val="13"/>
                                        </p:cond>
                                      </p:endCondLst>
                                      <p:childTnLst>
                                        <p:set>
                                          <p:cBhvr>
                                            <p:cTn id="14" dur="1" fill="hold">
                                              <p:stCondLst>
                                                <p:cond delay="0"/>
                                              </p:stCondLst>
                                            </p:cTn>
                                            <p:tgtEl>
                                              <p:spTgt spid="26"/>
                                            </p:tgtEl>
                                            <p:attrNameLst>
                                              <p:attrName>style.visibility</p:attrName>
                                            </p:attrNameLst>
                                          </p:cBhvr>
                                          <p:to>
                                            <p:strVal val="visible"/>
                                          </p:to>
                                        </p:set>
                                        <p:anim calcmode="lin" valueType="num" p14:bounceEnd="40000">
                                          <p:cBhvr additive="base">
                                            <p:cTn id="15" dur="500" fill="hold"/>
                                            <p:tgtEl>
                                              <p:spTgt spid="26"/>
                                            </p:tgtEl>
                                            <p:attrNameLst>
                                              <p:attrName>ppt_x</p:attrName>
                                            </p:attrNameLst>
                                          </p:cBhvr>
                                          <p:tavLst>
                                            <p:tav tm="0">
                                              <p:val>
                                                <p:strVal val="0-#ppt_w/2"/>
                                              </p:val>
                                            </p:tav>
                                            <p:tav tm="100000">
                                              <p:val>
                                                <p:strVal val="#ppt_x"/>
                                              </p:val>
                                            </p:tav>
                                          </p:tavLst>
                                        </p:anim>
                                        <p:anim calcmode="lin" valueType="num" p14:bounceEnd="40000">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0-#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stCondLst>
                                        <p:cond delay="0"/>
                                      </p:stCondLst>
                                      <p:endCondLst>
                                        <p:cond evt="begin" delay="0">
                                          <p:tn val="9"/>
                                        </p:cond>
                                      </p:end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0-#ppt_w/2"/>
                                              </p:val>
                                            </p:tav>
                                            <p:tav tm="100000">
                                              <p:val>
                                                <p:strVal val="#ppt_x"/>
                                              </p:val>
                                            </p:tav>
                                          </p:tavLst>
                                        </p:anim>
                                        <p:anim calcmode="lin" valueType="num">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stCondLst>
                                        <p:cond delay="0"/>
                                      </p:stCondLst>
                                      <p:endCondLst>
                                        <p:cond evt="begin" delay="0">
                                          <p:tn val="13"/>
                                        </p:cond>
                                      </p:end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16_Title Only">
    <p:spTree>
      <p:nvGrpSpPr>
        <p:cNvPr id="1" name=""/>
        <p:cNvGrpSpPr/>
        <p:nvPr/>
      </p:nvGrpSpPr>
      <p:grpSpPr>
        <a:xfrm>
          <a:off x="0" y="0"/>
          <a:ext cx="0" cy="0"/>
          <a:chOff x="0" y="0"/>
          <a:chExt cx="0" cy="0"/>
        </a:xfrm>
      </p:grpSpPr>
      <p:sp>
        <p:nvSpPr>
          <p:cNvPr id="15" name="Rectangle 14"/>
          <p:cNvSpPr/>
          <p:nvPr userDrawn="1"/>
        </p:nvSpPr>
        <p:spPr>
          <a:xfrm>
            <a:off x="839787" y="628503"/>
            <a:ext cx="3789232" cy="5529954"/>
          </a:xfrm>
          <a:prstGeom prst="rect">
            <a:avLst/>
          </a:pr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11" name="Picture Placeholder 2"/>
          <p:cNvSpPr>
            <a:spLocks noGrp="1"/>
          </p:cNvSpPr>
          <p:nvPr>
            <p:ph type="pic" sz="quarter" idx="12"/>
          </p:nvPr>
        </p:nvSpPr>
        <p:spPr>
          <a:xfrm>
            <a:off x="984346" y="803242"/>
            <a:ext cx="633701" cy="633701"/>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984346" y="1563876"/>
            <a:ext cx="633701" cy="633701"/>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984346" y="2324510"/>
            <a:ext cx="633701" cy="633701"/>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984346" y="3085144"/>
            <a:ext cx="633701" cy="633701"/>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984346" y="4606413"/>
            <a:ext cx="633701" cy="633701"/>
          </a:xfrm>
          <a:prstGeom prst="ellipse">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7"/>
          </p:nvPr>
        </p:nvSpPr>
        <p:spPr>
          <a:xfrm>
            <a:off x="984346" y="5367049"/>
            <a:ext cx="633701" cy="633701"/>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8"/>
          </p:nvPr>
        </p:nvSpPr>
        <p:spPr>
          <a:xfrm>
            <a:off x="984346" y="3845778"/>
            <a:ext cx="633701" cy="63370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5015241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14:presetBounceEnd="40000">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14:bounceEnd="40000">
                                          <p:cBhvr additive="base">
                                            <p:cTn id="19" dur="500" fill="hold"/>
                                            <p:tgtEl>
                                              <p:spTgt spid="7"/>
                                            </p:tgtEl>
                                            <p:attrNameLst>
                                              <p:attrName>ppt_x</p:attrName>
                                            </p:attrNameLst>
                                          </p:cBhvr>
                                          <p:tavLst>
                                            <p:tav tm="0">
                                              <p:val>
                                                <p:strVal val="#ppt_x"/>
                                              </p:val>
                                            </p:tav>
                                            <p:tav tm="100000">
                                              <p:val>
                                                <p:strVal val="#ppt_x"/>
                                              </p:val>
                                            </p:tav>
                                          </p:tavLst>
                                        </p:anim>
                                        <p:anim calcmode="lin" valueType="num" p14:bounceEnd="40000">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14:presetBounceEnd="40000">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14:bounceEnd="40000">
                                          <p:cBhvr additive="base">
                                            <p:cTn id="23" dur="500" fill="hold"/>
                                            <p:tgtEl>
                                              <p:spTgt spid="8"/>
                                            </p:tgtEl>
                                            <p:attrNameLst>
                                              <p:attrName>ppt_x</p:attrName>
                                            </p:attrNameLst>
                                          </p:cBhvr>
                                          <p:tavLst>
                                            <p:tav tm="0">
                                              <p:val>
                                                <p:strVal val="#ppt_x"/>
                                              </p:val>
                                            </p:tav>
                                            <p:tav tm="100000">
                                              <p:val>
                                                <p:strVal val="#ppt_x"/>
                                              </p:val>
                                            </p:tav>
                                          </p:tavLst>
                                        </p:anim>
                                        <p:anim calcmode="lin" valueType="num" p14:bounceEnd="40000">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14:presetBounceEnd="40000">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14:bounceEnd="40000">
                                          <p:cBhvr additive="base">
                                            <p:cTn id="27" dur="500" fill="hold"/>
                                            <p:tgtEl>
                                              <p:spTgt spid="9"/>
                                            </p:tgtEl>
                                            <p:attrNameLst>
                                              <p:attrName>ppt_x</p:attrName>
                                            </p:attrNameLst>
                                          </p:cBhvr>
                                          <p:tavLst>
                                            <p:tav tm="0">
                                              <p:val>
                                                <p:strVal val="#ppt_x"/>
                                              </p:val>
                                            </p:tav>
                                            <p:tav tm="100000">
                                              <p:val>
                                                <p:strVal val="#ppt_x"/>
                                              </p:val>
                                            </p:tav>
                                          </p:tavLst>
                                        </p:anim>
                                        <p:anim calcmode="lin" valueType="num" p14:bounceEnd="40000">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14:presetBounceEnd="40000">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14:bounceEnd="40000">
                                          <p:cBhvr additive="base">
                                            <p:cTn id="31" dur="500" fill="hold"/>
                                            <p:tgtEl>
                                              <p:spTgt spid="10"/>
                                            </p:tgtEl>
                                            <p:attrNameLst>
                                              <p:attrName>ppt_x</p:attrName>
                                            </p:attrNameLst>
                                          </p:cBhvr>
                                          <p:tavLst>
                                            <p:tav tm="0">
                                              <p:val>
                                                <p:strVal val="#ppt_x"/>
                                              </p:val>
                                            </p:tav>
                                            <p:tav tm="100000">
                                              <p:val>
                                                <p:strVal val="#ppt_x"/>
                                              </p:val>
                                            </p:tav>
                                          </p:tavLst>
                                        </p:anim>
                                        <p:anim calcmode="lin" valueType="num" p14:bounceEnd="40000">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4" fill="hold" grpId="0" nodeType="withEffect" p14:presetBounceEnd="40000">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14:bounceEnd="40000">
                                          <p:cBhvr additive="base">
                                            <p:cTn id="35" dur="500" fill="hold"/>
                                            <p:tgtEl>
                                              <p:spTgt spid="15"/>
                                            </p:tgtEl>
                                            <p:attrNameLst>
                                              <p:attrName>ppt_x</p:attrName>
                                            </p:attrNameLst>
                                          </p:cBhvr>
                                          <p:tavLst>
                                            <p:tav tm="0">
                                              <p:val>
                                                <p:strVal val="#ppt_x"/>
                                              </p:val>
                                            </p:tav>
                                            <p:tav tm="100000">
                                              <p:val>
                                                <p:strVal val="#ppt_x"/>
                                              </p:val>
                                            </p:tav>
                                          </p:tavLst>
                                        </p:anim>
                                        <p:anim calcmode="lin" valueType="num" p14:bounceEnd="40000">
                                          <p:cBhvr additive="base">
                                            <p:cTn id="3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1" grpId="0"/>
          <p:bldP spid="12" grpId="0"/>
          <p:bldP spid="13" grpId="0"/>
          <p:bldP spid="7" grpId="0"/>
          <p:bldP spid="8" grpId="0"/>
          <p:bldP spid="9" grpId="0"/>
          <p:bldP spid="1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1" grpId="0"/>
          <p:bldP spid="12" grpId="0"/>
          <p:bldP spid="13" grpId="0"/>
          <p:bldP spid="7" grpId="0"/>
          <p:bldP spid="8" grpId="0"/>
          <p:bldP spid="9" grpId="0"/>
          <p:bldP spid="10" grpId="0"/>
        </p:bldLst>
      </p:timing>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11" name="Picture Placeholder 2"/>
          <p:cNvSpPr>
            <a:spLocks noGrp="1"/>
          </p:cNvSpPr>
          <p:nvPr>
            <p:ph type="pic" sz="quarter" idx="12"/>
          </p:nvPr>
        </p:nvSpPr>
        <p:spPr>
          <a:xfrm>
            <a:off x="7750906" y="803242"/>
            <a:ext cx="739951" cy="739951"/>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7750906" y="1716003"/>
            <a:ext cx="739951" cy="739951"/>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7750906" y="2628764"/>
            <a:ext cx="739951" cy="739951"/>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7750906" y="3541525"/>
            <a:ext cx="739951" cy="739951"/>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7750906" y="4454286"/>
            <a:ext cx="739951" cy="739951"/>
          </a:xfrm>
          <a:prstGeom prst="ellipse">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7"/>
          </p:nvPr>
        </p:nvSpPr>
        <p:spPr>
          <a:xfrm>
            <a:off x="7750906" y="5367049"/>
            <a:ext cx="739951" cy="73995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8385261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14:presetBounceEnd="40000">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14:bounceEnd="40000">
                                          <p:cBhvr additive="base">
                                            <p:cTn id="19" dur="500" fill="hold"/>
                                            <p:tgtEl>
                                              <p:spTgt spid="7"/>
                                            </p:tgtEl>
                                            <p:attrNameLst>
                                              <p:attrName>ppt_x</p:attrName>
                                            </p:attrNameLst>
                                          </p:cBhvr>
                                          <p:tavLst>
                                            <p:tav tm="0">
                                              <p:val>
                                                <p:strVal val="#ppt_x"/>
                                              </p:val>
                                            </p:tav>
                                            <p:tav tm="100000">
                                              <p:val>
                                                <p:strVal val="#ppt_x"/>
                                              </p:val>
                                            </p:tav>
                                          </p:tavLst>
                                        </p:anim>
                                        <p:anim calcmode="lin" valueType="num" p14:bounceEnd="40000">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14:presetBounceEnd="40000">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14:bounceEnd="40000">
                                          <p:cBhvr additive="base">
                                            <p:cTn id="23" dur="500" fill="hold"/>
                                            <p:tgtEl>
                                              <p:spTgt spid="8"/>
                                            </p:tgtEl>
                                            <p:attrNameLst>
                                              <p:attrName>ppt_x</p:attrName>
                                            </p:attrNameLst>
                                          </p:cBhvr>
                                          <p:tavLst>
                                            <p:tav tm="0">
                                              <p:val>
                                                <p:strVal val="#ppt_x"/>
                                              </p:val>
                                            </p:tav>
                                            <p:tav tm="100000">
                                              <p:val>
                                                <p:strVal val="#ppt_x"/>
                                              </p:val>
                                            </p:tav>
                                          </p:tavLst>
                                        </p:anim>
                                        <p:anim calcmode="lin" valueType="num" p14:bounceEnd="40000">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14:presetBounceEnd="40000">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14:bounceEnd="40000">
                                          <p:cBhvr additive="base">
                                            <p:cTn id="27" dur="500" fill="hold"/>
                                            <p:tgtEl>
                                              <p:spTgt spid="9"/>
                                            </p:tgtEl>
                                            <p:attrNameLst>
                                              <p:attrName>ppt_x</p:attrName>
                                            </p:attrNameLst>
                                          </p:cBhvr>
                                          <p:tavLst>
                                            <p:tav tm="0">
                                              <p:val>
                                                <p:strVal val="#ppt_x"/>
                                              </p:val>
                                            </p:tav>
                                            <p:tav tm="100000">
                                              <p:val>
                                                <p:strVal val="#ppt_x"/>
                                              </p:val>
                                            </p:tav>
                                          </p:tavLst>
                                        </p:anim>
                                        <p:anim calcmode="lin" valueType="num" p14:bounceEnd="40000">
                                          <p:cBhvr additive="base">
                                            <p:cTn id="2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Lst>
      </p:timing>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1" i="1">
                <a:solidFill>
                  <a:schemeClr val="accent1"/>
                </a:solidFill>
              </a:defRPr>
            </a:lvl1pPr>
          </a:lstStyle>
          <a:p>
            <a:pPr lvl="0"/>
            <a:r>
              <a:rPr lang="en-US" dirty="0"/>
              <a:t>Subtitle</a:t>
            </a:r>
          </a:p>
        </p:txBody>
      </p:sp>
      <p:sp>
        <p:nvSpPr>
          <p:cNvPr id="5" name="Picture Placeholder 2"/>
          <p:cNvSpPr>
            <a:spLocks noGrp="1"/>
          </p:cNvSpPr>
          <p:nvPr>
            <p:ph type="pic" sz="quarter" idx="13"/>
          </p:nvPr>
        </p:nvSpPr>
        <p:spPr>
          <a:xfrm>
            <a:off x="974357" y="2132651"/>
            <a:ext cx="616072" cy="616072"/>
          </a:xfrm>
          <a:prstGeom prst="ellipse">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974357" y="3451691"/>
            <a:ext cx="616072" cy="616072"/>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974357" y="4111211"/>
            <a:ext cx="616072" cy="616072"/>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974357" y="2792171"/>
            <a:ext cx="616072" cy="616072"/>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7"/>
          </p:nvPr>
        </p:nvSpPr>
        <p:spPr>
          <a:xfrm>
            <a:off x="974357" y="4770731"/>
            <a:ext cx="616072" cy="616072"/>
          </a:xfrm>
          <a:prstGeom prst="ellipse">
            <a:avLst/>
          </a:prstGeom>
        </p:spPr>
        <p:txBody>
          <a:bodyPr>
            <a:normAutofit/>
          </a:bodyPr>
          <a:lstStyle>
            <a:lvl1pPr marL="0" indent="0">
              <a:buNone/>
              <a:defRPr sz="1100"/>
            </a:lvl1pPr>
          </a:lstStyle>
          <a:p>
            <a:endParaRPr lang="en-US" dirty="0"/>
          </a:p>
        </p:txBody>
      </p:sp>
      <p:sp>
        <p:nvSpPr>
          <p:cNvPr id="11" name="Picture Placeholder 2"/>
          <p:cNvSpPr>
            <a:spLocks noGrp="1"/>
          </p:cNvSpPr>
          <p:nvPr>
            <p:ph type="pic" sz="quarter" idx="18"/>
          </p:nvPr>
        </p:nvSpPr>
        <p:spPr>
          <a:xfrm>
            <a:off x="974357" y="5430249"/>
            <a:ext cx="616072" cy="6160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01867864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14:presetBounceEnd="40000">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14:bounceEnd="40000">
                                          <p:cBhvr additive="base">
                                            <p:cTn id="11" dur="50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14:presetBounceEnd="40000">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14:bounceEnd="40000">
                                          <p:cBhvr additive="base">
                                            <p:cTn id="15" dur="500" fill="hold"/>
                                            <p:tgtEl>
                                              <p:spTgt spid="7"/>
                                            </p:tgtEl>
                                            <p:attrNameLst>
                                              <p:attrName>ppt_x</p:attrName>
                                            </p:attrNameLst>
                                          </p:cBhvr>
                                          <p:tavLst>
                                            <p:tav tm="0">
                                              <p:val>
                                                <p:strVal val="0-#ppt_w/2"/>
                                              </p:val>
                                            </p:tav>
                                            <p:tav tm="100000">
                                              <p:val>
                                                <p:strVal val="#ppt_x"/>
                                              </p:val>
                                            </p:tav>
                                          </p:tavLst>
                                        </p:anim>
                                        <p:anim calcmode="lin" valueType="num" p14:bounceEnd="40000">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nodePh="1" p14:presetBounceEnd="40000">
                                      <p:stCondLst>
                                        <p:cond delay="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 calcmode="lin" valueType="num" p14:bounceEnd="40000">
                                          <p:cBhvr additive="base">
                                            <p:cTn id="19" dur="500" fill="hold"/>
                                            <p:tgtEl>
                                              <p:spTgt spid="8"/>
                                            </p:tgtEl>
                                            <p:attrNameLst>
                                              <p:attrName>ppt_x</p:attrName>
                                            </p:attrNameLst>
                                          </p:cBhvr>
                                          <p:tavLst>
                                            <p:tav tm="0">
                                              <p:val>
                                                <p:strVal val="0-#ppt_w/2"/>
                                              </p:val>
                                            </p:tav>
                                            <p:tav tm="100000">
                                              <p:val>
                                                <p:strVal val="#ppt_x"/>
                                              </p:val>
                                            </p:tav>
                                          </p:tavLst>
                                        </p:anim>
                                        <p:anim calcmode="lin" valueType="num" p14:bounceEnd="40000">
                                          <p:cBhvr additive="base">
                                            <p:cTn id="20" dur="5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nodePh="1" p14:presetBounceEnd="40000">
                                      <p:stCondLst>
                                        <p:cond delay="0"/>
                                      </p:stCondLst>
                                      <p:endCondLst>
                                        <p:cond evt="begin" delay="0">
                                          <p:tn val="21"/>
                                        </p:cond>
                                      </p:endCondLst>
                                      <p:childTnLst>
                                        <p:set>
                                          <p:cBhvr>
                                            <p:cTn id="22" dur="1" fill="hold">
                                              <p:stCondLst>
                                                <p:cond delay="0"/>
                                              </p:stCondLst>
                                            </p:cTn>
                                            <p:tgtEl>
                                              <p:spTgt spid="10"/>
                                            </p:tgtEl>
                                            <p:attrNameLst>
                                              <p:attrName>style.visibility</p:attrName>
                                            </p:attrNameLst>
                                          </p:cBhvr>
                                          <p:to>
                                            <p:strVal val="visible"/>
                                          </p:to>
                                        </p:set>
                                        <p:anim calcmode="lin" valueType="num" p14:bounceEnd="40000">
                                          <p:cBhvr additive="base">
                                            <p:cTn id="23" dur="500" fill="hold"/>
                                            <p:tgtEl>
                                              <p:spTgt spid="10"/>
                                            </p:tgtEl>
                                            <p:attrNameLst>
                                              <p:attrName>ppt_x</p:attrName>
                                            </p:attrNameLst>
                                          </p:cBhvr>
                                          <p:tavLst>
                                            <p:tav tm="0">
                                              <p:val>
                                                <p:strVal val="0-#ppt_w/2"/>
                                              </p:val>
                                            </p:tav>
                                            <p:tav tm="100000">
                                              <p:val>
                                                <p:strVal val="#ppt_x"/>
                                              </p:val>
                                            </p:tav>
                                          </p:tavLst>
                                        </p:anim>
                                        <p:anim calcmode="lin" valueType="num" p14:bounceEnd="40000">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nodePh="1" p14:presetBounceEnd="40000">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14:bounceEnd="40000">
                                          <p:cBhvr additive="base">
                                            <p:cTn id="27" dur="500" fill="hold"/>
                                            <p:tgtEl>
                                              <p:spTgt spid="11"/>
                                            </p:tgtEl>
                                            <p:attrNameLst>
                                              <p:attrName>ppt_x</p:attrName>
                                            </p:attrNameLst>
                                          </p:cBhvr>
                                          <p:tavLst>
                                            <p:tav tm="0">
                                              <p:val>
                                                <p:strVal val="0-#ppt_w/2"/>
                                              </p:val>
                                            </p:tav>
                                            <p:tav tm="100000">
                                              <p:val>
                                                <p:strVal val="#ppt_x"/>
                                              </p:val>
                                            </p:tav>
                                          </p:tavLst>
                                        </p:anim>
                                        <p:anim calcmode="lin" valueType="num" p14:bounceEnd="40000">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nodePh="1">
                                      <p:stCondLst>
                                        <p:cond delay="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nodePh="1">
                                      <p:stCondLst>
                                        <p:cond delay="0"/>
                                      </p:stCondLst>
                                      <p:endCondLst>
                                        <p:cond evt="begin" delay="0">
                                          <p:tn val="21"/>
                                        </p:cond>
                                      </p:end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0-#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nodePh="1">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Lst>
      </p:timing>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1" i="1">
                <a:solidFill>
                  <a:schemeClr val="accent1"/>
                </a:solidFill>
              </a:defRPr>
            </a:lvl1pPr>
          </a:lstStyle>
          <a:p>
            <a:pPr lvl="0"/>
            <a:r>
              <a:rPr lang="en-US" dirty="0"/>
              <a:t>Subtitle</a:t>
            </a:r>
          </a:p>
        </p:txBody>
      </p:sp>
      <p:sp>
        <p:nvSpPr>
          <p:cNvPr id="5" name="Picture Placeholder 2"/>
          <p:cNvSpPr>
            <a:spLocks noGrp="1"/>
          </p:cNvSpPr>
          <p:nvPr>
            <p:ph type="pic" sz="quarter" idx="13"/>
          </p:nvPr>
        </p:nvSpPr>
        <p:spPr>
          <a:xfrm>
            <a:off x="1370766" y="2463425"/>
            <a:ext cx="793638" cy="793638"/>
          </a:xfrm>
          <a:prstGeom prst="ellipse">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1370766" y="3340247"/>
            <a:ext cx="793638" cy="793638"/>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1370766" y="4217069"/>
            <a:ext cx="793638" cy="793638"/>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1370766" y="5093891"/>
            <a:ext cx="793638" cy="79363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80040179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0" i="1">
                <a:solidFill>
                  <a:schemeClr val="accent1"/>
                </a:solidFill>
              </a:defRPr>
            </a:lvl1pPr>
          </a:lstStyle>
          <a:p>
            <a:pPr lvl="0"/>
            <a:r>
              <a:rPr lang="en-US" dirty="0"/>
              <a:t>Subtitle</a:t>
            </a:r>
          </a:p>
        </p:txBody>
      </p:sp>
      <p:sp>
        <p:nvSpPr>
          <p:cNvPr id="5" name="Picture Placeholder 3"/>
          <p:cNvSpPr>
            <a:spLocks noGrp="1"/>
          </p:cNvSpPr>
          <p:nvPr>
            <p:ph type="pic" sz="quarter" idx="15"/>
          </p:nvPr>
        </p:nvSpPr>
        <p:spPr>
          <a:xfrm>
            <a:off x="1968502" y="1998522"/>
            <a:ext cx="707647" cy="707646"/>
          </a:xfrm>
          <a:prstGeom prst="ellipse">
            <a:avLst/>
          </a:prstGeom>
          <a:solidFill>
            <a:schemeClr val="bg1"/>
          </a:solidFill>
        </p:spPr>
        <p:txBody>
          <a:bodyPr>
            <a:normAutofit/>
          </a:bodyPr>
          <a:lstStyle>
            <a:lvl1pPr marL="0" indent="0">
              <a:buNone/>
              <a:defRPr sz="1200"/>
            </a:lvl1pPr>
          </a:lstStyle>
          <a:p>
            <a:endParaRPr lang="en-US" dirty="0"/>
          </a:p>
        </p:txBody>
      </p:sp>
      <p:sp>
        <p:nvSpPr>
          <p:cNvPr id="6" name="Picture Placeholder 3"/>
          <p:cNvSpPr>
            <a:spLocks noGrp="1"/>
          </p:cNvSpPr>
          <p:nvPr>
            <p:ph type="pic" sz="quarter" idx="16"/>
          </p:nvPr>
        </p:nvSpPr>
        <p:spPr>
          <a:xfrm>
            <a:off x="2878831" y="1912069"/>
            <a:ext cx="936104" cy="936104"/>
          </a:xfrm>
          <a:prstGeom prst="ellipse">
            <a:avLst/>
          </a:prstGeom>
          <a:solidFill>
            <a:schemeClr val="bg1"/>
          </a:solidFill>
        </p:spPr>
        <p:txBody>
          <a:bodyPr>
            <a:normAutofit/>
          </a:bodyPr>
          <a:lstStyle>
            <a:lvl1pPr marL="0" indent="0">
              <a:buNone/>
              <a:defRPr sz="1200"/>
            </a:lvl1pPr>
          </a:lstStyle>
          <a:p>
            <a:endParaRPr lang="en-US" dirty="0"/>
          </a:p>
        </p:txBody>
      </p:sp>
      <p:sp>
        <p:nvSpPr>
          <p:cNvPr id="7" name="Picture Placeholder 3"/>
          <p:cNvSpPr>
            <a:spLocks noGrp="1"/>
          </p:cNvSpPr>
          <p:nvPr>
            <p:ph type="pic" sz="quarter" idx="17"/>
          </p:nvPr>
        </p:nvSpPr>
        <p:spPr>
          <a:xfrm>
            <a:off x="4017618" y="2003059"/>
            <a:ext cx="707647" cy="707646"/>
          </a:xfrm>
          <a:prstGeom prst="ellipse">
            <a:avLst/>
          </a:prstGeom>
          <a:solidFill>
            <a:schemeClr val="bg1"/>
          </a:solidFill>
        </p:spPr>
        <p:txBody>
          <a:bodyPr>
            <a:normAutofit/>
          </a:bodyPr>
          <a:lstStyle>
            <a:lvl1pPr marL="0" indent="0">
              <a:buNone/>
              <a:defRPr sz="1200"/>
            </a:lvl1pPr>
          </a:lstStyle>
          <a:p>
            <a:endParaRPr lang="en-US" dirty="0"/>
          </a:p>
        </p:txBody>
      </p:sp>
      <p:sp>
        <p:nvSpPr>
          <p:cNvPr id="8" name="Picture Placeholder 3"/>
          <p:cNvSpPr>
            <a:spLocks noGrp="1"/>
          </p:cNvSpPr>
          <p:nvPr>
            <p:ph type="pic" sz="quarter" idx="18"/>
          </p:nvPr>
        </p:nvSpPr>
        <p:spPr>
          <a:xfrm>
            <a:off x="4927947" y="2063217"/>
            <a:ext cx="633808" cy="633808"/>
          </a:xfrm>
          <a:prstGeom prst="ellipse">
            <a:avLst/>
          </a:prstGeom>
          <a:solidFill>
            <a:schemeClr val="bg1"/>
          </a:solidFill>
        </p:spPr>
        <p:txBody>
          <a:bodyPr>
            <a:normAutofit/>
          </a:bodyPr>
          <a:lstStyle>
            <a:lvl1pPr marL="0" indent="0">
              <a:buNone/>
              <a:defRPr sz="1200"/>
            </a:lvl1pPr>
          </a:lstStyle>
          <a:p>
            <a:endParaRPr lang="en-US" dirty="0"/>
          </a:p>
        </p:txBody>
      </p:sp>
      <p:sp>
        <p:nvSpPr>
          <p:cNvPr id="10" name="Picture Placeholder 3"/>
          <p:cNvSpPr>
            <a:spLocks noGrp="1"/>
          </p:cNvSpPr>
          <p:nvPr>
            <p:ph type="pic" sz="quarter" idx="19"/>
          </p:nvPr>
        </p:nvSpPr>
        <p:spPr>
          <a:xfrm>
            <a:off x="1132009" y="2063217"/>
            <a:ext cx="633808" cy="633808"/>
          </a:xfrm>
          <a:prstGeom prst="ellipse">
            <a:avLst/>
          </a:prstGeom>
          <a:solidFill>
            <a:schemeClr val="bg1"/>
          </a:solidFill>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23616671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ctr">
              <a:buNone/>
              <a:defRPr sz="1200" b="0" i="1">
                <a:solidFill>
                  <a:schemeClr val="accent1"/>
                </a:solidFill>
              </a:defRPr>
            </a:lvl1pPr>
          </a:lstStyle>
          <a:p>
            <a:pPr lvl="0"/>
            <a:r>
              <a:rPr lang="en-US" dirty="0"/>
              <a:t>Subtitle</a:t>
            </a:r>
          </a:p>
        </p:txBody>
      </p:sp>
      <p:sp>
        <p:nvSpPr>
          <p:cNvPr id="5" name="Picture Placeholder 3"/>
          <p:cNvSpPr>
            <a:spLocks noGrp="1"/>
          </p:cNvSpPr>
          <p:nvPr>
            <p:ph type="pic" sz="quarter" idx="15"/>
          </p:nvPr>
        </p:nvSpPr>
        <p:spPr>
          <a:xfrm>
            <a:off x="4007945" y="1980317"/>
            <a:ext cx="1063496" cy="1063496"/>
          </a:xfrm>
          <a:prstGeom prst="ellipse">
            <a:avLst/>
          </a:prstGeom>
          <a:solidFill>
            <a:schemeClr val="bg1"/>
          </a:solidFill>
        </p:spPr>
        <p:txBody>
          <a:bodyPr>
            <a:normAutofit/>
          </a:bodyPr>
          <a:lstStyle>
            <a:lvl1pPr marL="0" indent="0">
              <a:buNone/>
              <a:defRPr sz="1200"/>
            </a:lvl1pPr>
          </a:lstStyle>
          <a:p>
            <a:endParaRPr lang="en-US" dirty="0"/>
          </a:p>
        </p:txBody>
      </p:sp>
      <p:sp>
        <p:nvSpPr>
          <p:cNvPr id="6" name="Picture Placeholder 3"/>
          <p:cNvSpPr>
            <a:spLocks noGrp="1"/>
          </p:cNvSpPr>
          <p:nvPr>
            <p:ph type="pic" sz="quarter" idx="16"/>
          </p:nvPr>
        </p:nvSpPr>
        <p:spPr>
          <a:xfrm>
            <a:off x="5454316" y="1870381"/>
            <a:ext cx="1283368" cy="1283368"/>
          </a:xfrm>
          <a:prstGeom prst="ellipse">
            <a:avLst/>
          </a:prstGeom>
          <a:solidFill>
            <a:schemeClr val="bg1"/>
          </a:solidFill>
        </p:spPr>
        <p:txBody>
          <a:bodyPr>
            <a:normAutofit/>
          </a:bodyPr>
          <a:lstStyle>
            <a:lvl1pPr marL="0" indent="0">
              <a:buNone/>
              <a:defRPr sz="1200"/>
            </a:lvl1pPr>
          </a:lstStyle>
          <a:p>
            <a:endParaRPr lang="en-US" dirty="0"/>
          </a:p>
        </p:txBody>
      </p:sp>
      <p:sp>
        <p:nvSpPr>
          <p:cNvPr id="7" name="Picture Placeholder 3"/>
          <p:cNvSpPr>
            <a:spLocks noGrp="1"/>
          </p:cNvSpPr>
          <p:nvPr>
            <p:ph type="pic" sz="quarter" idx="17"/>
          </p:nvPr>
        </p:nvSpPr>
        <p:spPr>
          <a:xfrm>
            <a:off x="7120559" y="1980317"/>
            <a:ext cx="1063496" cy="1063496"/>
          </a:xfrm>
          <a:prstGeom prst="ellipse">
            <a:avLst/>
          </a:prstGeom>
          <a:solidFill>
            <a:schemeClr val="bg1"/>
          </a:solidFill>
        </p:spPr>
        <p:txBody>
          <a:bodyPr>
            <a:normAutofit/>
          </a:bodyPr>
          <a:lstStyle>
            <a:lvl1pPr marL="0" indent="0">
              <a:buNone/>
              <a:defRPr sz="1200"/>
            </a:lvl1pPr>
          </a:lstStyle>
          <a:p>
            <a:endParaRPr lang="en-US" dirty="0"/>
          </a:p>
        </p:txBody>
      </p:sp>
      <p:sp>
        <p:nvSpPr>
          <p:cNvPr id="8" name="Picture Placeholder 3"/>
          <p:cNvSpPr>
            <a:spLocks noGrp="1"/>
          </p:cNvSpPr>
          <p:nvPr>
            <p:ph type="pic" sz="quarter" idx="18"/>
          </p:nvPr>
        </p:nvSpPr>
        <p:spPr>
          <a:xfrm>
            <a:off x="8566931" y="2035801"/>
            <a:ext cx="952528" cy="952528"/>
          </a:xfrm>
          <a:prstGeom prst="ellipse">
            <a:avLst/>
          </a:prstGeom>
          <a:solidFill>
            <a:schemeClr val="bg1"/>
          </a:solidFill>
        </p:spPr>
        <p:txBody>
          <a:bodyPr>
            <a:normAutofit/>
          </a:bodyPr>
          <a:lstStyle>
            <a:lvl1pPr marL="0" indent="0">
              <a:buNone/>
              <a:defRPr sz="1200"/>
            </a:lvl1pPr>
          </a:lstStyle>
          <a:p>
            <a:endParaRPr lang="en-US" dirty="0"/>
          </a:p>
        </p:txBody>
      </p:sp>
      <p:sp>
        <p:nvSpPr>
          <p:cNvPr id="10" name="Picture Placeholder 3"/>
          <p:cNvSpPr>
            <a:spLocks noGrp="1"/>
          </p:cNvSpPr>
          <p:nvPr>
            <p:ph type="pic" sz="quarter" idx="19"/>
          </p:nvPr>
        </p:nvSpPr>
        <p:spPr>
          <a:xfrm>
            <a:off x="2672543" y="2035801"/>
            <a:ext cx="952528" cy="952528"/>
          </a:xfrm>
          <a:prstGeom prst="ellipse">
            <a:avLst/>
          </a:prstGeom>
          <a:solidFill>
            <a:schemeClr val="bg1"/>
          </a:solidFill>
        </p:spPr>
        <p:txBody>
          <a:bodyPr>
            <a:normAutofit/>
          </a:bodyPr>
          <a:lstStyle>
            <a:lvl1pPr marL="0" indent="0">
              <a:buNone/>
              <a:defRPr sz="1200"/>
            </a:lvl1pPr>
          </a:lstStyle>
          <a:p>
            <a:endParaRPr lang="en-US" dirty="0"/>
          </a:p>
        </p:txBody>
      </p:sp>
      <p:sp>
        <p:nvSpPr>
          <p:cNvPr id="11" name="Picture Placeholder 3"/>
          <p:cNvSpPr>
            <a:spLocks noGrp="1"/>
          </p:cNvSpPr>
          <p:nvPr>
            <p:ph type="pic" sz="quarter" idx="20"/>
          </p:nvPr>
        </p:nvSpPr>
        <p:spPr>
          <a:xfrm>
            <a:off x="9902334" y="2165996"/>
            <a:ext cx="692143" cy="692143"/>
          </a:xfrm>
          <a:prstGeom prst="ellipse">
            <a:avLst/>
          </a:prstGeom>
          <a:solidFill>
            <a:schemeClr val="bg1"/>
          </a:solidFill>
        </p:spPr>
        <p:txBody>
          <a:bodyPr>
            <a:normAutofit/>
          </a:bodyPr>
          <a:lstStyle>
            <a:lvl1pPr marL="0" indent="0">
              <a:buNone/>
              <a:defRPr sz="1200"/>
            </a:lvl1pPr>
          </a:lstStyle>
          <a:p>
            <a:endParaRPr lang="en-US" dirty="0"/>
          </a:p>
        </p:txBody>
      </p:sp>
      <p:sp>
        <p:nvSpPr>
          <p:cNvPr id="12" name="Picture Placeholder 3"/>
          <p:cNvSpPr>
            <a:spLocks noGrp="1"/>
          </p:cNvSpPr>
          <p:nvPr>
            <p:ph type="pic" sz="quarter" idx="21"/>
          </p:nvPr>
        </p:nvSpPr>
        <p:spPr>
          <a:xfrm>
            <a:off x="1597526" y="2165996"/>
            <a:ext cx="692143" cy="692143"/>
          </a:xfrm>
          <a:prstGeom prst="ellipse">
            <a:avLst/>
          </a:prstGeom>
          <a:solidFill>
            <a:schemeClr val="bg1"/>
          </a:solidFill>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429071477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49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
        <p:nvSpPr>
          <p:cNvPr id="5" name="Picture Placeholder 2"/>
          <p:cNvSpPr>
            <a:spLocks noGrp="1"/>
          </p:cNvSpPr>
          <p:nvPr>
            <p:ph type="pic" sz="quarter" idx="12"/>
          </p:nvPr>
        </p:nvSpPr>
        <p:spPr>
          <a:xfrm>
            <a:off x="1780919" y="1656784"/>
            <a:ext cx="8630162" cy="2210366"/>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76048706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50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
        <p:nvSpPr>
          <p:cNvPr id="7" name="Picture Placeholder 2"/>
          <p:cNvSpPr>
            <a:spLocks noGrp="1"/>
          </p:cNvSpPr>
          <p:nvPr>
            <p:ph type="pic" sz="quarter" idx="12"/>
          </p:nvPr>
        </p:nvSpPr>
        <p:spPr>
          <a:xfrm>
            <a:off x="1989669" y="1969477"/>
            <a:ext cx="3445762" cy="344576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35749681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5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428216171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57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
        <p:nvSpPr>
          <p:cNvPr id="5" name="Picture Placeholder 2"/>
          <p:cNvSpPr>
            <a:spLocks noGrp="1"/>
          </p:cNvSpPr>
          <p:nvPr>
            <p:ph type="pic" sz="quarter" idx="12"/>
          </p:nvPr>
        </p:nvSpPr>
        <p:spPr>
          <a:xfrm>
            <a:off x="1466339" y="1508171"/>
            <a:ext cx="793638" cy="793638"/>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3"/>
          </p:nvPr>
        </p:nvSpPr>
        <p:spPr>
          <a:xfrm>
            <a:off x="1466339" y="3196139"/>
            <a:ext cx="793638" cy="793638"/>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4"/>
          </p:nvPr>
        </p:nvSpPr>
        <p:spPr>
          <a:xfrm>
            <a:off x="1466339" y="4884107"/>
            <a:ext cx="793638" cy="79363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96961930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58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
        <p:nvSpPr>
          <p:cNvPr id="5" name="Picture Placeholder 2"/>
          <p:cNvSpPr>
            <a:spLocks noGrp="1"/>
          </p:cNvSpPr>
          <p:nvPr>
            <p:ph type="pic" sz="quarter" idx="12"/>
          </p:nvPr>
        </p:nvSpPr>
        <p:spPr>
          <a:xfrm>
            <a:off x="1466339" y="1508171"/>
            <a:ext cx="793638" cy="793638"/>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3"/>
          </p:nvPr>
        </p:nvSpPr>
        <p:spPr>
          <a:xfrm>
            <a:off x="1466339" y="3828150"/>
            <a:ext cx="793638" cy="793638"/>
          </a:xfrm>
          <a:prstGeom prst="ellipse">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5"/>
          </p:nvPr>
        </p:nvSpPr>
        <p:spPr>
          <a:xfrm>
            <a:off x="6483056" y="1508171"/>
            <a:ext cx="793638" cy="793638"/>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6"/>
          </p:nvPr>
        </p:nvSpPr>
        <p:spPr>
          <a:xfrm>
            <a:off x="6483056" y="3828150"/>
            <a:ext cx="793638" cy="79363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12765602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0" grpId="0"/>
    </p:bldLst>
  </p:timing>
  <p:extLst>
    <p:ext uri="{DCECCB84-F9BA-43D5-87BE-67443E8EF086}">
      <p15:sldGuideLst xmlns:p15="http://schemas.microsoft.com/office/powerpoint/2012/main">
        <p15:guide id="1" pos="3840">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59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
        <p:nvSpPr>
          <p:cNvPr id="5" name="Picture Placeholder 2"/>
          <p:cNvSpPr>
            <a:spLocks noGrp="1"/>
          </p:cNvSpPr>
          <p:nvPr>
            <p:ph type="pic" sz="quarter" idx="12"/>
          </p:nvPr>
        </p:nvSpPr>
        <p:spPr>
          <a:xfrm>
            <a:off x="1629851" y="1656784"/>
            <a:ext cx="3519501" cy="4139582"/>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62661321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61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1660602" y="1123673"/>
            <a:ext cx="3600000" cy="3600000"/>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25538444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6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
        <p:nvSpPr>
          <p:cNvPr id="5" name="Picture Placeholder 2"/>
          <p:cNvSpPr>
            <a:spLocks noGrp="1"/>
          </p:cNvSpPr>
          <p:nvPr>
            <p:ph type="pic" sz="quarter" idx="12"/>
          </p:nvPr>
        </p:nvSpPr>
        <p:spPr>
          <a:xfrm>
            <a:off x="1476102" y="2476219"/>
            <a:ext cx="2813236" cy="2813236"/>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53607568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Rounded Rectangle 3"/>
          <p:cNvSpPr/>
          <p:nvPr userDrawn="1"/>
        </p:nvSpPr>
        <p:spPr>
          <a:xfrm>
            <a:off x="297320" y="286100"/>
            <a:ext cx="4167104" cy="6327873"/>
          </a:xfrm>
          <a:prstGeom prst="roundRect">
            <a:avLst>
              <a:gd name="adj" fmla="val 56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1130969" y="735983"/>
            <a:ext cx="3866966" cy="5386034"/>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98014978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Rounded Rectangle 3"/>
          <p:cNvSpPr/>
          <p:nvPr userDrawn="1"/>
        </p:nvSpPr>
        <p:spPr>
          <a:xfrm>
            <a:off x="297320" y="286100"/>
            <a:ext cx="4167104" cy="6327873"/>
          </a:xfrm>
          <a:prstGeom prst="roundRect">
            <a:avLst>
              <a:gd name="adj" fmla="val 56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928950" y="916736"/>
            <a:ext cx="2909403" cy="2889719"/>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3173607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108_Title Only">
    <p:spTree>
      <p:nvGrpSpPr>
        <p:cNvPr id="1" name=""/>
        <p:cNvGrpSpPr/>
        <p:nvPr/>
      </p:nvGrpSpPr>
      <p:grpSpPr>
        <a:xfrm>
          <a:off x="0" y="0"/>
          <a:ext cx="0" cy="0"/>
          <a:chOff x="0" y="0"/>
          <a:chExt cx="0" cy="0"/>
        </a:xfrm>
      </p:grpSpPr>
      <p:sp>
        <p:nvSpPr>
          <p:cNvPr id="4" name="Rectangle 3"/>
          <p:cNvSpPr/>
          <p:nvPr userDrawn="1"/>
        </p:nvSpPr>
        <p:spPr>
          <a:xfrm>
            <a:off x="0" y="0"/>
            <a:ext cx="267865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2065467" y="0"/>
            <a:ext cx="10126531"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Picture Placeholder 2"/>
          <p:cNvSpPr>
            <a:spLocks noGrp="1"/>
          </p:cNvSpPr>
          <p:nvPr>
            <p:ph type="pic" sz="quarter" idx="14"/>
          </p:nvPr>
        </p:nvSpPr>
        <p:spPr>
          <a:xfrm>
            <a:off x="7327557" y="3552566"/>
            <a:ext cx="2755558" cy="1896764"/>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70766168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109_Title Only">
    <p:spTree>
      <p:nvGrpSpPr>
        <p:cNvPr id="1" name=""/>
        <p:cNvGrpSpPr/>
        <p:nvPr/>
      </p:nvGrpSpPr>
      <p:grpSpPr>
        <a:xfrm>
          <a:off x="0" y="0"/>
          <a:ext cx="0" cy="0"/>
          <a:chOff x="0" y="0"/>
          <a:chExt cx="0" cy="0"/>
        </a:xfrm>
      </p:grpSpPr>
      <p:sp>
        <p:nvSpPr>
          <p:cNvPr id="4" name="Rectangle 3"/>
          <p:cNvSpPr/>
          <p:nvPr userDrawn="1"/>
        </p:nvSpPr>
        <p:spPr>
          <a:xfrm>
            <a:off x="0" y="0"/>
            <a:ext cx="267865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2065467" y="0"/>
            <a:ext cx="10126531"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Picture Placeholder 2"/>
          <p:cNvSpPr>
            <a:spLocks noGrp="1"/>
          </p:cNvSpPr>
          <p:nvPr>
            <p:ph type="pic" sz="quarter" idx="14"/>
          </p:nvPr>
        </p:nvSpPr>
        <p:spPr>
          <a:xfrm>
            <a:off x="2860408" y="826298"/>
            <a:ext cx="2755558" cy="1896764"/>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45330364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110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441629" y="4513609"/>
            <a:ext cx="723292" cy="72329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6675895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111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1851975" y="437554"/>
            <a:ext cx="723292" cy="72329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5269502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112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1851975" y="437554"/>
            <a:ext cx="723292" cy="723292"/>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4"/>
          </p:nvPr>
        </p:nvSpPr>
        <p:spPr>
          <a:xfrm>
            <a:off x="2923675"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5"/>
          </p:nvPr>
        </p:nvSpPr>
        <p:spPr>
          <a:xfrm>
            <a:off x="4247149"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6"/>
          </p:nvPr>
        </p:nvSpPr>
        <p:spPr>
          <a:xfrm>
            <a:off x="5570623"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7"/>
          </p:nvPr>
        </p:nvSpPr>
        <p:spPr>
          <a:xfrm>
            <a:off x="6894098"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06173208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9" grpId="0"/>
      <p:bldP spid="10" grpId="0"/>
    </p:bld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113_Title Only">
    <p:spTree>
      <p:nvGrpSpPr>
        <p:cNvPr id="1" name=""/>
        <p:cNvGrpSpPr/>
        <p:nvPr/>
      </p:nvGrpSpPr>
      <p:grpSpPr>
        <a:xfrm>
          <a:off x="0" y="0"/>
          <a:ext cx="0" cy="0"/>
          <a:chOff x="0" y="0"/>
          <a:chExt cx="0" cy="0"/>
        </a:xfrm>
      </p:grpSpPr>
      <p:sp>
        <p:nvSpPr>
          <p:cNvPr id="7" name="Picture Placeholder 2"/>
          <p:cNvSpPr>
            <a:spLocks noGrp="1"/>
          </p:cNvSpPr>
          <p:nvPr>
            <p:ph type="pic" sz="quarter" idx="14"/>
          </p:nvPr>
        </p:nvSpPr>
        <p:spPr>
          <a:xfrm>
            <a:off x="2923675"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5"/>
          </p:nvPr>
        </p:nvSpPr>
        <p:spPr>
          <a:xfrm>
            <a:off x="4247149"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6"/>
          </p:nvPr>
        </p:nvSpPr>
        <p:spPr>
          <a:xfrm>
            <a:off x="5570623"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7"/>
          </p:nvPr>
        </p:nvSpPr>
        <p:spPr>
          <a:xfrm>
            <a:off x="6894098"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8"/>
          </p:nvPr>
        </p:nvSpPr>
        <p:spPr>
          <a:xfrm>
            <a:off x="8980382" y="4752474"/>
            <a:ext cx="2442407" cy="1215190"/>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34838346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2" grpId="0"/>
    </p:bld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114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1957333" y="623008"/>
            <a:ext cx="931472" cy="9314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68536511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115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1957333" y="623008"/>
            <a:ext cx="931472" cy="931472"/>
          </a:xfrm>
          <a:prstGeom prst="ellipse">
            <a:avLst/>
          </a:prstGeom>
        </p:spPr>
        <p:txBody>
          <a:bodyPr>
            <a:normAutofit/>
          </a:bodyPr>
          <a:lstStyle>
            <a:lvl1pPr marL="0" indent="0">
              <a:buNone/>
              <a:defRPr sz="1100"/>
            </a:lvl1pPr>
          </a:lstStyle>
          <a:p>
            <a:endParaRPr lang="en-US" dirty="0"/>
          </a:p>
        </p:txBody>
      </p:sp>
      <p:sp>
        <p:nvSpPr>
          <p:cNvPr id="4" name="Picture Placeholder 2"/>
          <p:cNvSpPr>
            <a:spLocks noGrp="1"/>
          </p:cNvSpPr>
          <p:nvPr>
            <p:ph type="pic" sz="quarter" idx="14"/>
          </p:nvPr>
        </p:nvSpPr>
        <p:spPr>
          <a:xfrm>
            <a:off x="7327556" y="3552566"/>
            <a:ext cx="2990336" cy="1896764"/>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79352773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64_Title Only">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827088" y="1261515"/>
            <a:ext cx="10537825" cy="333148"/>
          </a:xfrm>
        </p:spPr>
        <p:txBody>
          <a:bodyPr anchor="t">
            <a:normAutofit/>
          </a:bodyPr>
          <a:lstStyle>
            <a:lvl1pPr marL="0" indent="0">
              <a:buNone/>
              <a:defRPr sz="1000" i="1">
                <a:solidFill>
                  <a:schemeClr val="tx1">
                    <a:lumMod val="50000"/>
                    <a:lumOff val="50000"/>
                  </a:schemeClr>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Title 4"/>
          <p:cNvSpPr>
            <a:spLocks noGrp="1"/>
          </p:cNvSpPr>
          <p:nvPr>
            <p:ph type="title"/>
          </p:nvPr>
        </p:nvSpPr>
        <p:spPr/>
        <p:txBody>
          <a:bodyPr/>
          <a:lstStyle/>
          <a:p>
            <a:r>
              <a:rPr lang="en-US"/>
              <a:t>Click to edit Master title style</a:t>
            </a:r>
          </a:p>
        </p:txBody>
      </p:sp>
      <p:sp>
        <p:nvSpPr>
          <p:cNvPr id="8" name="Picture Placeholder 2"/>
          <p:cNvSpPr>
            <a:spLocks noGrp="1"/>
          </p:cNvSpPr>
          <p:nvPr>
            <p:ph type="pic" sz="quarter" idx="14"/>
          </p:nvPr>
        </p:nvSpPr>
        <p:spPr>
          <a:xfrm>
            <a:off x="1798874" y="2364343"/>
            <a:ext cx="1369667" cy="1369667"/>
          </a:xfrm>
          <a:prstGeom prst="ellipse">
            <a:avLst/>
          </a:prstGeom>
          <a:noFill/>
          <a:effectLst/>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5"/>
          </p:nvPr>
        </p:nvSpPr>
        <p:spPr>
          <a:xfrm>
            <a:off x="1145538" y="4955230"/>
            <a:ext cx="600338" cy="600338"/>
          </a:xfrm>
          <a:prstGeom prst="ellipse">
            <a:avLst/>
          </a:prstGeom>
          <a:noFill/>
          <a:effectLst/>
        </p:spPr>
        <p:txBody>
          <a:bodyPr>
            <a:normAutofit/>
          </a:bodyPr>
          <a:lstStyle>
            <a:lvl1pPr marL="0" indent="0">
              <a:buNone/>
              <a:defRPr sz="900"/>
            </a:lvl1pPr>
          </a:lstStyle>
          <a:p>
            <a:endParaRPr lang="en-US" dirty="0"/>
          </a:p>
        </p:txBody>
      </p:sp>
      <p:sp>
        <p:nvSpPr>
          <p:cNvPr id="11" name="Picture Placeholder 2"/>
          <p:cNvSpPr>
            <a:spLocks noGrp="1"/>
          </p:cNvSpPr>
          <p:nvPr>
            <p:ph type="pic" sz="quarter" idx="16"/>
          </p:nvPr>
        </p:nvSpPr>
        <p:spPr>
          <a:xfrm>
            <a:off x="2202813" y="4955230"/>
            <a:ext cx="600338" cy="600338"/>
          </a:xfrm>
          <a:prstGeom prst="ellipse">
            <a:avLst/>
          </a:prstGeom>
          <a:noFill/>
          <a:effectLst/>
        </p:spPr>
        <p:txBody>
          <a:bodyPr>
            <a:normAutofit/>
          </a:bodyPr>
          <a:lstStyle>
            <a:lvl1pPr marL="0" indent="0">
              <a:buNone/>
              <a:defRPr sz="900"/>
            </a:lvl1pPr>
          </a:lstStyle>
          <a:p>
            <a:endParaRPr lang="en-US" dirty="0"/>
          </a:p>
        </p:txBody>
      </p:sp>
      <p:sp>
        <p:nvSpPr>
          <p:cNvPr id="12" name="Picture Placeholder 2"/>
          <p:cNvSpPr>
            <a:spLocks noGrp="1"/>
          </p:cNvSpPr>
          <p:nvPr>
            <p:ph type="pic" sz="quarter" idx="17"/>
          </p:nvPr>
        </p:nvSpPr>
        <p:spPr>
          <a:xfrm>
            <a:off x="3260088" y="4955230"/>
            <a:ext cx="600338" cy="600338"/>
          </a:xfrm>
          <a:prstGeom prst="ellipse">
            <a:avLst/>
          </a:prstGeom>
          <a:noFill/>
          <a:effectLst/>
        </p:spPr>
        <p:txBody>
          <a:bodyPr>
            <a:normAutofit/>
          </a:bodyPr>
          <a:lstStyle>
            <a:lvl1pPr marL="0" indent="0">
              <a:buNone/>
              <a:defRPr sz="900"/>
            </a:lvl1pPr>
          </a:lstStyle>
          <a:p>
            <a:endParaRPr lang="en-US" dirty="0"/>
          </a:p>
        </p:txBody>
      </p:sp>
    </p:spTree>
    <p:extLst>
      <p:ext uri="{BB962C8B-B14F-4D97-AF65-F5344CB8AC3E}">
        <p14:creationId xmlns:p14="http://schemas.microsoft.com/office/powerpoint/2010/main" val="289626953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p:bld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67_Title Only">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827088" y="1261515"/>
            <a:ext cx="10537825" cy="333148"/>
          </a:xfrm>
        </p:spPr>
        <p:txBody>
          <a:bodyPr anchor="t">
            <a:normAutofit/>
          </a:bodyPr>
          <a:lstStyle>
            <a:lvl1pPr marL="0" indent="0">
              <a:buNone/>
              <a:defRPr sz="1000" i="1">
                <a:solidFill>
                  <a:schemeClr val="tx1">
                    <a:lumMod val="50000"/>
                    <a:lumOff val="50000"/>
                  </a:schemeClr>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Title 4"/>
          <p:cNvSpPr>
            <a:spLocks noGrp="1"/>
          </p:cNvSpPr>
          <p:nvPr>
            <p:ph type="title"/>
          </p:nvPr>
        </p:nvSpPr>
        <p:spPr/>
        <p:txBody>
          <a:bodyPr/>
          <a:lstStyle/>
          <a:p>
            <a:r>
              <a:rPr lang="en-US"/>
              <a:t>Click to edit Master title style</a:t>
            </a:r>
          </a:p>
        </p:txBody>
      </p:sp>
      <p:sp>
        <p:nvSpPr>
          <p:cNvPr id="8" name="Picture Placeholder 2"/>
          <p:cNvSpPr>
            <a:spLocks noGrp="1"/>
          </p:cNvSpPr>
          <p:nvPr>
            <p:ph type="pic" sz="quarter" idx="14"/>
          </p:nvPr>
        </p:nvSpPr>
        <p:spPr>
          <a:xfrm>
            <a:off x="1758352" y="2364343"/>
            <a:ext cx="1369667" cy="1369667"/>
          </a:xfrm>
          <a:prstGeom prst="ellipse">
            <a:avLst/>
          </a:prstGeom>
          <a:noFill/>
          <a:effectLst/>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5"/>
          </p:nvPr>
        </p:nvSpPr>
        <p:spPr>
          <a:xfrm>
            <a:off x="5411166" y="2364343"/>
            <a:ext cx="1369667" cy="1369667"/>
          </a:xfrm>
          <a:prstGeom prst="ellipse">
            <a:avLst/>
          </a:prstGeom>
          <a:noFill/>
          <a:effectLst/>
        </p:spPr>
        <p:txBody>
          <a:bodyPr>
            <a:normAutofit/>
          </a:bodyPr>
          <a:lstStyle>
            <a:lvl1pPr marL="0" indent="0">
              <a:buNone/>
              <a:defRPr sz="1100"/>
            </a:lvl1pPr>
          </a:lstStyle>
          <a:p>
            <a:endParaRPr lang="en-US" dirty="0"/>
          </a:p>
        </p:txBody>
      </p:sp>
      <p:sp>
        <p:nvSpPr>
          <p:cNvPr id="11" name="Picture Placeholder 2"/>
          <p:cNvSpPr>
            <a:spLocks noGrp="1"/>
          </p:cNvSpPr>
          <p:nvPr>
            <p:ph type="pic" sz="quarter" idx="16"/>
          </p:nvPr>
        </p:nvSpPr>
        <p:spPr>
          <a:xfrm>
            <a:off x="9066966" y="2364343"/>
            <a:ext cx="1369667" cy="1369667"/>
          </a:xfrm>
          <a:prstGeom prst="ellipse">
            <a:avLst/>
          </a:prstGeom>
          <a:noFill/>
          <a:effectLst/>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18944869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extLst>
    <p:ext uri="{DCECCB84-F9BA-43D5-87BE-67443E8EF086}">
      <p15:sldGuideLst xmlns:p15="http://schemas.microsoft.com/office/powerpoint/2012/main">
        <p15:guide id="1" pos="384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5" name="Picture Placeholder 3"/>
          <p:cNvSpPr>
            <a:spLocks noGrp="1"/>
          </p:cNvSpPr>
          <p:nvPr>
            <p:ph type="pic" sz="quarter" idx="15"/>
          </p:nvPr>
        </p:nvSpPr>
        <p:spPr>
          <a:xfrm>
            <a:off x="4007945" y="502246"/>
            <a:ext cx="1063496" cy="1063496"/>
          </a:xfrm>
          <a:prstGeom prst="ellipse">
            <a:avLst/>
          </a:prstGeom>
          <a:solidFill>
            <a:schemeClr val="bg1"/>
          </a:solidFill>
        </p:spPr>
        <p:txBody>
          <a:bodyPr>
            <a:normAutofit/>
          </a:bodyPr>
          <a:lstStyle>
            <a:lvl1pPr marL="0" indent="0">
              <a:buNone/>
              <a:defRPr sz="1200"/>
            </a:lvl1pPr>
          </a:lstStyle>
          <a:p>
            <a:endParaRPr lang="en-US" dirty="0"/>
          </a:p>
        </p:txBody>
      </p:sp>
      <p:sp>
        <p:nvSpPr>
          <p:cNvPr id="6" name="Picture Placeholder 3"/>
          <p:cNvSpPr>
            <a:spLocks noGrp="1"/>
          </p:cNvSpPr>
          <p:nvPr>
            <p:ph type="pic" sz="quarter" idx="16"/>
          </p:nvPr>
        </p:nvSpPr>
        <p:spPr>
          <a:xfrm>
            <a:off x="5454316" y="392310"/>
            <a:ext cx="1283368" cy="1283368"/>
          </a:xfrm>
          <a:prstGeom prst="ellipse">
            <a:avLst/>
          </a:prstGeom>
          <a:solidFill>
            <a:schemeClr val="bg1"/>
          </a:solidFill>
        </p:spPr>
        <p:txBody>
          <a:bodyPr>
            <a:normAutofit/>
          </a:bodyPr>
          <a:lstStyle>
            <a:lvl1pPr marL="0" indent="0">
              <a:buNone/>
              <a:defRPr sz="1200"/>
            </a:lvl1pPr>
          </a:lstStyle>
          <a:p>
            <a:endParaRPr lang="en-US" dirty="0"/>
          </a:p>
        </p:txBody>
      </p:sp>
      <p:sp>
        <p:nvSpPr>
          <p:cNvPr id="7" name="Picture Placeholder 3"/>
          <p:cNvSpPr>
            <a:spLocks noGrp="1"/>
          </p:cNvSpPr>
          <p:nvPr>
            <p:ph type="pic" sz="quarter" idx="17"/>
          </p:nvPr>
        </p:nvSpPr>
        <p:spPr>
          <a:xfrm>
            <a:off x="7120559" y="502246"/>
            <a:ext cx="1063496" cy="1063496"/>
          </a:xfrm>
          <a:prstGeom prst="ellipse">
            <a:avLst/>
          </a:prstGeom>
          <a:solidFill>
            <a:schemeClr val="bg1"/>
          </a:solidFill>
        </p:spPr>
        <p:txBody>
          <a:bodyPr>
            <a:normAutofit/>
          </a:bodyPr>
          <a:lstStyle>
            <a:lvl1pPr marL="0" indent="0">
              <a:buNone/>
              <a:defRPr sz="1200"/>
            </a:lvl1pPr>
          </a:lstStyle>
          <a:p>
            <a:endParaRPr lang="en-US" dirty="0"/>
          </a:p>
        </p:txBody>
      </p:sp>
      <p:sp>
        <p:nvSpPr>
          <p:cNvPr id="8" name="Picture Placeholder 3"/>
          <p:cNvSpPr>
            <a:spLocks noGrp="1"/>
          </p:cNvSpPr>
          <p:nvPr>
            <p:ph type="pic" sz="quarter" idx="18"/>
          </p:nvPr>
        </p:nvSpPr>
        <p:spPr>
          <a:xfrm>
            <a:off x="8566931" y="557730"/>
            <a:ext cx="952528" cy="952528"/>
          </a:xfrm>
          <a:prstGeom prst="ellipse">
            <a:avLst/>
          </a:prstGeom>
          <a:solidFill>
            <a:schemeClr val="bg1"/>
          </a:solidFill>
        </p:spPr>
        <p:txBody>
          <a:bodyPr>
            <a:normAutofit/>
          </a:bodyPr>
          <a:lstStyle>
            <a:lvl1pPr marL="0" indent="0">
              <a:buNone/>
              <a:defRPr sz="1200"/>
            </a:lvl1pPr>
          </a:lstStyle>
          <a:p>
            <a:endParaRPr lang="en-US" dirty="0"/>
          </a:p>
        </p:txBody>
      </p:sp>
      <p:sp>
        <p:nvSpPr>
          <p:cNvPr id="10" name="Picture Placeholder 3"/>
          <p:cNvSpPr>
            <a:spLocks noGrp="1"/>
          </p:cNvSpPr>
          <p:nvPr>
            <p:ph type="pic" sz="quarter" idx="19"/>
          </p:nvPr>
        </p:nvSpPr>
        <p:spPr>
          <a:xfrm>
            <a:off x="2672543" y="557730"/>
            <a:ext cx="952528" cy="952528"/>
          </a:xfrm>
          <a:prstGeom prst="ellipse">
            <a:avLst/>
          </a:prstGeom>
          <a:solidFill>
            <a:schemeClr val="bg1"/>
          </a:solidFill>
        </p:spPr>
        <p:txBody>
          <a:bodyPr>
            <a:normAutofit/>
          </a:bodyPr>
          <a:lstStyle>
            <a:lvl1pPr marL="0" indent="0">
              <a:buNone/>
              <a:defRPr sz="1200"/>
            </a:lvl1pPr>
          </a:lstStyle>
          <a:p>
            <a:endParaRPr lang="en-US" dirty="0"/>
          </a:p>
        </p:txBody>
      </p:sp>
      <p:sp>
        <p:nvSpPr>
          <p:cNvPr id="11" name="Picture Placeholder 3"/>
          <p:cNvSpPr>
            <a:spLocks noGrp="1"/>
          </p:cNvSpPr>
          <p:nvPr>
            <p:ph type="pic" sz="quarter" idx="20"/>
          </p:nvPr>
        </p:nvSpPr>
        <p:spPr>
          <a:xfrm>
            <a:off x="9902334" y="687925"/>
            <a:ext cx="692143" cy="692143"/>
          </a:xfrm>
          <a:prstGeom prst="ellipse">
            <a:avLst/>
          </a:prstGeom>
          <a:solidFill>
            <a:schemeClr val="bg1"/>
          </a:solidFill>
        </p:spPr>
        <p:txBody>
          <a:bodyPr>
            <a:normAutofit/>
          </a:bodyPr>
          <a:lstStyle>
            <a:lvl1pPr marL="0" indent="0">
              <a:buNone/>
              <a:defRPr sz="1200"/>
            </a:lvl1pPr>
          </a:lstStyle>
          <a:p>
            <a:endParaRPr lang="en-US" dirty="0"/>
          </a:p>
        </p:txBody>
      </p:sp>
      <p:sp>
        <p:nvSpPr>
          <p:cNvPr id="12" name="Picture Placeholder 3"/>
          <p:cNvSpPr>
            <a:spLocks noGrp="1"/>
          </p:cNvSpPr>
          <p:nvPr>
            <p:ph type="pic" sz="quarter" idx="21"/>
          </p:nvPr>
        </p:nvSpPr>
        <p:spPr>
          <a:xfrm>
            <a:off x="1597526" y="687925"/>
            <a:ext cx="692143" cy="692143"/>
          </a:xfrm>
          <a:prstGeom prst="ellipse">
            <a:avLst/>
          </a:prstGeom>
          <a:solidFill>
            <a:schemeClr val="bg1"/>
          </a:solidFill>
        </p:spPr>
        <p:txBody>
          <a:bodyPr>
            <a:normAutofit/>
          </a:bodyPr>
          <a:lstStyle>
            <a:lvl1pPr marL="0" indent="0">
              <a:buNone/>
              <a:defRPr sz="1200"/>
            </a:lvl1pPr>
          </a:lstStyle>
          <a:p>
            <a:endParaRPr lang="en-US" dirty="0"/>
          </a:p>
        </p:txBody>
      </p:sp>
      <p:sp>
        <p:nvSpPr>
          <p:cNvPr id="13" name="Picture Placeholder 3"/>
          <p:cNvSpPr>
            <a:spLocks noGrp="1"/>
          </p:cNvSpPr>
          <p:nvPr>
            <p:ph type="pic" sz="quarter" idx="22"/>
          </p:nvPr>
        </p:nvSpPr>
        <p:spPr>
          <a:xfrm>
            <a:off x="522507" y="687925"/>
            <a:ext cx="692143" cy="692143"/>
          </a:xfrm>
          <a:prstGeom prst="ellipse">
            <a:avLst/>
          </a:prstGeom>
          <a:solidFill>
            <a:schemeClr val="bg1"/>
          </a:solidFill>
        </p:spPr>
        <p:txBody>
          <a:bodyPr>
            <a:normAutofit/>
          </a:bodyPr>
          <a:lstStyle>
            <a:lvl1pPr marL="0" indent="0">
              <a:buNone/>
              <a:defRPr sz="1200"/>
            </a:lvl1pPr>
          </a:lstStyle>
          <a:p>
            <a:endParaRPr lang="en-US" dirty="0"/>
          </a:p>
        </p:txBody>
      </p:sp>
      <p:sp>
        <p:nvSpPr>
          <p:cNvPr id="14" name="Picture Placeholder 3"/>
          <p:cNvSpPr>
            <a:spLocks noGrp="1"/>
          </p:cNvSpPr>
          <p:nvPr>
            <p:ph type="pic" sz="quarter" idx="23"/>
          </p:nvPr>
        </p:nvSpPr>
        <p:spPr>
          <a:xfrm>
            <a:off x="10977352" y="687925"/>
            <a:ext cx="692143" cy="692143"/>
          </a:xfrm>
          <a:prstGeom prst="ellipse">
            <a:avLst/>
          </a:prstGeom>
          <a:solidFill>
            <a:schemeClr val="bg1"/>
          </a:solidFill>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94481827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13" grpId="0" animBg="1"/>
      <p:bldP spid="14" grpId="0" animBg="1"/>
    </p:bldLst>
  </p:timing>
  <p:extLst>
    <p:ext uri="{DCECCB84-F9BA-43D5-87BE-67443E8EF086}">
      <p15:sldGuideLst xmlns:p15="http://schemas.microsoft.com/office/powerpoint/2012/main"/>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5" name="Picture Placeholder 2"/>
          <p:cNvSpPr>
            <a:spLocks noGrp="1"/>
          </p:cNvSpPr>
          <p:nvPr>
            <p:ph type="pic" sz="quarter" idx="13"/>
          </p:nvPr>
        </p:nvSpPr>
        <p:spPr>
          <a:xfrm>
            <a:off x="443403" y="1735547"/>
            <a:ext cx="661753" cy="661753"/>
          </a:xfrm>
          <a:prstGeom prst="ellipse">
            <a:avLst/>
          </a:prstGeom>
        </p:spPr>
        <p:txBody>
          <a:bodyPr>
            <a:normAutofit/>
          </a:bodyPr>
          <a:lstStyle>
            <a:lvl1pPr marL="0" indent="0">
              <a:buNone/>
              <a:defRPr sz="1200"/>
            </a:lvl1pPr>
          </a:lstStyle>
          <a:p>
            <a:endParaRPr lang="en-US" dirty="0"/>
          </a:p>
        </p:txBody>
      </p:sp>
      <p:sp>
        <p:nvSpPr>
          <p:cNvPr id="6" name="Picture Placeholder 2"/>
          <p:cNvSpPr>
            <a:spLocks noGrp="1"/>
          </p:cNvSpPr>
          <p:nvPr>
            <p:ph type="pic" sz="quarter" idx="14"/>
          </p:nvPr>
        </p:nvSpPr>
        <p:spPr>
          <a:xfrm>
            <a:off x="1307607" y="1735547"/>
            <a:ext cx="661753" cy="661753"/>
          </a:xfrm>
          <a:prstGeom prst="ellipse">
            <a:avLst/>
          </a:prstGeom>
        </p:spPr>
        <p:txBody>
          <a:bodyPr>
            <a:normAutofit/>
          </a:bodyPr>
          <a:lstStyle>
            <a:lvl1pPr marL="0" indent="0">
              <a:buNone/>
              <a:defRPr sz="1200"/>
            </a:lvl1pPr>
          </a:lstStyle>
          <a:p>
            <a:endParaRPr lang="en-US" dirty="0"/>
          </a:p>
        </p:txBody>
      </p:sp>
      <p:sp>
        <p:nvSpPr>
          <p:cNvPr id="7" name="Picture Placeholder 2"/>
          <p:cNvSpPr>
            <a:spLocks noGrp="1"/>
          </p:cNvSpPr>
          <p:nvPr>
            <p:ph type="pic" sz="quarter" idx="15"/>
          </p:nvPr>
        </p:nvSpPr>
        <p:spPr>
          <a:xfrm>
            <a:off x="2171811" y="1735547"/>
            <a:ext cx="661753" cy="661753"/>
          </a:xfrm>
          <a:prstGeom prst="ellipse">
            <a:avLst/>
          </a:prstGeom>
        </p:spPr>
        <p:txBody>
          <a:bodyPr>
            <a:normAutofit/>
          </a:bodyPr>
          <a:lstStyle>
            <a:lvl1pPr marL="0" indent="0">
              <a:buNone/>
              <a:defRPr sz="1200"/>
            </a:lvl1pPr>
          </a:lstStyle>
          <a:p>
            <a:endParaRPr lang="en-US" dirty="0"/>
          </a:p>
        </p:txBody>
      </p:sp>
      <p:sp>
        <p:nvSpPr>
          <p:cNvPr id="8" name="Picture Placeholder 2"/>
          <p:cNvSpPr>
            <a:spLocks noGrp="1"/>
          </p:cNvSpPr>
          <p:nvPr>
            <p:ph type="pic" sz="quarter" idx="16"/>
          </p:nvPr>
        </p:nvSpPr>
        <p:spPr>
          <a:xfrm>
            <a:off x="3036015" y="1735547"/>
            <a:ext cx="661753" cy="661753"/>
          </a:xfrm>
          <a:prstGeom prst="ellipse">
            <a:avLst/>
          </a:prstGeom>
        </p:spPr>
        <p:txBody>
          <a:bodyPr>
            <a:normAutofit/>
          </a:bodyPr>
          <a:lstStyle>
            <a:lvl1pPr marL="0" indent="0">
              <a:buNone/>
              <a:defRPr sz="1200"/>
            </a:lvl1pPr>
          </a:lstStyle>
          <a:p>
            <a:endParaRPr lang="en-US" dirty="0"/>
          </a:p>
        </p:txBody>
      </p:sp>
      <p:sp>
        <p:nvSpPr>
          <p:cNvPr id="10" name="Picture Placeholder 2"/>
          <p:cNvSpPr>
            <a:spLocks noGrp="1"/>
          </p:cNvSpPr>
          <p:nvPr>
            <p:ph type="pic" sz="quarter" idx="17"/>
          </p:nvPr>
        </p:nvSpPr>
        <p:spPr>
          <a:xfrm>
            <a:off x="3900219" y="1735547"/>
            <a:ext cx="661753" cy="661753"/>
          </a:xfrm>
          <a:prstGeom prst="ellipse">
            <a:avLst/>
          </a:prstGeom>
        </p:spPr>
        <p:txBody>
          <a:bodyPr>
            <a:normAutofit/>
          </a:bodyPr>
          <a:lstStyle>
            <a:lvl1pPr marL="0" indent="0">
              <a:buNone/>
              <a:defRPr sz="1200"/>
            </a:lvl1pPr>
          </a:lstStyle>
          <a:p>
            <a:endParaRPr lang="en-US" dirty="0"/>
          </a:p>
        </p:txBody>
      </p:sp>
      <p:sp>
        <p:nvSpPr>
          <p:cNvPr id="11" name="Picture Placeholder 2"/>
          <p:cNvSpPr>
            <a:spLocks noGrp="1"/>
          </p:cNvSpPr>
          <p:nvPr>
            <p:ph type="pic" sz="quarter" idx="18"/>
          </p:nvPr>
        </p:nvSpPr>
        <p:spPr>
          <a:xfrm>
            <a:off x="4764423" y="1735547"/>
            <a:ext cx="661753" cy="661753"/>
          </a:xfrm>
          <a:prstGeom prst="ellipse">
            <a:avLst/>
          </a:prstGeom>
        </p:spPr>
        <p:txBody>
          <a:bodyPr>
            <a:normAutofit/>
          </a:bodyPr>
          <a:lstStyle>
            <a:lvl1pPr marL="0" indent="0">
              <a:buNone/>
              <a:defRPr sz="1200"/>
            </a:lvl1pPr>
          </a:lstStyle>
          <a:p>
            <a:endParaRPr lang="en-US" dirty="0"/>
          </a:p>
        </p:txBody>
      </p:sp>
      <p:sp>
        <p:nvSpPr>
          <p:cNvPr id="12" name="Picture Placeholder 2"/>
          <p:cNvSpPr>
            <a:spLocks noGrp="1"/>
          </p:cNvSpPr>
          <p:nvPr>
            <p:ph type="pic" sz="quarter" idx="19"/>
          </p:nvPr>
        </p:nvSpPr>
        <p:spPr>
          <a:xfrm>
            <a:off x="5628627" y="1735547"/>
            <a:ext cx="661753" cy="661753"/>
          </a:xfrm>
          <a:prstGeom prst="ellipse">
            <a:avLst/>
          </a:prstGeom>
        </p:spPr>
        <p:txBody>
          <a:bodyPr>
            <a:normAutofit/>
          </a:bodyPr>
          <a:lstStyle>
            <a:lvl1pPr marL="0" indent="0">
              <a:buNone/>
              <a:defRPr sz="1200"/>
            </a:lvl1pPr>
          </a:lstStyle>
          <a:p>
            <a:endParaRPr lang="en-US" dirty="0"/>
          </a:p>
        </p:txBody>
      </p:sp>
      <p:sp>
        <p:nvSpPr>
          <p:cNvPr id="13" name="Picture Placeholder 2"/>
          <p:cNvSpPr>
            <a:spLocks noGrp="1"/>
          </p:cNvSpPr>
          <p:nvPr>
            <p:ph type="pic" sz="quarter" idx="20"/>
          </p:nvPr>
        </p:nvSpPr>
        <p:spPr>
          <a:xfrm>
            <a:off x="6492831" y="1735547"/>
            <a:ext cx="661753" cy="661753"/>
          </a:xfrm>
          <a:prstGeom prst="ellipse">
            <a:avLst/>
          </a:prstGeom>
        </p:spPr>
        <p:txBody>
          <a:bodyPr>
            <a:normAutofit/>
          </a:bodyPr>
          <a:lstStyle>
            <a:lvl1pPr marL="0" indent="0">
              <a:buNone/>
              <a:defRPr sz="1200"/>
            </a:lvl1pPr>
          </a:lstStyle>
          <a:p>
            <a:endParaRPr lang="en-US" dirty="0"/>
          </a:p>
        </p:txBody>
      </p:sp>
      <p:sp>
        <p:nvSpPr>
          <p:cNvPr id="14" name="Picture Placeholder 2"/>
          <p:cNvSpPr>
            <a:spLocks noGrp="1"/>
          </p:cNvSpPr>
          <p:nvPr>
            <p:ph type="pic" sz="quarter" idx="21"/>
          </p:nvPr>
        </p:nvSpPr>
        <p:spPr>
          <a:xfrm>
            <a:off x="7357038" y="1735547"/>
            <a:ext cx="661753" cy="661753"/>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82158708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5" name="Picture Placeholder 4"/>
          <p:cNvSpPr>
            <a:spLocks noGrp="1"/>
          </p:cNvSpPr>
          <p:nvPr>
            <p:ph type="pic" sz="quarter" idx="22"/>
          </p:nvPr>
        </p:nvSpPr>
        <p:spPr>
          <a:xfrm>
            <a:off x="838200" y="4773661"/>
            <a:ext cx="721871" cy="720080"/>
          </a:xfrm>
          <a:prstGeom prst="ellipse">
            <a:avLst/>
          </a:prstGeom>
          <a:noFill/>
        </p:spPr>
        <p:txBody>
          <a:bodyPr>
            <a:normAutofit/>
          </a:bodyPr>
          <a:lstStyle>
            <a:lvl1pPr marL="0" indent="0">
              <a:buNone/>
              <a:defRPr sz="1000"/>
            </a:lvl1pPr>
          </a:lstStyle>
          <a:p>
            <a:endParaRPr lang="en-US" dirty="0"/>
          </a:p>
        </p:txBody>
      </p:sp>
      <p:sp>
        <p:nvSpPr>
          <p:cNvPr id="6" name="Picture Placeholder 4"/>
          <p:cNvSpPr>
            <a:spLocks noGrp="1"/>
          </p:cNvSpPr>
          <p:nvPr>
            <p:ph type="pic" sz="quarter" idx="23"/>
          </p:nvPr>
        </p:nvSpPr>
        <p:spPr>
          <a:xfrm>
            <a:off x="1936215" y="4773661"/>
            <a:ext cx="721871" cy="720080"/>
          </a:xfrm>
          <a:prstGeom prst="ellipse">
            <a:avLst/>
          </a:prstGeom>
          <a:noFill/>
        </p:spPr>
        <p:txBody>
          <a:bodyPr>
            <a:normAutofit/>
          </a:bodyPr>
          <a:lstStyle>
            <a:lvl1pPr marL="0" indent="0">
              <a:buNone/>
              <a:defRPr sz="1000"/>
            </a:lvl1pPr>
          </a:lstStyle>
          <a:p>
            <a:endParaRPr lang="en-US" dirty="0"/>
          </a:p>
        </p:txBody>
      </p:sp>
      <p:sp>
        <p:nvSpPr>
          <p:cNvPr id="7" name="Picture Placeholder 4"/>
          <p:cNvSpPr>
            <a:spLocks noGrp="1"/>
          </p:cNvSpPr>
          <p:nvPr>
            <p:ph type="pic" sz="quarter" idx="24"/>
          </p:nvPr>
        </p:nvSpPr>
        <p:spPr>
          <a:xfrm>
            <a:off x="3034230" y="4773661"/>
            <a:ext cx="721871" cy="720080"/>
          </a:xfrm>
          <a:prstGeom prst="ellipse">
            <a:avLst/>
          </a:prstGeom>
          <a:noFill/>
        </p:spPr>
        <p:txBody>
          <a:bodyPr>
            <a:normAutofit/>
          </a:bodyPr>
          <a:lstStyle>
            <a:lvl1pPr marL="0" indent="0">
              <a:buNone/>
              <a:defRPr sz="1000"/>
            </a:lvl1pPr>
          </a:lstStyle>
          <a:p>
            <a:endParaRPr lang="en-US" dirty="0"/>
          </a:p>
        </p:txBody>
      </p:sp>
      <p:sp>
        <p:nvSpPr>
          <p:cNvPr id="8" name="Picture Placeholder 4"/>
          <p:cNvSpPr>
            <a:spLocks noGrp="1"/>
          </p:cNvSpPr>
          <p:nvPr>
            <p:ph type="pic" sz="quarter" idx="25"/>
          </p:nvPr>
        </p:nvSpPr>
        <p:spPr>
          <a:xfrm>
            <a:off x="4132245" y="4773661"/>
            <a:ext cx="721871" cy="720080"/>
          </a:xfrm>
          <a:prstGeom prst="ellipse">
            <a:avLst/>
          </a:prstGeom>
          <a:noFill/>
        </p:spPr>
        <p:txBody>
          <a:bodyPr>
            <a:normAutofit/>
          </a:bodyPr>
          <a:lstStyle>
            <a:lvl1pPr marL="0" indent="0">
              <a:buNone/>
              <a:defRPr sz="1000"/>
            </a:lvl1pPr>
          </a:lstStyle>
          <a:p>
            <a:endParaRPr lang="en-US" dirty="0"/>
          </a:p>
        </p:txBody>
      </p:sp>
      <p:sp>
        <p:nvSpPr>
          <p:cNvPr id="10" name="Picture Placeholder 4"/>
          <p:cNvSpPr>
            <a:spLocks noGrp="1"/>
          </p:cNvSpPr>
          <p:nvPr>
            <p:ph type="pic" sz="quarter" idx="26"/>
          </p:nvPr>
        </p:nvSpPr>
        <p:spPr>
          <a:xfrm>
            <a:off x="5230260" y="4773661"/>
            <a:ext cx="721871" cy="720080"/>
          </a:xfrm>
          <a:prstGeom prst="ellipse">
            <a:avLst/>
          </a:prstGeom>
          <a:noFill/>
        </p:spPr>
        <p:txBody>
          <a:bodyPr>
            <a:normAutofit/>
          </a:bodyPr>
          <a:lstStyle>
            <a:lvl1pPr marL="0" indent="0">
              <a:buNone/>
              <a:defRPr sz="1000"/>
            </a:lvl1pPr>
          </a:lstStyle>
          <a:p>
            <a:endParaRPr lang="en-US" dirty="0"/>
          </a:p>
        </p:txBody>
      </p:sp>
      <p:sp>
        <p:nvSpPr>
          <p:cNvPr id="11" name="Picture Placeholder 4"/>
          <p:cNvSpPr>
            <a:spLocks noGrp="1"/>
          </p:cNvSpPr>
          <p:nvPr>
            <p:ph type="pic" sz="quarter" idx="27"/>
          </p:nvPr>
        </p:nvSpPr>
        <p:spPr>
          <a:xfrm>
            <a:off x="6328275" y="4773661"/>
            <a:ext cx="721871" cy="720080"/>
          </a:xfrm>
          <a:prstGeom prst="ellipse">
            <a:avLst/>
          </a:prstGeom>
          <a:noFill/>
        </p:spPr>
        <p:txBody>
          <a:bodyPr>
            <a:normAutofit/>
          </a:bodyPr>
          <a:lstStyle>
            <a:lvl1pPr marL="0" indent="0">
              <a:buNone/>
              <a:defRPr sz="1000"/>
            </a:lvl1pPr>
          </a:lstStyle>
          <a:p>
            <a:endParaRPr lang="en-US" dirty="0"/>
          </a:p>
        </p:txBody>
      </p:sp>
      <p:sp>
        <p:nvSpPr>
          <p:cNvPr id="12" name="Picture Placeholder 4"/>
          <p:cNvSpPr>
            <a:spLocks noGrp="1"/>
          </p:cNvSpPr>
          <p:nvPr>
            <p:ph type="pic" sz="quarter" idx="28"/>
          </p:nvPr>
        </p:nvSpPr>
        <p:spPr>
          <a:xfrm>
            <a:off x="7426290" y="4773661"/>
            <a:ext cx="721871" cy="720080"/>
          </a:xfrm>
          <a:prstGeom prst="ellipse">
            <a:avLst/>
          </a:prstGeom>
          <a:noFill/>
        </p:spPr>
        <p:txBody>
          <a:bodyPr>
            <a:normAutofit/>
          </a:bodyPr>
          <a:lstStyle>
            <a:lvl1pPr marL="0" indent="0">
              <a:buNone/>
              <a:defRPr sz="1000"/>
            </a:lvl1pPr>
          </a:lstStyle>
          <a:p>
            <a:endParaRPr lang="en-US" dirty="0"/>
          </a:p>
        </p:txBody>
      </p:sp>
      <p:sp>
        <p:nvSpPr>
          <p:cNvPr id="13" name="Picture Placeholder 4"/>
          <p:cNvSpPr>
            <a:spLocks noGrp="1"/>
          </p:cNvSpPr>
          <p:nvPr>
            <p:ph type="pic" sz="quarter" idx="29"/>
          </p:nvPr>
        </p:nvSpPr>
        <p:spPr>
          <a:xfrm>
            <a:off x="8524305" y="4773661"/>
            <a:ext cx="721871" cy="720080"/>
          </a:xfrm>
          <a:prstGeom prst="ellipse">
            <a:avLst/>
          </a:prstGeom>
          <a:noFill/>
        </p:spPr>
        <p:txBody>
          <a:bodyPr>
            <a:normAutofit/>
          </a:bodyPr>
          <a:lstStyle>
            <a:lvl1pPr marL="0" indent="0">
              <a:buNone/>
              <a:defRPr sz="1000"/>
            </a:lvl1pPr>
          </a:lstStyle>
          <a:p>
            <a:endParaRPr lang="en-US" dirty="0"/>
          </a:p>
        </p:txBody>
      </p:sp>
      <p:sp>
        <p:nvSpPr>
          <p:cNvPr id="14" name="Picture Placeholder 4"/>
          <p:cNvSpPr>
            <a:spLocks noGrp="1"/>
          </p:cNvSpPr>
          <p:nvPr>
            <p:ph type="pic" sz="quarter" idx="30"/>
          </p:nvPr>
        </p:nvSpPr>
        <p:spPr>
          <a:xfrm>
            <a:off x="9622320" y="4773661"/>
            <a:ext cx="721871" cy="720080"/>
          </a:xfrm>
          <a:prstGeom prst="ellipse">
            <a:avLst/>
          </a:prstGeom>
          <a:noFill/>
        </p:spPr>
        <p:txBody>
          <a:bodyPr>
            <a:normAutofit/>
          </a:bodyPr>
          <a:lstStyle>
            <a:lvl1pPr marL="0" indent="0">
              <a:buNone/>
              <a:defRPr sz="1000"/>
            </a:lvl1pPr>
          </a:lstStyle>
          <a:p>
            <a:endParaRPr lang="en-US" dirty="0"/>
          </a:p>
        </p:txBody>
      </p:sp>
      <p:sp>
        <p:nvSpPr>
          <p:cNvPr id="15" name="Picture Placeholder 4"/>
          <p:cNvSpPr>
            <a:spLocks noGrp="1"/>
          </p:cNvSpPr>
          <p:nvPr>
            <p:ph type="pic" sz="quarter" idx="31"/>
          </p:nvPr>
        </p:nvSpPr>
        <p:spPr>
          <a:xfrm>
            <a:off x="10720339" y="4773661"/>
            <a:ext cx="721871" cy="720080"/>
          </a:xfrm>
          <a:prstGeom prst="ellipse">
            <a:avLst/>
          </a:prstGeom>
          <a:noFill/>
        </p:spPr>
        <p:txBody>
          <a:bodyPr>
            <a:normAutofit/>
          </a:bodyPr>
          <a:lstStyle>
            <a:lvl1pPr marL="0" indent="0">
              <a:buNone/>
              <a:defRPr sz="1000"/>
            </a:lvl1pPr>
          </a:lstStyle>
          <a:p>
            <a:endParaRPr lang="en-US" dirty="0"/>
          </a:p>
        </p:txBody>
      </p:sp>
      <p:sp>
        <p:nvSpPr>
          <p:cNvPr id="16" name="Picture Placeholder 4"/>
          <p:cNvSpPr>
            <a:spLocks noGrp="1"/>
          </p:cNvSpPr>
          <p:nvPr>
            <p:ph type="pic" sz="quarter" idx="32"/>
          </p:nvPr>
        </p:nvSpPr>
        <p:spPr>
          <a:xfrm>
            <a:off x="838200" y="5646606"/>
            <a:ext cx="721871" cy="720080"/>
          </a:xfrm>
          <a:prstGeom prst="ellipse">
            <a:avLst/>
          </a:prstGeom>
          <a:noFill/>
        </p:spPr>
        <p:txBody>
          <a:bodyPr>
            <a:normAutofit/>
          </a:bodyPr>
          <a:lstStyle>
            <a:lvl1pPr marL="0" indent="0">
              <a:buNone/>
              <a:defRPr sz="1000"/>
            </a:lvl1pPr>
          </a:lstStyle>
          <a:p>
            <a:endParaRPr lang="en-US" dirty="0"/>
          </a:p>
        </p:txBody>
      </p:sp>
      <p:sp>
        <p:nvSpPr>
          <p:cNvPr id="17" name="Picture Placeholder 4"/>
          <p:cNvSpPr>
            <a:spLocks noGrp="1"/>
          </p:cNvSpPr>
          <p:nvPr>
            <p:ph type="pic" sz="quarter" idx="33"/>
          </p:nvPr>
        </p:nvSpPr>
        <p:spPr>
          <a:xfrm>
            <a:off x="1936215" y="5646606"/>
            <a:ext cx="721871" cy="720080"/>
          </a:xfrm>
          <a:prstGeom prst="ellipse">
            <a:avLst/>
          </a:prstGeom>
          <a:noFill/>
        </p:spPr>
        <p:txBody>
          <a:bodyPr>
            <a:normAutofit/>
          </a:bodyPr>
          <a:lstStyle>
            <a:lvl1pPr marL="0" indent="0">
              <a:buNone/>
              <a:defRPr sz="1000"/>
            </a:lvl1pPr>
          </a:lstStyle>
          <a:p>
            <a:endParaRPr lang="en-US" dirty="0"/>
          </a:p>
        </p:txBody>
      </p:sp>
      <p:sp>
        <p:nvSpPr>
          <p:cNvPr id="18" name="Picture Placeholder 4"/>
          <p:cNvSpPr>
            <a:spLocks noGrp="1"/>
          </p:cNvSpPr>
          <p:nvPr>
            <p:ph type="pic" sz="quarter" idx="34"/>
          </p:nvPr>
        </p:nvSpPr>
        <p:spPr>
          <a:xfrm>
            <a:off x="3034230" y="5646606"/>
            <a:ext cx="721871" cy="720080"/>
          </a:xfrm>
          <a:prstGeom prst="ellipse">
            <a:avLst/>
          </a:prstGeom>
          <a:noFill/>
        </p:spPr>
        <p:txBody>
          <a:bodyPr>
            <a:normAutofit/>
          </a:bodyPr>
          <a:lstStyle>
            <a:lvl1pPr marL="0" indent="0">
              <a:buNone/>
              <a:defRPr sz="1000"/>
            </a:lvl1pPr>
          </a:lstStyle>
          <a:p>
            <a:endParaRPr lang="en-US" dirty="0"/>
          </a:p>
        </p:txBody>
      </p:sp>
      <p:sp>
        <p:nvSpPr>
          <p:cNvPr id="19" name="Picture Placeholder 4"/>
          <p:cNvSpPr>
            <a:spLocks noGrp="1"/>
          </p:cNvSpPr>
          <p:nvPr>
            <p:ph type="pic" sz="quarter" idx="35"/>
          </p:nvPr>
        </p:nvSpPr>
        <p:spPr>
          <a:xfrm>
            <a:off x="4132245" y="5646606"/>
            <a:ext cx="721871" cy="720080"/>
          </a:xfrm>
          <a:prstGeom prst="ellipse">
            <a:avLst/>
          </a:prstGeom>
          <a:noFill/>
        </p:spPr>
        <p:txBody>
          <a:bodyPr>
            <a:normAutofit/>
          </a:bodyPr>
          <a:lstStyle>
            <a:lvl1pPr marL="0" indent="0">
              <a:buNone/>
              <a:defRPr sz="1000"/>
            </a:lvl1pPr>
          </a:lstStyle>
          <a:p>
            <a:endParaRPr lang="en-US" dirty="0"/>
          </a:p>
        </p:txBody>
      </p:sp>
      <p:sp>
        <p:nvSpPr>
          <p:cNvPr id="20" name="Picture Placeholder 4"/>
          <p:cNvSpPr>
            <a:spLocks noGrp="1"/>
          </p:cNvSpPr>
          <p:nvPr>
            <p:ph type="pic" sz="quarter" idx="36"/>
          </p:nvPr>
        </p:nvSpPr>
        <p:spPr>
          <a:xfrm>
            <a:off x="5230259" y="5646606"/>
            <a:ext cx="721871" cy="720080"/>
          </a:xfrm>
          <a:prstGeom prst="ellipse">
            <a:avLst/>
          </a:prstGeom>
          <a:noFill/>
        </p:spPr>
        <p:txBody>
          <a:bodyPr>
            <a:normAutofit/>
          </a:bodyPr>
          <a:lstStyle>
            <a:lvl1pPr marL="0" indent="0">
              <a:buNone/>
              <a:defRPr sz="1000"/>
            </a:lvl1pPr>
          </a:lstStyle>
          <a:p>
            <a:endParaRPr lang="en-US" dirty="0"/>
          </a:p>
        </p:txBody>
      </p:sp>
      <p:sp>
        <p:nvSpPr>
          <p:cNvPr id="22" name="Picture Placeholder 2"/>
          <p:cNvSpPr>
            <a:spLocks noGrp="1"/>
          </p:cNvSpPr>
          <p:nvPr>
            <p:ph type="pic" sz="quarter" idx="13"/>
          </p:nvPr>
        </p:nvSpPr>
        <p:spPr>
          <a:xfrm>
            <a:off x="653144" y="522514"/>
            <a:ext cx="3329348" cy="2627088"/>
          </a:xfrm>
          <a:prstGeom prst="roundRect">
            <a:avLst>
              <a:gd name="adj" fmla="val 890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68320183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nodePh="1">
                                  <p:stCondLst>
                                    <p:cond delay="0"/>
                                  </p:stCondLst>
                                  <p:endCondLst>
                                    <p:cond evt="begin" delay="0">
                                      <p:tn val="50"/>
                                    </p:cond>
                                  </p:end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par>
                                <p:cTn id="55" presetID="53" presetClass="entr" presetSubtype="16" fill="hold" grpId="0" nodeType="withEffect" nodePh="1">
                                  <p:stCondLst>
                                    <p:cond delay="0"/>
                                  </p:stCondLst>
                                  <p:endCondLst>
                                    <p:cond evt="begin" delay="0">
                                      <p:tn val="55"/>
                                    </p:cond>
                                  </p:endCondLst>
                                  <p:childTnLst>
                                    <p:set>
                                      <p:cBhvr>
                                        <p:cTn id="56" dur="1" fill="hold">
                                          <p:stCondLst>
                                            <p:cond delay="0"/>
                                          </p:stCondLst>
                                        </p:cTn>
                                        <p:tgtEl>
                                          <p:spTgt spid="15"/>
                                        </p:tgtEl>
                                        <p:attrNameLst>
                                          <p:attrName>style.visibility</p:attrName>
                                        </p:attrNameLst>
                                      </p:cBhvr>
                                      <p:to>
                                        <p:strVal val="visible"/>
                                      </p:to>
                                    </p:set>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par>
                                <p:cTn id="60" presetID="53" presetClass="entr" presetSubtype="16" fill="hold" grpId="0" nodeType="withEffect" nodePh="1">
                                  <p:stCondLst>
                                    <p:cond delay="0"/>
                                  </p:stCondLst>
                                  <p:endCondLst>
                                    <p:cond evt="begin" delay="0">
                                      <p:tn val="60"/>
                                    </p:cond>
                                  </p:end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par>
                                <p:cTn id="65" presetID="53" presetClass="entr" presetSubtype="16" fill="hold" grpId="0" nodeType="withEffect" nodePh="1">
                                  <p:stCondLst>
                                    <p:cond delay="0"/>
                                  </p:stCondLst>
                                  <p:endCondLst>
                                    <p:cond evt="begin" delay="0">
                                      <p:tn val="65"/>
                                    </p:cond>
                                  </p:end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par>
                                <p:cTn id="70" presetID="53" presetClass="entr" presetSubtype="16" fill="hold" grpId="0" nodeType="withEffect" nodePh="1">
                                  <p:stCondLst>
                                    <p:cond delay="0"/>
                                  </p:stCondLst>
                                  <p:endCondLst>
                                    <p:cond evt="begin" delay="0">
                                      <p:tn val="70"/>
                                    </p:cond>
                                  </p:endCondLst>
                                  <p:childTnLst>
                                    <p:set>
                                      <p:cBhvr>
                                        <p:cTn id="71" dur="1" fill="hold">
                                          <p:stCondLst>
                                            <p:cond delay="0"/>
                                          </p:stCondLst>
                                        </p:cTn>
                                        <p:tgtEl>
                                          <p:spTgt spid="18"/>
                                        </p:tgtEl>
                                        <p:attrNameLst>
                                          <p:attrName>style.visibility</p:attrName>
                                        </p:attrNameLst>
                                      </p:cBhvr>
                                      <p:to>
                                        <p:strVal val="visible"/>
                                      </p:to>
                                    </p:set>
                                    <p:anim calcmode="lin" valueType="num">
                                      <p:cBhvr>
                                        <p:cTn id="72" dur="500" fill="hold"/>
                                        <p:tgtEl>
                                          <p:spTgt spid="18"/>
                                        </p:tgtEl>
                                        <p:attrNameLst>
                                          <p:attrName>ppt_w</p:attrName>
                                        </p:attrNameLst>
                                      </p:cBhvr>
                                      <p:tavLst>
                                        <p:tav tm="0">
                                          <p:val>
                                            <p:fltVal val="0"/>
                                          </p:val>
                                        </p:tav>
                                        <p:tav tm="100000">
                                          <p:val>
                                            <p:strVal val="#ppt_w"/>
                                          </p:val>
                                        </p:tav>
                                      </p:tavLst>
                                    </p:anim>
                                    <p:anim calcmode="lin" valueType="num">
                                      <p:cBhvr>
                                        <p:cTn id="73" dur="500" fill="hold"/>
                                        <p:tgtEl>
                                          <p:spTgt spid="18"/>
                                        </p:tgtEl>
                                        <p:attrNameLst>
                                          <p:attrName>ppt_h</p:attrName>
                                        </p:attrNameLst>
                                      </p:cBhvr>
                                      <p:tavLst>
                                        <p:tav tm="0">
                                          <p:val>
                                            <p:fltVal val="0"/>
                                          </p:val>
                                        </p:tav>
                                        <p:tav tm="100000">
                                          <p:val>
                                            <p:strVal val="#ppt_h"/>
                                          </p:val>
                                        </p:tav>
                                      </p:tavLst>
                                    </p:anim>
                                    <p:animEffect transition="in" filter="fade">
                                      <p:cBhvr>
                                        <p:cTn id="74" dur="500"/>
                                        <p:tgtEl>
                                          <p:spTgt spid="18"/>
                                        </p:tgtEl>
                                      </p:cBhvr>
                                    </p:animEffect>
                                  </p:childTnLst>
                                </p:cTn>
                              </p:par>
                              <p:par>
                                <p:cTn id="75" presetID="53" presetClass="entr" presetSubtype="16" fill="hold" grpId="0" nodeType="withEffect" nodePh="1">
                                  <p:stCondLst>
                                    <p:cond delay="0"/>
                                  </p:stCondLst>
                                  <p:endCondLst>
                                    <p:cond evt="begin" delay="0">
                                      <p:tn val="75"/>
                                    </p:cond>
                                  </p:endCondLst>
                                  <p:childTnLst>
                                    <p:set>
                                      <p:cBhvr>
                                        <p:cTn id="76" dur="1" fill="hold">
                                          <p:stCondLst>
                                            <p:cond delay="0"/>
                                          </p:stCondLst>
                                        </p:cTn>
                                        <p:tgtEl>
                                          <p:spTgt spid="19"/>
                                        </p:tgtEl>
                                        <p:attrNameLst>
                                          <p:attrName>style.visibility</p:attrName>
                                        </p:attrNameLst>
                                      </p:cBhvr>
                                      <p:to>
                                        <p:strVal val="visible"/>
                                      </p:to>
                                    </p:set>
                                    <p:anim calcmode="lin" valueType="num">
                                      <p:cBhvr>
                                        <p:cTn id="77" dur="500" fill="hold"/>
                                        <p:tgtEl>
                                          <p:spTgt spid="19"/>
                                        </p:tgtEl>
                                        <p:attrNameLst>
                                          <p:attrName>ppt_w</p:attrName>
                                        </p:attrNameLst>
                                      </p:cBhvr>
                                      <p:tavLst>
                                        <p:tav tm="0">
                                          <p:val>
                                            <p:fltVal val="0"/>
                                          </p:val>
                                        </p:tav>
                                        <p:tav tm="100000">
                                          <p:val>
                                            <p:strVal val="#ppt_w"/>
                                          </p:val>
                                        </p:tav>
                                      </p:tavLst>
                                    </p:anim>
                                    <p:anim calcmode="lin" valueType="num">
                                      <p:cBhvr>
                                        <p:cTn id="78" dur="500" fill="hold"/>
                                        <p:tgtEl>
                                          <p:spTgt spid="19"/>
                                        </p:tgtEl>
                                        <p:attrNameLst>
                                          <p:attrName>ppt_h</p:attrName>
                                        </p:attrNameLst>
                                      </p:cBhvr>
                                      <p:tavLst>
                                        <p:tav tm="0">
                                          <p:val>
                                            <p:fltVal val="0"/>
                                          </p:val>
                                        </p:tav>
                                        <p:tav tm="100000">
                                          <p:val>
                                            <p:strVal val="#ppt_h"/>
                                          </p:val>
                                        </p:tav>
                                      </p:tavLst>
                                    </p:anim>
                                    <p:animEffect transition="in" filter="fade">
                                      <p:cBhvr>
                                        <p:cTn id="79" dur="500"/>
                                        <p:tgtEl>
                                          <p:spTgt spid="19"/>
                                        </p:tgtEl>
                                      </p:cBhvr>
                                    </p:animEffect>
                                  </p:childTnLst>
                                </p:cTn>
                              </p:par>
                              <p:par>
                                <p:cTn id="80" presetID="53" presetClass="entr" presetSubtype="16" fill="hold" grpId="0" nodeType="withEffect" nodePh="1">
                                  <p:stCondLst>
                                    <p:cond delay="0"/>
                                  </p:stCondLst>
                                  <p:endCondLst>
                                    <p:cond evt="begin" delay="0">
                                      <p:tn val="80"/>
                                    </p:cond>
                                  </p:endCondLst>
                                  <p:childTnLst>
                                    <p:set>
                                      <p:cBhvr>
                                        <p:cTn id="81" dur="1" fill="hold">
                                          <p:stCondLst>
                                            <p:cond delay="0"/>
                                          </p:stCondLst>
                                        </p:cTn>
                                        <p:tgtEl>
                                          <p:spTgt spid="20"/>
                                        </p:tgtEl>
                                        <p:attrNameLst>
                                          <p:attrName>style.visibility</p:attrName>
                                        </p:attrNameLst>
                                      </p:cBhvr>
                                      <p:to>
                                        <p:strVal val="visible"/>
                                      </p:to>
                                    </p:set>
                                    <p:anim calcmode="lin" valueType="num">
                                      <p:cBhvr>
                                        <p:cTn id="82" dur="500" fill="hold"/>
                                        <p:tgtEl>
                                          <p:spTgt spid="20"/>
                                        </p:tgtEl>
                                        <p:attrNameLst>
                                          <p:attrName>ppt_w</p:attrName>
                                        </p:attrNameLst>
                                      </p:cBhvr>
                                      <p:tavLst>
                                        <p:tav tm="0">
                                          <p:val>
                                            <p:fltVal val="0"/>
                                          </p:val>
                                        </p:tav>
                                        <p:tav tm="100000">
                                          <p:val>
                                            <p:strVal val="#ppt_w"/>
                                          </p:val>
                                        </p:tav>
                                      </p:tavLst>
                                    </p:anim>
                                    <p:anim calcmode="lin" valueType="num">
                                      <p:cBhvr>
                                        <p:cTn id="83" dur="500" fill="hold"/>
                                        <p:tgtEl>
                                          <p:spTgt spid="20"/>
                                        </p:tgtEl>
                                        <p:attrNameLst>
                                          <p:attrName>ppt_h</p:attrName>
                                        </p:attrNameLst>
                                      </p:cBhvr>
                                      <p:tavLst>
                                        <p:tav tm="0">
                                          <p:val>
                                            <p:fltVal val="0"/>
                                          </p:val>
                                        </p:tav>
                                        <p:tav tm="100000">
                                          <p:val>
                                            <p:strVal val="#ppt_h"/>
                                          </p:val>
                                        </p:tav>
                                      </p:tavLst>
                                    </p:anim>
                                    <p:animEffect transition="in" filter="fade">
                                      <p:cBhvr>
                                        <p:cTn id="8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P spid="15" grpId="0"/>
      <p:bldP spid="16" grpId="0"/>
      <p:bldP spid="17" grpId="0"/>
      <p:bldP spid="18" grpId="0"/>
      <p:bldP spid="19" grpId="0"/>
      <p:bldP spid="20" grpId="0"/>
      <p:bldP spid="22" grpId="0"/>
    </p:bld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17_Title Only">
    <p:spTree>
      <p:nvGrpSpPr>
        <p:cNvPr id="1" name=""/>
        <p:cNvGrpSpPr/>
        <p:nvPr/>
      </p:nvGrpSpPr>
      <p:grpSpPr>
        <a:xfrm>
          <a:off x="0" y="0"/>
          <a:ext cx="0" cy="0"/>
          <a:chOff x="0" y="0"/>
          <a:chExt cx="0" cy="0"/>
        </a:xfrm>
      </p:grpSpPr>
      <p:sp>
        <p:nvSpPr>
          <p:cNvPr id="11" name="Picture Placeholder 2"/>
          <p:cNvSpPr>
            <a:spLocks noGrp="1"/>
          </p:cNvSpPr>
          <p:nvPr>
            <p:ph type="pic" sz="quarter" idx="12"/>
          </p:nvPr>
        </p:nvSpPr>
        <p:spPr>
          <a:xfrm>
            <a:off x="7750906" y="346042"/>
            <a:ext cx="739951" cy="739951"/>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7750906" y="1258803"/>
            <a:ext cx="739951" cy="739951"/>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7750906" y="2171564"/>
            <a:ext cx="739951" cy="739951"/>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7750906" y="3084325"/>
            <a:ext cx="739951" cy="739951"/>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7750906" y="3997086"/>
            <a:ext cx="739951" cy="739951"/>
          </a:xfrm>
          <a:prstGeom prst="ellipse">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7"/>
          </p:nvPr>
        </p:nvSpPr>
        <p:spPr>
          <a:xfrm>
            <a:off x="7750906" y="4909849"/>
            <a:ext cx="739951" cy="739951"/>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8"/>
          </p:nvPr>
        </p:nvSpPr>
        <p:spPr>
          <a:xfrm>
            <a:off x="7750906" y="5822612"/>
            <a:ext cx="739951" cy="73995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69934749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14:presetBounceEnd="40000">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14:bounceEnd="40000">
                                          <p:cBhvr additive="base">
                                            <p:cTn id="19" dur="500" fill="hold"/>
                                            <p:tgtEl>
                                              <p:spTgt spid="7"/>
                                            </p:tgtEl>
                                            <p:attrNameLst>
                                              <p:attrName>ppt_x</p:attrName>
                                            </p:attrNameLst>
                                          </p:cBhvr>
                                          <p:tavLst>
                                            <p:tav tm="0">
                                              <p:val>
                                                <p:strVal val="#ppt_x"/>
                                              </p:val>
                                            </p:tav>
                                            <p:tav tm="100000">
                                              <p:val>
                                                <p:strVal val="#ppt_x"/>
                                              </p:val>
                                            </p:tav>
                                          </p:tavLst>
                                        </p:anim>
                                        <p:anim calcmode="lin" valueType="num" p14:bounceEnd="40000">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14:presetBounceEnd="40000">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14:bounceEnd="40000">
                                          <p:cBhvr additive="base">
                                            <p:cTn id="23" dur="500" fill="hold"/>
                                            <p:tgtEl>
                                              <p:spTgt spid="8"/>
                                            </p:tgtEl>
                                            <p:attrNameLst>
                                              <p:attrName>ppt_x</p:attrName>
                                            </p:attrNameLst>
                                          </p:cBhvr>
                                          <p:tavLst>
                                            <p:tav tm="0">
                                              <p:val>
                                                <p:strVal val="#ppt_x"/>
                                              </p:val>
                                            </p:tav>
                                            <p:tav tm="100000">
                                              <p:val>
                                                <p:strVal val="#ppt_x"/>
                                              </p:val>
                                            </p:tav>
                                          </p:tavLst>
                                        </p:anim>
                                        <p:anim calcmode="lin" valueType="num" p14:bounceEnd="40000">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14:presetBounceEnd="40000">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14:bounceEnd="40000">
                                          <p:cBhvr additive="base">
                                            <p:cTn id="27" dur="500" fill="hold"/>
                                            <p:tgtEl>
                                              <p:spTgt spid="9"/>
                                            </p:tgtEl>
                                            <p:attrNameLst>
                                              <p:attrName>ppt_x</p:attrName>
                                            </p:attrNameLst>
                                          </p:cBhvr>
                                          <p:tavLst>
                                            <p:tav tm="0">
                                              <p:val>
                                                <p:strVal val="#ppt_x"/>
                                              </p:val>
                                            </p:tav>
                                            <p:tav tm="100000">
                                              <p:val>
                                                <p:strVal val="#ppt_x"/>
                                              </p:val>
                                            </p:tav>
                                          </p:tavLst>
                                        </p:anim>
                                        <p:anim calcmode="lin" valueType="num" p14:bounceEnd="40000">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14:presetBounceEnd="40000">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14:bounceEnd="40000">
                                          <p:cBhvr additive="base">
                                            <p:cTn id="31" dur="500" fill="hold"/>
                                            <p:tgtEl>
                                              <p:spTgt spid="10"/>
                                            </p:tgtEl>
                                            <p:attrNameLst>
                                              <p:attrName>ppt_x</p:attrName>
                                            </p:attrNameLst>
                                          </p:cBhvr>
                                          <p:tavLst>
                                            <p:tav tm="0">
                                              <p:val>
                                                <p:strVal val="#ppt_x"/>
                                              </p:val>
                                            </p:tav>
                                            <p:tav tm="100000">
                                              <p:val>
                                                <p:strVal val="#ppt_x"/>
                                              </p:val>
                                            </p:tav>
                                          </p:tavLst>
                                        </p:anim>
                                        <p:anim calcmode="lin" valueType="num" p14:bounceEnd="40000">
                                          <p:cBhvr additive="base">
                                            <p:cTn id="32"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P spid="1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P spid="10" grpId="0"/>
        </p:bldLst>
      </p:timing>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18_Title Only">
    <p:spTree>
      <p:nvGrpSpPr>
        <p:cNvPr id="1" name=""/>
        <p:cNvGrpSpPr/>
        <p:nvPr/>
      </p:nvGrpSpPr>
      <p:grpSpPr>
        <a:xfrm>
          <a:off x="0" y="0"/>
          <a:ext cx="0" cy="0"/>
          <a:chOff x="0" y="0"/>
          <a:chExt cx="0" cy="0"/>
        </a:xfrm>
      </p:grpSpPr>
      <p:sp>
        <p:nvSpPr>
          <p:cNvPr id="11" name="Picture Placeholder 2"/>
          <p:cNvSpPr>
            <a:spLocks noGrp="1"/>
          </p:cNvSpPr>
          <p:nvPr>
            <p:ph type="pic" sz="quarter" idx="12"/>
          </p:nvPr>
        </p:nvSpPr>
        <p:spPr>
          <a:xfrm>
            <a:off x="490861" y="338785"/>
            <a:ext cx="633701" cy="633701"/>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490861" y="1135900"/>
            <a:ext cx="633701" cy="633701"/>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490861" y="1933015"/>
            <a:ext cx="633701" cy="633701"/>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490861" y="2730130"/>
            <a:ext cx="633701" cy="633701"/>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490861" y="4324360"/>
            <a:ext cx="633701" cy="633701"/>
          </a:xfrm>
          <a:prstGeom prst="ellipse">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7"/>
          </p:nvPr>
        </p:nvSpPr>
        <p:spPr>
          <a:xfrm>
            <a:off x="490861" y="5121475"/>
            <a:ext cx="633701" cy="633701"/>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8"/>
          </p:nvPr>
        </p:nvSpPr>
        <p:spPr>
          <a:xfrm>
            <a:off x="490861" y="3527245"/>
            <a:ext cx="633701" cy="633701"/>
          </a:xfrm>
          <a:prstGeom prst="ellipse">
            <a:avLst/>
          </a:prstGeom>
        </p:spPr>
        <p:txBody>
          <a:bodyPr>
            <a:normAutofit/>
          </a:bodyPr>
          <a:lstStyle>
            <a:lvl1pPr marL="0" indent="0">
              <a:buNone/>
              <a:defRPr sz="1100"/>
            </a:lvl1pPr>
          </a:lstStyle>
          <a:p>
            <a:endParaRPr lang="en-US" dirty="0"/>
          </a:p>
        </p:txBody>
      </p:sp>
      <p:sp>
        <p:nvSpPr>
          <p:cNvPr id="14" name="Picture Placeholder 2"/>
          <p:cNvSpPr>
            <a:spLocks noGrp="1"/>
          </p:cNvSpPr>
          <p:nvPr>
            <p:ph type="pic" sz="quarter" idx="19"/>
          </p:nvPr>
        </p:nvSpPr>
        <p:spPr>
          <a:xfrm>
            <a:off x="490861" y="5918591"/>
            <a:ext cx="633701" cy="63370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14356796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14:presetBounceEnd="40000">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14:bounceEnd="40000">
                                          <p:cBhvr additive="base">
                                            <p:cTn id="19" dur="500" fill="hold"/>
                                            <p:tgtEl>
                                              <p:spTgt spid="7"/>
                                            </p:tgtEl>
                                            <p:attrNameLst>
                                              <p:attrName>ppt_x</p:attrName>
                                            </p:attrNameLst>
                                          </p:cBhvr>
                                          <p:tavLst>
                                            <p:tav tm="0">
                                              <p:val>
                                                <p:strVal val="#ppt_x"/>
                                              </p:val>
                                            </p:tav>
                                            <p:tav tm="100000">
                                              <p:val>
                                                <p:strVal val="#ppt_x"/>
                                              </p:val>
                                            </p:tav>
                                          </p:tavLst>
                                        </p:anim>
                                        <p:anim calcmode="lin" valueType="num" p14:bounceEnd="40000">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14:presetBounceEnd="40000">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14:bounceEnd="40000">
                                          <p:cBhvr additive="base">
                                            <p:cTn id="23" dur="500" fill="hold"/>
                                            <p:tgtEl>
                                              <p:spTgt spid="8"/>
                                            </p:tgtEl>
                                            <p:attrNameLst>
                                              <p:attrName>ppt_x</p:attrName>
                                            </p:attrNameLst>
                                          </p:cBhvr>
                                          <p:tavLst>
                                            <p:tav tm="0">
                                              <p:val>
                                                <p:strVal val="#ppt_x"/>
                                              </p:val>
                                            </p:tav>
                                            <p:tav tm="100000">
                                              <p:val>
                                                <p:strVal val="#ppt_x"/>
                                              </p:val>
                                            </p:tav>
                                          </p:tavLst>
                                        </p:anim>
                                        <p:anim calcmode="lin" valueType="num" p14:bounceEnd="40000">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14:presetBounceEnd="40000">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14:bounceEnd="40000">
                                          <p:cBhvr additive="base">
                                            <p:cTn id="27" dur="500" fill="hold"/>
                                            <p:tgtEl>
                                              <p:spTgt spid="9"/>
                                            </p:tgtEl>
                                            <p:attrNameLst>
                                              <p:attrName>ppt_x</p:attrName>
                                            </p:attrNameLst>
                                          </p:cBhvr>
                                          <p:tavLst>
                                            <p:tav tm="0">
                                              <p:val>
                                                <p:strVal val="#ppt_x"/>
                                              </p:val>
                                            </p:tav>
                                            <p:tav tm="100000">
                                              <p:val>
                                                <p:strVal val="#ppt_x"/>
                                              </p:val>
                                            </p:tav>
                                          </p:tavLst>
                                        </p:anim>
                                        <p:anim calcmode="lin" valueType="num" p14:bounceEnd="40000">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14:presetBounceEnd="40000">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14:bounceEnd="40000">
                                          <p:cBhvr additive="base">
                                            <p:cTn id="31" dur="500" fill="hold"/>
                                            <p:tgtEl>
                                              <p:spTgt spid="10"/>
                                            </p:tgtEl>
                                            <p:attrNameLst>
                                              <p:attrName>ppt_x</p:attrName>
                                            </p:attrNameLst>
                                          </p:cBhvr>
                                          <p:tavLst>
                                            <p:tav tm="0">
                                              <p:val>
                                                <p:strVal val="#ppt_x"/>
                                              </p:val>
                                            </p:tav>
                                            <p:tav tm="100000">
                                              <p:val>
                                                <p:strVal val="#ppt_x"/>
                                              </p:val>
                                            </p:tav>
                                          </p:tavLst>
                                        </p:anim>
                                        <p:anim calcmode="lin" valueType="num" p14:bounceEnd="40000">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nodePh="1" p14:presetBounceEnd="40000">
                                      <p:stCondLst>
                                        <p:cond delay="0"/>
                                      </p:stCondLst>
                                      <p:endCondLst>
                                        <p:cond evt="begin" delay="0">
                                          <p:tn val="33"/>
                                        </p:cond>
                                      </p:endCondLst>
                                      <p:childTnLst>
                                        <p:set>
                                          <p:cBhvr>
                                            <p:cTn id="34" dur="1" fill="hold">
                                              <p:stCondLst>
                                                <p:cond delay="0"/>
                                              </p:stCondLst>
                                            </p:cTn>
                                            <p:tgtEl>
                                              <p:spTgt spid="14"/>
                                            </p:tgtEl>
                                            <p:attrNameLst>
                                              <p:attrName>style.visibility</p:attrName>
                                            </p:attrNameLst>
                                          </p:cBhvr>
                                          <p:to>
                                            <p:strVal val="visible"/>
                                          </p:to>
                                        </p:set>
                                        <p:anim calcmode="lin" valueType="num" p14:bounceEnd="40000">
                                          <p:cBhvr additive="base">
                                            <p:cTn id="35" dur="500" fill="hold"/>
                                            <p:tgtEl>
                                              <p:spTgt spid="14"/>
                                            </p:tgtEl>
                                            <p:attrNameLst>
                                              <p:attrName>ppt_x</p:attrName>
                                            </p:attrNameLst>
                                          </p:cBhvr>
                                          <p:tavLst>
                                            <p:tav tm="0">
                                              <p:val>
                                                <p:strVal val="#ppt_x"/>
                                              </p:val>
                                            </p:tav>
                                            <p:tav tm="100000">
                                              <p:val>
                                                <p:strVal val="#ppt_x"/>
                                              </p:val>
                                            </p:tav>
                                          </p:tavLst>
                                        </p:anim>
                                        <p:anim calcmode="lin" valueType="num" p14:bounceEnd="40000">
                                          <p:cBhvr additive="base">
                                            <p:cTn id="36"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P spid="10" grpId="0"/>
          <p:bldP spid="1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nodePh="1">
                                      <p:stCondLst>
                                        <p:cond delay="0"/>
                                      </p:stCondLst>
                                      <p:endCondLst>
                                        <p:cond evt="begin" delay="0">
                                          <p:tn val="33"/>
                                        </p:cond>
                                      </p:end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P spid="10" grpId="0"/>
          <p:bldP spid="14" grpId="0"/>
        </p:bldLst>
      </p:timing>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5" name="Picture Placeholder 2"/>
          <p:cNvSpPr>
            <a:spLocks noGrp="1"/>
          </p:cNvSpPr>
          <p:nvPr>
            <p:ph type="pic" sz="quarter" idx="13"/>
          </p:nvPr>
        </p:nvSpPr>
        <p:spPr>
          <a:xfrm>
            <a:off x="560998" y="2132651"/>
            <a:ext cx="616072" cy="616072"/>
          </a:xfrm>
          <a:prstGeom prst="ellipse">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560998" y="3576951"/>
            <a:ext cx="616072" cy="616072"/>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560998" y="4299101"/>
            <a:ext cx="616072" cy="616072"/>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560998" y="2854801"/>
            <a:ext cx="616072" cy="616072"/>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7"/>
          </p:nvPr>
        </p:nvSpPr>
        <p:spPr>
          <a:xfrm>
            <a:off x="560998" y="5021251"/>
            <a:ext cx="616072" cy="616072"/>
          </a:xfrm>
          <a:prstGeom prst="ellipse">
            <a:avLst/>
          </a:prstGeom>
        </p:spPr>
        <p:txBody>
          <a:bodyPr>
            <a:normAutofit/>
          </a:bodyPr>
          <a:lstStyle>
            <a:lvl1pPr marL="0" indent="0">
              <a:buNone/>
              <a:defRPr sz="1100"/>
            </a:lvl1pPr>
          </a:lstStyle>
          <a:p>
            <a:endParaRPr lang="en-US" dirty="0"/>
          </a:p>
        </p:txBody>
      </p:sp>
      <p:sp>
        <p:nvSpPr>
          <p:cNvPr id="11" name="Picture Placeholder 2"/>
          <p:cNvSpPr>
            <a:spLocks noGrp="1"/>
          </p:cNvSpPr>
          <p:nvPr>
            <p:ph type="pic" sz="quarter" idx="18"/>
          </p:nvPr>
        </p:nvSpPr>
        <p:spPr>
          <a:xfrm>
            <a:off x="560998" y="5743400"/>
            <a:ext cx="616072" cy="6160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6207283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14:presetBounceEnd="40000">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14:bounceEnd="40000">
                                          <p:cBhvr additive="base">
                                            <p:cTn id="11" dur="50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14:presetBounceEnd="40000">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14:bounceEnd="40000">
                                          <p:cBhvr additive="base">
                                            <p:cTn id="15" dur="500" fill="hold"/>
                                            <p:tgtEl>
                                              <p:spTgt spid="7"/>
                                            </p:tgtEl>
                                            <p:attrNameLst>
                                              <p:attrName>ppt_x</p:attrName>
                                            </p:attrNameLst>
                                          </p:cBhvr>
                                          <p:tavLst>
                                            <p:tav tm="0">
                                              <p:val>
                                                <p:strVal val="0-#ppt_w/2"/>
                                              </p:val>
                                            </p:tav>
                                            <p:tav tm="100000">
                                              <p:val>
                                                <p:strVal val="#ppt_x"/>
                                              </p:val>
                                            </p:tav>
                                          </p:tavLst>
                                        </p:anim>
                                        <p:anim calcmode="lin" valueType="num" p14:bounceEnd="40000">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nodePh="1" p14:presetBounceEnd="40000">
                                      <p:stCondLst>
                                        <p:cond delay="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 calcmode="lin" valueType="num" p14:bounceEnd="40000">
                                          <p:cBhvr additive="base">
                                            <p:cTn id="19" dur="500" fill="hold"/>
                                            <p:tgtEl>
                                              <p:spTgt spid="8"/>
                                            </p:tgtEl>
                                            <p:attrNameLst>
                                              <p:attrName>ppt_x</p:attrName>
                                            </p:attrNameLst>
                                          </p:cBhvr>
                                          <p:tavLst>
                                            <p:tav tm="0">
                                              <p:val>
                                                <p:strVal val="0-#ppt_w/2"/>
                                              </p:val>
                                            </p:tav>
                                            <p:tav tm="100000">
                                              <p:val>
                                                <p:strVal val="#ppt_x"/>
                                              </p:val>
                                            </p:tav>
                                          </p:tavLst>
                                        </p:anim>
                                        <p:anim calcmode="lin" valueType="num" p14:bounceEnd="40000">
                                          <p:cBhvr additive="base">
                                            <p:cTn id="20" dur="5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nodePh="1" p14:presetBounceEnd="40000">
                                      <p:stCondLst>
                                        <p:cond delay="0"/>
                                      </p:stCondLst>
                                      <p:endCondLst>
                                        <p:cond evt="begin" delay="0">
                                          <p:tn val="21"/>
                                        </p:cond>
                                      </p:endCondLst>
                                      <p:childTnLst>
                                        <p:set>
                                          <p:cBhvr>
                                            <p:cTn id="22" dur="1" fill="hold">
                                              <p:stCondLst>
                                                <p:cond delay="0"/>
                                              </p:stCondLst>
                                            </p:cTn>
                                            <p:tgtEl>
                                              <p:spTgt spid="10"/>
                                            </p:tgtEl>
                                            <p:attrNameLst>
                                              <p:attrName>style.visibility</p:attrName>
                                            </p:attrNameLst>
                                          </p:cBhvr>
                                          <p:to>
                                            <p:strVal val="visible"/>
                                          </p:to>
                                        </p:set>
                                        <p:anim calcmode="lin" valueType="num" p14:bounceEnd="40000">
                                          <p:cBhvr additive="base">
                                            <p:cTn id="23" dur="500" fill="hold"/>
                                            <p:tgtEl>
                                              <p:spTgt spid="10"/>
                                            </p:tgtEl>
                                            <p:attrNameLst>
                                              <p:attrName>ppt_x</p:attrName>
                                            </p:attrNameLst>
                                          </p:cBhvr>
                                          <p:tavLst>
                                            <p:tav tm="0">
                                              <p:val>
                                                <p:strVal val="0-#ppt_w/2"/>
                                              </p:val>
                                            </p:tav>
                                            <p:tav tm="100000">
                                              <p:val>
                                                <p:strVal val="#ppt_x"/>
                                              </p:val>
                                            </p:tav>
                                          </p:tavLst>
                                        </p:anim>
                                        <p:anim calcmode="lin" valueType="num" p14:bounceEnd="40000">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nodePh="1" p14:presetBounceEnd="40000">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14:bounceEnd="40000">
                                          <p:cBhvr additive="base">
                                            <p:cTn id="27" dur="500" fill="hold"/>
                                            <p:tgtEl>
                                              <p:spTgt spid="11"/>
                                            </p:tgtEl>
                                            <p:attrNameLst>
                                              <p:attrName>ppt_x</p:attrName>
                                            </p:attrNameLst>
                                          </p:cBhvr>
                                          <p:tavLst>
                                            <p:tav tm="0">
                                              <p:val>
                                                <p:strVal val="0-#ppt_w/2"/>
                                              </p:val>
                                            </p:tav>
                                            <p:tav tm="100000">
                                              <p:val>
                                                <p:strVal val="#ppt_x"/>
                                              </p:val>
                                            </p:tav>
                                          </p:tavLst>
                                        </p:anim>
                                        <p:anim calcmode="lin" valueType="num" p14:bounceEnd="40000">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nodePh="1">
                                      <p:stCondLst>
                                        <p:cond delay="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nodePh="1">
                                      <p:stCondLst>
                                        <p:cond delay="0"/>
                                      </p:stCondLst>
                                      <p:endCondLst>
                                        <p:cond evt="begin" delay="0">
                                          <p:tn val="21"/>
                                        </p:cond>
                                      </p:end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0-#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nodePh="1">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Lst>
      </p:timing>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116_Title Only">
    <p:spTree>
      <p:nvGrpSpPr>
        <p:cNvPr id="1" name=""/>
        <p:cNvGrpSpPr/>
        <p:nvPr/>
      </p:nvGrpSpPr>
      <p:grpSpPr>
        <a:xfrm>
          <a:off x="0" y="0"/>
          <a:ext cx="0" cy="0"/>
          <a:chOff x="0" y="0"/>
          <a:chExt cx="0" cy="0"/>
        </a:xfrm>
      </p:grpSpPr>
      <p:sp>
        <p:nvSpPr>
          <p:cNvPr id="6" name="Picture Placeholder 2"/>
          <p:cNvSpPr>
            <a:spLocks noGrp="1"/>
          </p:cNvSpPr>
          <p:nvPr>
            <p:ph type="pic" sz="quarter" idx="13"/>
          </p:nvPr>
        </p:nvSpPr>
        <p:spPr>
          <a:xfrm>
            <a:off x="286874" y="341423"/>
            <a:ext cx="852378" cy="852378"/>
          </a:xfrm>
          <a:prstGeom prst="ellipse">
            <a:avLst/>
          </a:prstGeom>
        </p:spPr>
        <p:txBody>
          <a:bodyPr>
            <a:normAutofit/>
          </a:bodyPr>
          <a:lstStyle>
            <a:lvl1pPr marL="0" indent="0">
              <a:buNone/>
              <a:defRPr sz="1100"/>
            </a:lvl1pPr>
          </a:lstStyle>
          <a:p>
            <a:endParaRPr lang="en-US" dirty="0"/>
          </a:p>
        </p:txBody>
      </p:sp>
      <p:sp>
        <p:nvSpPr>
          <p:cNvPr id="49" name="Picture Placeholder 2"/>
          <p:cNvSpPr>
            <a:spLocks noGrp="1"/>
          </p:cNvSpPr>
          <p:nvPr>
            <p:ph type="pic" sz="quarter" idx="14"/>
          </p:nvPr>
        </p:nvSpPr>
        <p:spPr>
          <a:xfrm>
            <a:off x="519115" y="4867843"/>
            <a:ext cx="534528" cy="534528"/>
          </a:xfrm>
          <a:prstGeom prst="ellipse">
            <a:avLst/>
          </a:prstGeom>
        </p:spPr>
        <p:txBody>
          <a:bodyPr>
            <a:normAutofit/>
          </a:bodyPr>
          <a:lstStyle>
            <a:lvl1pPr marL="0" indent="0">
              <a:buNone/>
              <a:defRPr sz="1100"/>
            </a:lvl1pPr>
          </a:lstStyle>
          <a:p>
            <a:endParaRPr lang="en-US" dirty="0"/>
          </a:p>
        </p:txBody>
      </p:sp>
      <p:sp>
        <p:nvSpPr>
          <p:cNvPr id="50" name="Picture Placeholder 2"/>
          <p:cNvSpPr>
            <a:spLocks noGrp="1"/>
          </p:cNvSpPr>
          <p:nvPr>
            <p:ph type="pic" sz="quarter" idx="15"/>
          </p:nvPr>
        </p:nvSpPr>
        <p:spPr>
          <a:xfrm>
            <a:off x="2885797" y="4867843"/>
            <a:ext cx="534528" cy="534528"/>
          </a:xfrm>
          <a:prstGeom prst="ellipse">
            <a:avLst/>
          </a:prstGeom>
        </p:spPr>
        <p:txBody>
          <a:bodyPr>
            <a:normAutofit/>
          </a:bodyPr>
          <a:lstStyle>
            <a:lvl1pPr marL="0" indent="0">
              <a:buNone/>
              <a:defRPr sz="1100"/>
            </a:lvl1pPr>
          </a:lstStyle>
          <a:p>
            <a:endParaRPr lang="en-US" dirty="0"/>
          </a:p>
        </p:txBody>
      </p:sp>
      <p:sp>
        <p:nvSpPr>
          <p:cNvPr id="51" name="Picture Placeholder 2"/>
          <p:cNvSpPr>
            <a:spLocks noGrp="1"/>
          </p:cNvSpPr>
          <p:nvPr>
            <p:ph type="pic" sz="quarter" idx="16"/>
          </p:nvPr>
        </p:nvSpPr>
        <p:spPr>
          <a:xfrm>
            <a:off x="5260163" y="4867843"/>
            <a:ext cx="534528" cy="534528"/>
          </a:xfrm>
          <a:prstGeom prst="ellipse">
            <a:avLst/>
          </a:prstGeom>
        </p:spPr>
        <p:txBody>
          <a:bodyPr>
            <a:normAutofit/>
          </a:bodyPr>
          <a:lstStyle>
            <a:lvl1pPr marL="0" indent="0">
              <a:buNone/>
              <a:defRPr sz="1100"/>
            </a:lvl1pPr>
          </a:lstStyle>
          <a:p>
            <a:endParaRPr lang="en-US" dirty="0"/>
          </a:p>
        </p:txBody>
      </p:sp>
      <p:sp>
        <p:nvSpPr>
          <p:cNvPr id="52" name="Picture Placeholder 2"/>
          <p:cNvSpPr>
            <a:spLocks noGrp="1"/>
          </p:cNvSpPr>
          <p:nvPr>
            <p:ph type="pic" sz="quarter" idx="17"/>
          </p:nvPr>
        </p:nvSpPr>
        <p:spPr>
          <a:xfrm>
            <a:off x="7665266" y="4867843"/>
            <a:ext cx="534528" cy="534528"/>
          </a:xfrm>
          <a:prstGeom prst="ellipse">
            <a:avLst/>
          </a:prstGeom>
        </p:spPr>
        <p:txBody>
          <a:bodyPr>
            <a:normAutofit/>
          </a:bodyPr>
          <a:lstStyle>
            <a:lvl1pPr marL="0" indent="0">
              <a:buNone/>
              <a:defRPr sz="1100"/>
            </a:lvl1pPr>
          </a:lstStyle>
          <a:p>
            <a:endParaRPr lang="en-US" dirty="0"/>
          </a:p>
        </p:txBody>
      </p:sp>
      <p:sp>
        <p:nvSpPr>
          <p:cNvPr id="14" name="Picture Placeholder 2"/>
          <p:cNvSpPr>
            <a:spLocks noGrp="1"/>
          </p:cNvSpPr>
          <p:nvPr>
            <p:ph type="pic" sz="quarter" idx="18"/>
          </p:nvPr>
        </p:nvSpPr>
        <p:spPr>
          <a:xfrm>
            <a:off x="10063051" y="4867843"/>
            <a:ext cx="534528" cy="53452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37372287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49"/>
                                        </p:tgtEl>
                                        <p:attrNameLst>
                                          <p:attrName>style.visibility</p:attrName>
                                        </p:attrNameLst>
                                      </p:cBhvr>
                                      <p:to>
                                        <p:strVal val="visible"/>
                                      </p:to>
                                    </p:set>
                                    <p:anim calcmode="lin" valueType="num">
                                      <p:cBhvr>
                                        <p:cTn id="12" dur="500" fill="hold"/>
                                        <p:tgtEl>
                                          <p:spTgt spid="49"/>
                                        </p:tgtEl>
                                        <p:attrNameLst>
                                          <p:attrName>ppt_w</p:attrName>
                                        </p:attrNameLst>
                                      </p:cBhvr>
                                      <p:tavLst>
                                        <p:tav tm="0">
                                          <p:val>
                                            <p:fltVal val="0"/>
                                          </p:val>
                                        </p:tav>
                                        <p:tav tm="100000">
                                          <p:val>
                                            <p:strVal val="#ppt_w"/>
                                          </p:val>
                                        </p:tav>
                                      </p:tavLst>
                                    </p:anim>
                                    <p:anim calcmode="lin" valueType="num">
                                      <p:cBhvr>
                                        <p:cTn id="13" dur="500" fill="hold"/>
                                        <p:tgtEl>
                                          <p:spTgt spid="49"/>
                                        </p:tgtEl>
                                        <p:attrNameLst>
                                          <p:attrName>ppt_h</p:attrName>
                                        </p:attrNameLst>
                                      </p:cBhvr>
                                      <p:tavLst>
                                        <p:tav tm="0">
                                          <p:val>
                                            <p:fltVal val="0"/>
                                          </p:val>
                                        </p:tav>
                                        <p:tav tm="100000">
                                          <p:val>
                                            <p:strVal val="#ppt_h"/>
                                          </p:val>
                                        </p:tav>
                                      </p:tavLst>
                                    </p:anim>
                                    <p:animEffect transition="in" filter="fade">
                                      <p:cBhvr>
                                        <p:cTn id="14" dur="500"/>
                                        <p:tgtEl>
                                          <p:spTgt spid="49"/>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50"/>
                                        </p:tgtEl>
                                        <p:attrNameLst>
                                          <p:attrName>style.visibility</p:attrName>
                                        </p:attrNameLst>
                                      </p:cBhvr>
                                      <p:to>
                                        <p:strVal val="visible"/>
                                      </p:to>
                                    </p:set>
                                    <p:anim calcmode="lin" valueType="num">
                                      <p:cBhvr>
                                        <p:cTn id="17" dur="500" fill="hold"/>
                                        <p:tgtEl>
                                          <p:spTgt spid="50"/>
                                        </p:tgtEl>
                                        <p:attrNameLst>
                                          <p:attrName>ppt_w</p:attrName>
                                        </p:attrNameLst>
                                      </p:cBhvr>
                                      <p:tavLst>
                                        <p:tav tm="0">
                                          <p:val>
                                            <p:fltVal val="0"/>
                                          </p:val>
                                        </p:tav>
                                        <p:tav tm="100000">
                                          <p:val>
                                            <p:strVal val="#ppt_w"/>
                                          </p:val>
                                        </p:tav>
                                      </p:tavLst>
                                    </p:anim>
                                    <p:anim calcmode="lin" valueType="num">
                                      <p:cBhvr>
                                        <p:cTn id="18" dur="500" fill="hold"/>
                                        <p:tgtEl>
                                          <p:spTgt spid="50"/>
                                        </p:tgtEl>
                                        <p:attrNameLst>
                                          <p:attrName>ppt_h</p:attrName>
                                        </p:attrNameLst>
                                      </p:cBhvr>
                                      <p:tavLst>
                                        <p:tav tm="0">
                                          <p:val>
                                            <p:fltVal val="0"/>
                                          </p:val>
                                        </p:tav>
                                        <p:tav tm="100000">
                                          <p:val>
                                            <p:strVal val="#ppt_h"/>
                                          </p:val>
                                        </p:tav>
                                      </p:tavLst>
                                    </p:anim>
                                    <p:animEffect transition="in" filter="fade">
                                      <p:cBhvr>
                                        <p:cTn id="19" dur="500"/>
                                        <p:tgtEl>
                                          <p:spTgt spid="50"/>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51"/>
                                        </p:tgtEl>
                                        <p:attrNameLst>
                                          <p:attrName>style.visibility</p:attrName>
                                        </p:attrNameLst>
                                      </p:cBhvr>
                                      <p:to>
                                        <p:strVal val="visible"/>
                                      </p:to>
                                    </p:set>
                                    <p:anim calcmode="lin" valueType="num">
                                      <p:cBhvr>
                                        <p:cTn id="22" dur="500" fill="hold"/>
                                        <p:tgtEl>
                                          <p:spTgt spid="51"/>
                                        </p:tgtEl>
                                        <p:attrNameLst>
                                          <p:attrName>ppt_w</p:attrName>
                                        </p:attrNameLst>
                                      </p:cBhvr>
                                      <p:tavLst>
                                        <p:tav tm="0">
                                          <p:val>
                                            <p:fltVal val="0"/>
                                          </p:val>
                                        </p:tav>
                                        <p:tav tm="100000">
                                          <p:val>
                                            <p:strVal val="#ppt_w"/>
                                          </p:val>
                                        </p:tav>
                                      </p:tavLst>
                                    </p:anim>
                                    <p:anim calcmode="lin" valueType="num">
                                      <p:cBhvr>
                                        <p:cTn id="23" dur="500" fill="hold"/>
                                        <p:tgtEl>
                                          <p:spTgt spid="51"/>
                                        </p:tgtEl>
                                        <p:attrNameLst>
                                          <p:attrName>ppt_h</p:attrName>
                                        </p:attrNameLst>
                                      </p:cBhvr>
                                      <p:tavLst>
                                        <p:tav tm="0">
                                          <p:val>
                                            <p:fltVal val="0"/>
                                          </p:val>
                                        </p:tav>
                                        <p:tav tm="100000">
                                          <p:val>
                                            <p:strVal val="#ppt_h"/>
                                          </p:val>
                                        </p:tav>
                                      </p:tavLst>
                                    </p:anim>
                                    <p:animEffect transition="in" filter="fade">
                                      <p:cBhvr>
                                        <p:cTn id="24" dur="500"/>
                                        <p:tgtEl>
                                          <p:spTgt spid="51"/>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52"/>
                                        </p:tgtEl>
                                        <p:attrNameLst>
                                          <p:attrName>style.visibility</p:attrName>
                                        </p:attrNameLst>
                                      </p:cBhvr>
                                      <p:to>
                                        <p:strVal val="visible"/>
                                      </p:to>
                                    </p:set>
                                    <p:anim calcmode="lin" valueType="num">
                                      <p:cBhvr>
                                        <p:cTn id="27" dur="500" fill="hold"/>
                                        <p:tgtEl>
                                          <p:spTgt spid="52"/>
                                        </p:tgtEl>
                                        <p:attrNameLst>
                                          <p:attrName>ppt_w</p:attrName>
                                        </p:attrNameLst>
                                      </p:cBhvr>
                                      <p:tavLst>
                                        <p:tav tm="0">
                                          <p:val>
                                            <p:fltVal val="0"/>
                                          </p:val>
                                        </p:tav>
                                        <p:tav tm="100000">
                                          <p:val>
                                            <p:strVal val="#ppt_w"/>
                                          </p:val>
                                        </p:tav>
                                      </p:tavLst>
                                    </p:anim>
                                    <p:anim calcmode="lin" valueType="num">
                                      <p:cBhvr>
                                        <p:cTn id="28" dur="500" fill="hold"/>
                                        <p:tgtEl>
                                          <p:spTgt spid="52"/>
                                        </p:tgtEl>
                                        <p:attrNameLst>
                                          <p:attrName>ppt_h</p:attrName>
                                        </p:attrNameLst>
                                      </p:cBhvr>
                                      <p:tavLst>
                                        <p:tav tm="0">
                                          <p:val>
                                            <p:fltVal val="0"/>
                                          </p:val>
                                        </p:tav>
                                        <p:tav tm="100000">
                                          <p:val>
                                            <p:strVal val="#ppt_h"/>
                                          </p:val>
                                        </p:tav>
                                      </p:tavLst>
                                    </p:anim>
                                    <p:animEffect transition="in" filter="fade">
                                      <p:cBhvr>
                                        <p:cTn id="29" dur="500"/>
                                        <p:tgtEl>
                                          <p:spTgt spid="52"/>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fltVal val="0"/>
                                          </p:val>
                                        </p:tav>
                                        <p:tav tm="100000">
                                          <p:val>
                                            <p:strVal val="#ppt_h"/>
                                          </p:val>
                                        </p:tav>
                                      </p:tavLst>
                                    </p:anim>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9" grpId="0"/>
      <p:bldP spid="50" grpId="0"/>
      <p:bldP spid="51" grpId="0"/>
      <p:bldP spid="52" grpId="0"/>
      <p:bldP spid="14" grpId="0"/>
    </p:bld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19_Blank">
    <p:spTree>
      <p:nvGrpSpPr>
        <p:cNvPr id="1" name=""/>
        <p:cNvGrpSpPr/>
        <p:nvPr/>
      </p:nvGrpSpPr>
      <p:grpSpPr>
        <a:xfrm>
          <a:off x="0" y="0"/>
          <a:ext cx="0" cy="0"/>
          <a:chOff x="0" y="0"/>
          <a:chExt cx="0" cy="0"/>
        </a:xfrm>
      </p:grpSpPr>
      <p:sp>
        <p:nvSpPr>
          <p:cNvPr id="5" name="Picture Placeholder 3"/>
          <p:cNvSpPr>
            <a:spLocks noGrp="1"/>
          </p:cNvSpPr>
          <p:nvPr>
            <p:ph type="pic" sz="quarter" idx="10"/>
          </p:nvPr>
        </p:nvSpPr>
        <p:spPr>
          <a:xfrm>
            <a:off x="1893732" y="379271"/>
            <a:ext cx="1384216" cy="1384216"/>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1877484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57.xml><?xml version="1.0" encoding="utf-8"?>
<p:sldLayout xmlns:a="http://schemas.openxmlformats.org/drawingml/2006/main" xmlns:r="http://schemas.openxmlformats.org/officeDocument/2006/relationships" xmlns:p="http://schemas.openxmlformats.org/presentationml/2006/main" userDrawn="1">
  <p:cSld name="20_Blank">
    <p:spTree>
      <p:nvGrpSpPr>
        <p:cNvPr id="1" name=""/>
        <p:cNvGrpSpPr/>
        <p:nvPr/>
      </p:nvGrpSpPr>
      <p:grpSpPr>
        <a:xfrm>
          <a:off x="0" y="0"/>
          <a:ext cx="0" cy="0"/>
          <a:chOff x="0" y="0"/>
          <a:chExt cx="0" cy="0"/>
        </a:xfrm>
      </p:grpSpPr>
      <p:sp>
        <p:nvSpPr>
          <p:cNvPr id="5" name="Picture Placeholder 3"/>
          <p:cNvSpPr>
            <a:spLocks noGrp="1"/>
          </p:cNvSpPr>
          <p:nvPr>
            <p:ph type="pic" sz="quarter" idx="10"/>
          </p:nvPr>
        </p:nvSpPr>
        <p:spPr>
          <a:xfrm>
            <a:off x="878600" y="379271"/>
            <a:ext cx="1384216" cy="1384216"/>
          </a:xfrm>
          <a:prstGeom prst="ellipse">
            <a:avLst/>
          </a:prstGeom>
        </p:spPr>
        <p:txBody>
          <a:bodyPr>
            <a:normAutofit/>
          </a:bodyPr>
          <a:lstStyle>
            <a:lvl1pPr marL="0" indent="0">
              <a:buNone/>
              <a:defRPr sz="1200"/>
            </a:lvl1pPr>
          </a:lstStyle>
          <a:p>
            <a:endParaRPr lang="en-US" dirty="0"/>
          </a:p>
        </p:txBody>
      </p:sp>
      <p:sp>
        <p:nvSpPr>
          <p:cNvPr id="8" name="Picture Placeholder 3"/>
          <p:cNvSpPr>
            <a:spLocks noGrp="1"/>
          </p:cNvSpPr>
          <p:nvPr>
            <p:ph type="pic" sz="quarter" idx="11"/>
          </p:nvPr>
        </p:nvSpPr>
        <p:spPr>
          <a:xfrm>
            <a:off x="3892261" y="379271"/>
            <a:ext cx="1384216" cy="1384216"/>
          </a:xfrm>
          <a:prstGeom prst="ellipse">
            <a:avLst/>
          </a:prstGeom>
        </p:spPr>
        <p:txBody>
          <a:bodyPr>
            <a:normAutofit/>
          </a:bodyPr>
          <a:lstStyle>
            <a:lvl1pPr marL="0" indent="0">
              <a:buNone/>
              <a:defRPr sz="1200"/>
            </a:lvl1pPr>
          </a:lstStyle>
          <a:p>
            <a:endParaRPr lang="en-US" dirty="0"/>
          </a:p>
        </p:txBody>
      </p:sp>
      <p:sp>
        <p:nvSpPr>
          <p:cNvPr id="9" name="Picture Placeholder 3"/>
          <p:cNvSpPr>
            <a:spLocks noGrp="1"/>
          </p:cNvSpPr>
          <p:nvPr>
            <p:ph type="pic" sz="quarter" idx="12"/>
          </p:nvPr>
        </p:nvSpPr>
        <p:spPr>
          <a:xfrm>
            <a:off x="6905924" y="379271"/>
            <a:ext cx="1384216" cy="1384216"/>
          </a:xfrm>
          <a:prstGeom prst="ellipse">
            <a:avLst/>
          </a:prstGeom>
        </p:spPr>
        <p:txBody>
          <a:bodyPr>
            <a:normAutofit/>
          </a:bodyPr>
          <a:lstStyle>
            <a:lvl1pPr marL="0" indent="0">
              <a:buNone/>
              <a:defRPr sz="1200"/>
            </a:lvl1pPr>
          </a:lstStyle>
          <a:p>
            <a:endParaRPr lang="en-US" dirty="0"/>
          </a:p>
        </p:txBody>
      </p:sp>
      <p:sp>
        <p:nvSpPr>
          <p:cNvPr id="10" name="Picture Placeholder 3"/>
          <p:cNvSpPr>
            <a:spLocks noGrp="1"/>
          </p:cNvSpPr>
          <p:nvPr>
            <p:ph type="pic" sz="quarter" idx="13"/>
          </p:nvPr>
        </p:nvSpPr>
        <p:spPr>
          <a:xfrm>
            <a:off x="9923445" y="379271"/>
            <a:ext cx="1384216" cy="1384216"/>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1996196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Lst>
  </p:timing>
</p:sldLayout>
</file>

<file path=ppt/slideLayouts/slideLayout158.xml><?xml version="1.0" encoding="utf-8"?>
<p:sldLayout xmlns:a="http://schemas.openxmlformats.org/drawingml/2006/main" xmlns:r="http://schemas.openxmlformats.org/officeDocument/2006/relationships" xmlns:p="http://schemas.openxmlformats.org/presentationml/2006/main" userDrawn="1">
  <p:cSld name="19_Title Only">
    <p:spTree>
      <p:nvGrpSpPr>
        <p:cNvPr id="1" name=""/>
        <p:cNvGrpSpPr/>
        <p:nvPr/>
      </p:nvGrpSpPr>
      <p:grpSpPr>
        <a:xfrm>
          <a:off x="0" y="0"/>
          <a:ext cx="0" cy="0"/>
          <a:chOff x="0" y="0"/>
          <a:chExt cx="0" cy="0"/>
        </a:xfrm>
      </p:grpSpPr>
      <p:sp>
        <p:nvSpPr>
          <p:cNvPr id="11" name="Picture Placeholder 2"/>
          <p:cNvSpPr>
            <a:spLocks noGrp="1"/>
          </p:cNvSpPr>
          <p:nvPr>
            <p:ph type="pic" sz="quarter" idx="12"/>
          </p:nvPr>
        </p:nvSpPr>
        <p:spPr>
          <a:xfrm>
            <a:off x="5075637" y="404886"/>
            <a:ext cx="1041436" cy="1041434"/>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7656791" y="404886"/>
            <a:ext cx="1041436" cy="1041434"/>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10237945" y="404886"/>
            <a:ext cx="1041436" cy="1041434"/>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61167987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20_Title Only">
    <p:spTree>
      <p:nvGrpSpPr>
        <p:cNvPr id="1" name=""/>
        <p:cNvGrpSpPr/>
        <p:nvPr/>
      </p:nvGrpSpPr>
      <p:grpSpPr>
        <a:xfrm>
          <a:off x="0" y="0"/>
          <a:ext cx="0" cy="0"/>
          <a:chOff x="0" y="0"/>
          <a:chExt cx="0" cy="0"/>
        </a:xfrm>
      </p:grpSpPr>
      <p:sp>
        <p:nvSpPr>
          <p:cNvPr id="11" name="Picture Placeholder 2"/>
          <p:cNvSpPr>
            <a:spLocks noGrp="1"/>
          </p:cNvSpPr>
          <p:nvPr>
            <p:ph type="pic" sz="quarter" idx="12"/>
          </p:nvPr>
        </p:nvSpPr>
        <p:spPr>
          <a:xfrm>
            <a:off x="6880744" y="404886"/>
            <a:ext cx="1041436" cy="1041434"/>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8555609" y="404886"/>
            <a:ext cx="1041436" cy="1041434"/>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10233546" y="404886"/>
            <a:ext cx="1041436" cy="1041434"/>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3611629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4" name="Picture Placeholder 2"/>
          <p:cNvSpPr>
            <a:spLocks noGrp="1"/>
          </p:cNvSpPr>
          <p:nvPr>
            <p:ph type="pic" sz="quarter" idx="13"/>
          </p:nvPr>
        </p:nvSpPr>
        <p:spPr>
          <a:xfrm>
            <a:off x="439934" y="2752989"/>
            <a:ext cx="984453" cy="984453"/>
          </a:xfrm>
          <a:prstGeom prst="ellipse">
            <a:avLst/>
          </a:prstGeom>
        </p:spPr>
        <p:txBody>
          <a:bodyPr>
            <a:normAutofit/>
          </a:bodyPr>
          <a:lstStyle>
            <a:lvl1pPr marL="0" indent="0">
              <a:buNone/>
              <a:defRPr sz="1100"/>
            </a:lvl1pPr>
          </a:lstStyle>
          <a:p>
            <a:endParaRPr lang="en-US" dirty="0"/>
          </a:p>
        </p:txBody>
      </p:sp>
      <p:sp>
        <p:nvSpPr>
          <p:cNvPr id="25" name="Picture Placeholder 2"/>
          <p:cNvSpPr>
            <a:spLocks noGrp="1"/>
          </p:cNvSpPr>
          <p:nvPr>
            <p:ph type="pic" sz="quarter" idx="14"/>
          </p:nvPr>
        </p:nvSpPr>
        <p:spPr>
          <a:xfrm>
            <a:off x="439934" y="4055696"/>
            <a:ext cx="984453" cy="984453"/>
          </a:xfrm>
          <a:prstGeom prst="ellipse">
            <a:avLst/>
          </a:prstGeom>
        </p:spPr>
        <p:txBody>
          <a:bodyPr>
            <a:normAutofit/>
          </a:bodyPr>
          <a:lstStyle>
            <a:lvl1pPr marL="0" indent="0">
              <a:buNone/>
              <a:defRPr sz="1100"/>
            </a:lvl1pPr>
          </a:lstStyle>
          <a:p>
            <a:endParaRPr lang="en-US" dirty="0"/>
          </a:p>
        </p:txBody>
      </p:sp>
      <p:sp>
        <p:nvSpPr>
          <p:cNvPr id="26" name="Picture Placeholder 2"/>
          <p:cNvSpPr>
            <a:spLocks noGrp="1"/>
          </p:cNvSpPr>
          <p:nvPr>
            <p:ph type="pic" sz="quarter" idx="15"/>
          </p:nvPr>
        </p:nvSpPr>
        <p:spPr>
          <a:xfrm>
            <a:off x="439934" y="5358403"/>
            <a:ext cx="984453" cy="984453"/>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4749570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24"/>
                                            </p:tgtEl>
                                            <p:attrNameLst>
                                              <p:attrName>style.visibility</p:attrName>
                                            </p:attrNameLst>
                                          </p:cBhvr>
                                          <p:to>
                                            <p:strVal val="visible"/>
                                          </p:to>
                                        </p:set>
                                        <p:anim calcmode="lin" valueType="num" p14:bounceEnd="40000">
                                          <p:cBhvr additive="base">
                                            <p:cTn id="7" dur="500" fill="hold"/>
                                            <p:tgtEl>
                                              <p:spTgt spid="24"/>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14:presetBounceEnd="40000">
                                      <p:stCondLst>
                                        <p:cond delay="0"/>
                                      </p:stCondLst>
                                      <p:endCondLst>
                                        <p:cond evt="begin" delay="0">
                                          <p:tn val="9"/>
                                        </p:cond>
                                      </p:endCondLst>
                                      <p:childTnLst>
                                        <p:set>
                                          <p:cBhvr>
                                            <p:cTn id="10" dur="1" fill="hold">
                                              <p:stCondLst>
                                                <p:cond delay="0"/>
                                              </p:stCondLst>
                                            </p:cTn>
                                            <p:tgtEl>
                                              <p:spTgt spid="25"/>
                                            </p:tgtEl>
                                            <p:attrNameLst>
                                              <p:attrName>style.visibility</p:attrName>
                                            </p:attrNameLst>
                                          </p:cBhvr>
                                          <p:to>
                                            <p:strVal val="visible"/>
                                          </p:to>
                                        </p:set>
                                        <p:anim calcmode="lin" valueType="num" p14:bounceEnd="40000">
                                          <p:cBhvr additive="base">
                                            <p:cTn id="11" dur="500" fill="hold"/>
                                            <p:tgtEl>
                                              <p:spTgt spid="25"/>
                                            </p:tgtEl>
                                            <p:attrNameLst>
                                              <p:attrName>ppt_x</p:attrName>
                                            </p:attrNameLst>
                                          </p:cBhvr>
                                          <p:tavLst>
                                            <p:tav tm="0">
                                              <p:val>
                                                <p:strVal val="0-#ppt_w/2"/>
                                              </p:val>
                                            </p:tav>
                                            <p:tav tm="100000">
                                              <p:val>
                                                <p:strVal val="#ppt_x"/>
                                              </p:val>
                                            </p:tav>
                                          </p:tavLst>
                                        </p:anim>
                                        <p:anim calcmode="lin" valueType="num" p14:bounceEnd="40000">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14:presetBounceEnd="40000">
                                      <p:stCondLst>
                                        <p:cond delay="0"/>
                                      </p:stCondLst>
                                      <p:endCondLst>
                                        <p:cond evt="begin" delay="0">
                                          <p:tn val="13"/>
                                        </p:cond>
                                      </p:endCondLst>
                                      <p:childTnLst>
                                        <p:set>
                                          <p:cBhvr>
                                            <p:cTn id="14" dur="1" fill="hold">
                                              <p:stCondLst>
                                                <p:cond delay="0"/>
                                              </p:stCondLst>
                                            </p:cTn>
                                            <p:tgtEl>
                                              <p:spTgt spid="26"/>
                                            </p:tgtEl>
                                            <p:attrNameLst>
                                              <p:attrName>style.visibility</p:attrName>
                                            </p:attrNameLst>
                                          </p:cBhvr>
                                          <p:to>
                                            <p:strVal val="visible"/>
                                          </p:to>
                                        </p:set>
                                        <p:anim calcmode="lin" valueType="num" p14:bounceEnd="40000">
                                          <p:cBhvr additive="base">
                                            <p:cTn id="15" dur="500" fill="hold"/>
                                            <p:tgtEl>
                                              <p:spTgt spid="26"/>
                                            </p:tgtEl>
                                            <p:attrNameLst>
                                              <p:attrName>ppt_x</p:attrName>
                                            </p:attrNameLst>
                                          </p:cBhvr>
                                          <p:tavLst>
                                            <p:tav tm="0">
                                              <p:val>
                                                <p:strVal val="0-#ppt_w/2"/>
                                              </p:val>
                                            </p:tav>
                                            <p:tav tm="100000">
                                              <p:val>
                                                <p:strVal val="#ppt_x"/>
                                              </p:val>
                                            </p:tav>
                                          </p:tavLst>
                                        </p:anim>
                                        <p:anim calcmode="lin" valueType="num" p14:bounceEnd="40000">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0-#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stCondLst>
                                        <p:cond delay="0"/>
                                      </p:stCondLst>
                                      <p:endCondLst>
                                        <p:cond evt="begin" delay="0">
                                          <p:tn val="9"/>
                                        </p:cond>
                                      </p:end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0-#ppt_w/2"/>
                                              </p:val>
                                            </p:tav>
                                            <p:tav tm="100000">
                                              <p:val>
                                                <p:strVal val="#ppt_x"/>
                                              </p:val>
                                            </p:tav>
                                          </p:tavLst>
                                        </p:anim>
                                        <p:anim calcmode="lin" valueType="num">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stCondLst>
                                        <p:cond delay="0"/>
                                      </p:stCondLst>
                                      <p:endCondLst>
                                        <p:cond evt="begin" delay="0">
                                          <p:tn val="13"/>
                                        </p:cond>
                                      </p:end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userDrawn="1">
  <p:cSld name="21_Blank">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lvl1pPr algn="ctr">
              <a:defRPr/>
            </a:lvl1pPr>
          </a:lstStyle>
          <a:p>
            <a:r>
              <a:rPr lang="en-US" dirty="0"/>
              <a:t>Click to edit Master title style</a:t>
            </a:r>
          </a:p>
        </p:txBody>
      </p:sp>
    </p:spTree>
    <p:extLst>
      <p:ext uri="{BB962C8B-B14F-4D97-AF65-F5344CB8AC3E}">
        <p14:creationId xmlns:p14="http://schemas.microsoft.com/office/powerpoint/2010/main" val="149009443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27_Blank">
    <p:spTree>
      <p:nvGrpSpPr>
        <p:cNvPr id="1" name=""/>
        <p:cNvGrpSpPr/>
        <p:nvPr/>
      </p:nvGrpSpPr>
      <p:grpSpPr>
        <a:xfrm>
          <a:off x="0" y="0"/>
          <a:ext cx="0" cy="0"/>
          <a:chOff x="0" y="0"/>
          <a:chExt cx="0" cy="0"/>
        </a:xfrm>
      </p:grpSpPr>
      <p:grpSp>
        <p:nvGrpSpPr>
          <p:cNvPr id="2" name="Group 1"/>
          <p:cNvGrpSpPr/>
          <p:nvPr userDrawn="1"/>
        </p:nvGrpSpPr>
        <p:grpSpPr>
          <a:xfrm>
            <a:off x="-1" y="-1"/>
            <a:ext cx="12192002" cy="6858001"/>
            <a:chOff x="-1" y="-1"/>
            <a:chExt cx="12192002" cy="6858001"/>
          </a:xfrm>
        </p:grpSpPr>
        <p:sp>
          <p:nvSpPr>
            <p:cNvPr id="3" name="Rectangle 2"/>
            <p:cNvSpPr/>
            <p:nvPr/>
          </p:nvSpPr>
          <p:spPr>
            <a:xfrm>
              <a:off x="-1" y="0"/>
              <a:ext cx="111035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Freeform 3"/>
            <p:cNvSpPr/>
            <p:nvPr/>
          </p:nvSpPr>
          <p:spPr>
            <a:xfrm>
              <a:off x="555178" y="-1"/>
              <a:ext cx="11636823" cy="4349932"/>
            </a:xfrm>
            <a:custGeom>
              <a:avLst/>
              <a:gdLst>
                <a:gd name="connsiteX0" fmla="*/ 0 w 11636823"/>
                <a:gd name="connsiteY0" fmla="*/ 0 h 4349932"/>
                <a:gd name="connsiteX1" fmla="*/ 11636823 w 11636823"/>
                <a:gd name="connsiteY1" fmla="*/ 0 h 4349932"/>
                <a:gd name="connsiteX2" fmla="*/ 11636823 w 11636823"/>
                <a:gd name="connsiteY2" fmla="*/ 3976484 h 4349932"/>
                <a:gd name="connsiteX3" fmla="*/ 11263375 w 11636823"/>
                <a:gd name="connsiteY3" fmla="*/ 4349932 h 4349932"/>
                <a:gd name="connsiteX4" fmla="*/ 373448 w 11636823"/>
                <a:gd name="connsiteY4" fmla="*/ 4349932 h 4349932"/>
                <a:gd name="connsiteX5" fmla="*/ 0 w 11636823"/>
                <a:gd name="connsiteY5" fmla="*/ 3976484 h 4349932"/>
                <a:gd name="connsiteX6" fmla="*/ 0 w 11636823"/>
                <a:gd name="connsiteY6" fmla="*/ 0 h 434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36823" h="4349932">
                  <a:moveTo>
                    <a:pt x="0" y="0"/>
                  </a:moveTo>
                  <a:lnTo>
                    <a:pt x="11636823" y="0"/>
                  </a:lnTo>
                  <a:lnTo>
                    <a:pt x="11636823" y="3976484"/>
                  </a:lnTo>
                  <a:cubicBezTo>
                    <a:pt x="11636823" y="4182734"/>
                    <a:pt x="11469625" y="4349932"/>
                    <a:pt x="11263375" y="4349932"/>
                  </a:cubicBezTo>
                  <a:lnTo>
                    <a:pt x="373448" y="4349932"/>
                  </a:lnTo>
                  <a:cubicBezTo>
                    <a:pt x="167198" y="4349932"/>
                    <a:pt x="0" y="4182734"/>
                    <a:pt x="0" y="3976484"/>
                  </a:cubicBezTo>
                  <a:lnTo>
                    <a:pt x="0" y="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4"/>
            <p:cNvSpPr/>
            <p:nvPr/>
          </p:nvSpPr>
          <p:spPr>
            <a:xfrm>
              <a:off x="0" y="4349930"/>
              <a:ext cx="11717383" cy="2508069"/>
            </a:xfrm>
            <a:custGeom>
              <a:avLst/>
              <a:gdLst>
                <a:gd name="connsiteX0" fmla="*/ 490182 w 11717383"/>
                <a:gd name="connsiteY0" fmla="*/ 0 h 2508069"/>
                <a:gd name="connsiteX1" fmla="*/ 11227201 w 11717383"/>
                <a:gd name="connsiteY1" fmla="*/ 0 h 2508069"/>
                <a:gd name="connsiteX2" fmla="*/ 11717383 w 11717383"/>
                <a:gd name="connsiteY2" fmla="*/ 490182 h 2508069"/>
                <a:gd name="connsiteX3" fmla="*/ 11717383 w 11717383"/>
                <a:gd name="connsiteY3" fmla="*/ 2508069 h 2508069"/>
                <a:gd name="connsiteX4" fmla="*/ 0 w 11717383"/>
                <a:gd name="connsiteY4" fmla="*/ 2508069 h 2508069"/>
                <a:gd name="connsiteX5" fmla="*/ 0 w 11717383"/>
                <a:gd name="connsiteY5" fmla="*/ 490182 h 2508069"/>
                <a:gd name="connsiteX6" fmla="*/ 490182 w 11717383"/>
                <a:gd name="connsiteY6" fmla="*/ 0 h 2508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17383" h="2508069">
                  <a:moveTo>
                    <a:pt x="490182" y="0"/>
                  </a:moveTo>
                  <a:lnTo>
                    <a:pt x="11227201" y="0"/>
                  </a:lnTo>
                  <a:cubicBezTo>
                    <a:pt x="11497921" y="0"/>
                    <a:pt x="11717383" y="219462"/>
                    <a:pt x="11717383" y="490182"/>
                  </a:cubicBezTo>
                  <a:lnTo>
                    <a:pt x="11717383" y="2508069"/>
                  </a:lnTo>
                  <a:lnTo>
                    <a:pt x="0" y="2508069"/>
                  </a:lnTo>
                  <a:lnTo>
                    <a:pt x="0" y="490182"/>
                  </a:lnTo>
                  <a:cubicBezTo>
                    <a:pt x="0" y="219462"/>
                    <a:pt x="219462" y="0"/>
                    <a:pt x="490182"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6" name="Picture Placeholder 2"/>
          <p:cNvSpPr>
            <a:spLocks noGrp="1"/>
          </p:cNvSpPr>
          <p:nvPr>
            <p:ph type="pic" sz="quarter" idx="10"/>
          </p:nvPr>
        </p:nvSpPr>
        <p:spPr>
          <a:xfrm>
            <a:off x="1272810" y="4981503"/>
            <a:ext cx="1244922" cy="1244922"/>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12129417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163.xml><?xml version="1.0" encoding="utf-8"?>
<p:sldLayout xmlns:a="http://schemas.openxmlformats.org/drawingml/2006/main" xmlns:r="http://schemas.openxmlformats.org/officeDocument/2006/relationships" xmlns:p="http://schemas.openxmlformats.org/presentationml/2006/main" userDrawn="1">
  <p:cSld name="31_Blank">
    <p:spTree>
      <p:nvGrpSpPr>
        <p:cNvPr id="1" name=""/>
        <p:cNvGrpSpPr/>
        <p:nvPr/>
      </p:nvGrpSpPr>
      <p:grpSpPr>
        <a:xfrm>
          <a:off x="0" y="0"/>
          <a:ext cx="0" cy="0"/>
          <a:chOff x="0" y="0"/>
          <a:chExt cx="0" cy="0"/>
        </a:xfrm>
      </p:grpSpPr>
      <p:grpSp>
        <p:nvGrpSpPr>
          <p:cNvPr id="2" name="Group 1"/>
          <p:cNvGrpSpPr/>
          <p:nvPr userDrawn="1"/>
        </p:nvGrpSpPr>
        <p:grpSpPr>
          <a:xfrm flipV="1">
            <a:off x="-1" y="-1"/>
            <a:ext cx="12192002" cy="6858001"/>
            <a:chOff x="-1" y="-1"/>
            <a:chExt cx="12192002" cy="6858001"/>
          </a:xfrm>
        </p:grpSpPr>
        <p:sp>
          <p:nvSpPr>
            <p:cNvPr id="3" name="Rectangle 2"/>
            <p:cNvSpPr/>
            <p:nvPr/>
          </p:nvSpPr>
          <p:spPr>
            <a:xfrm>
              <a:off x="-1" y="0"/>
              <a:ext cx="111035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Freeform 3"/>
            <p:cNvSpPr/>
            <p:nvPr/>
          </p:nvSpPr>
          <p:spPr>
            <a:xfrm>
              <a:off x="555178" y="-1"/>
              <a:ext cx="11636823" cy="4349932"/>
            </a:xfrm>
            <a:custGeom>
              <a:avLst/>
              <a:gdLst>
                <a:gd name="connsiteX0" fmla="*/ 0 w 11636823"/>
                <a:gd name="connsiteY0" fmla="*/ 0 h 4349932"/>
                <a:gd name="connsiteX1" fmla="*/ 11636823 w 11636823"/>
                <a:gd name="connsiteY1" fmla="*/ 0 h 4349932"/>
                <a:gd name="connsiteX2" fmla="*/ 11636823 w 11636823"/>
                <a:gd name="connsiteY2" fmla="*/ 3976484 h 4349932"/>
                <a:gd name="connsiteX3" fmla="*/ 11263375 w 11636823"/>
                <a:gd name="connsiteY3" fmla="*/ 4349932 h 4349932"/>
                <a:gd name="connsiteX4" fmla="*/ 373448 w 11636823"/>
                <a:gd name="connsiteY4" fmla="*/ 4349932 h 4349932"/>
                <a:gd name="connsiteX5" fmla="*/ 0 w 11636823"/>
                <a:gd name="connsiteY5" fmla="*/ 3976484 h 4349932"/>
                <a:gd name="connsiteX6" fmla="*/ 0 w 11636823"/>
                <a:gd name="connsiteY6" fmla="*/ 0 h 434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36823" h="4349932">
                  <a:moveTo>
                    <a:pt x="0" y="0"/>
                  </a:moveTo>
                  <a:lnTo>
                    <a:pt x="11636823" y="0"/>
                  </a:lnTo>
                  <a:lnTo>
                    <a:pt x="11636823" y="3976484"/>
                  </a:lnTo>
                  <a:cubicBezTo>
                    <a:pt x="11636823" y="4182734"/>
                    <a:pt x="11469625" y="4349932"/>
                    <a:pt x="11263375" y="4349932"/>
                  </a:cubicBezTo>
                  <a:lnTo>
                    <a:pt x="373448" y="4349932"/>
                  </a:lnTo>
                  <a:cubicBezTo>
                    <a:pt x="167198" y="4349932"/>
                    <a:pt x="0" y="4182734"/>
                    <a:pt x="0" y="3976484"/>
                  </a:cubicBezTo>
                  <a:lnTo>
                    <a:pt x="0" y="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4"/>
            <p:cNvSpPr/>
            <p:nvPr/>
          </p:nvSpPr>
          <p:spPr>
            <a:xfrm>
              <a:off x="0" y="4349930"/>
              <a:ext cx="11717383" cy="2508069"/>
            </a:xfrm>
            <a:custGeom>
              <a:avLst/>
              <a:gdLst>
                <a:gd name="connsiteX0" fmla="*/ 490182 w 11717383"/>
                <a:gd name="connsiteY0" fmla="*/ 0 h 2508069"/>
                <a:gd name="connsiteX1" fmla="*/ 11227201 w 11717383"/>
                <a:gd name="connsiteY1" fmla="*/ 0 h 2508069"/>
                <a:gd name="connsiteX2" fmla="*/ 11717383 w 11717383"/>
                <a:gd name="connsiteY2" fmla="*/ 490182 h 2508069"/>
                <a:gd name="connsiteX3" fmla="*/ 11717383 w 11717383"/>
                <a:gd name="connsiteY3" fmla="*/ 2508069 h 2508069"/>
                <a:gd name="connsiteX4" fmla="*/ 0 w 11717383"/>
                <a:gd name="connsiteY4" fmla="*/ 2508069 h 2508069"/>
                <a:gd name="connsiteX5" fmla="*/ 0 w 11717383"/>
                <a:gd name="connsiteY5" fmla="*/ 490182 h 2508069"/>
                <a:gd name="connsiteX6" fmla="*/ 490182 w 11717383"/>
                <a:gd name="connsiteY6" fmla="*/ 0 h 2508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17383" h="2508069">
                  <a:moveTo>
                    <a:pt x="490182" y="0"/>
                  </a:moveTo>
                  <a:lnTo>
                    <a:pt x="11227201" y="0"/>
                  </a:lnTo>
                  <a:cubicBezTo>
                    <a:pt x="11497921" y="0"/>
                    <a:pt x="11717383" y="219462"/>
                    <a:pt x="11717383" y="490182"/>
                  </a:cubicBezTo>
                  <a:lnTo>
                    <a:pt x="11717383" y="2508069"/>
                  </a:lnTo>
                  <a:lnTo>
                    <a:pt x="0" y="2508069"/>
                  </a:lnTo>
                  <a:lnTo>
                    <a:pt x="0" y="490182"/>
                  </a:lnTo>
                  <a:cubicBezTo>
                    <a:pt x="0" y="219462"/>
                    <a:pt x="219462" y="0"/>
                    <a:pt x="490182"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7" name="Picture Placeholder 2"/>
          <p:cNvSpPr>
            <a:spLocks noGrp="1"/>
          </p:cNvSpPr>
          <p:nvPr>
            <p:ph type="pic" sz="quarter" idx="10"/>
          </p:nvPr>
        </p:nvSpPr>
        <p:spPr>
          <a:xfrm>
            <a:off x="2557835" y="280449"/>
            <a:ext cx="720503" cy="720503"/>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426207571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22_Blank">
    <p:spTree>
      <p:nvGrpSpPr>
        <p:cNvPr id="1" name=""/>
        <p:cNvGrpSpPr/>
        <p:nvPr/>
      </p:nvGrpSpPr>
      <p:grpSpPr>
        <a:xfrm>
          <a:off x="0" y="0"/>
          <a:ext cx="0" cy="0"/>
          <a:chOff x="0" y="0"/>
          <a:chExt cx="0" cy="0"/>
        </a:xfrm>
      </p:grpSpPr>
      <p:sp>
        <p:nvSpPr>
          <p:cNvPr id="4" name="Picture Placeholder 2"/>
          <p:cNvSpPr>
            <a:spLocks noGrp="1"/>
          </p:cNvSpPr>
          <p:nvPr>
            <p:ph type="pic" sz="quarter" idx="10"/>
          </p:nvPr>
        </p:nvSpPr>
        <p:spPr>
          <a:xfrm>
            <a:off x="9641645" y="280449"/>
            <a:ext cx="720503" cy="720503"/>
          </a:xfrm>
          <a:prstGeom prst="ellipse">
            <a:avLst/>
          </a:prstGeom>
        </p:spPr>
        <p:txBody>
          <a:bodyPr>
            <a:normAutofit/>
          </a:bodyPr>
          <a:lstStyle>
            <a:lvl1pPr marL="0" indent="0">
              <a:buNone/>
              <a:defRPr sz="1200"/>
            </a:lvl1pPr>
          </a:lstStyle>
          <a:p>
            <a:endParaRPr lang="en-US" dirty="0"/>
          </a:p>
        </p:txBody>
      </p:sp>
      <p:sp>
        <p:nvSpPr>
          <p:cNvPr id="3" name="Title 2"/>
          <p:cNvSpPr>
            <a:spLocks noGrp="1"/>
          </p:cNvSpPr>
          <p:nvPr>
            <p:ph type="title"/>
          </p:nvPr>
        </p:nvSpPr>
        <p:spPr/>
        <p:txBody>
          <a:bodyPr/>
          <a:lstStyle/>
          <a:p>
            <a:r>
              <a:rPr lang="en-US"/>
              <a:t>Click to edit Master title style</a:t>
            </a:r>
          </a:p>
        </p:txBody>
      </p:sp>
      <p:sp>
        <p:nvSpPr>
          <p:cNvPr id="6" name="Picture Placeholder 2"/>
          <p:cNvSpPr>
            <a:spLocks noGrp="1"/>
          </p:cNvSpPr>
          <p:nvPr>
            <p:ph type="pic" sz="quarter" idx="11"/>
          </p:nvPr>
        </p:nvSpPr>
        <p:spPr>
          <a:xfrm>
            <a:off x="1189822" y="2080456"/>
            <a:ext cx="7039778" cy="2159305"/>
          </a:xfrm>
          <a:prstGeom prst="roundRect">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213621908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23_Blank">
    <p:spTree>
      <p:nvGrpSpPr>
        <p:cNvPr id="1" name=""/>
        <p:cNvGrpSpPr/>
        <p:nvPr/>
      </p:nvGrpSpPr>
      <p:grpSpPr>
        <a:xfrm>
          <a:off x="0" y="0"/>
          <a:ext cx="0" cy="0"/>
          <a:chOff x="0" y="0"/>
          <a:chExt cx="0" cy="0"/>
        </a:xfrm>
      </p:grpSpPr>
      <p:sp>
        <p:nvSpPr>
          <p:cNvPr id="4" name="Picture Placeholder 2"/>
          <p:cNvSpPr>
            <a:spLocks noGrp="1"/>
          </p:cNvSpPr>
          <p:nvPr>
            <p:ph type="pic" sz="quarter" idx="10"/>
          </p:nvPr>
        </p:nvSpPr>
        <p:spPr>
          <a:xfrm>
            <a:off x="1809689" y="280449"/>
            <a:ext cx="720503" cy="720503"/>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145192442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28_Blank">
    <p:spTree>
      <p:nvGrpSpPr>
        <p:cNvPr id="1" name=""/>
        <p:cNvGrpSpPr/>
        <p:nvPr/>
      </p:nvGrpSpPr>
      <p:grpSpPr>
        <a:xfrm>
          <a:off x="0" y="0"/>
          <a:ext cx="0" cy="0"/>
          <a:chOff x="0" y="0"/>
          <a:chExt cx="0" cy="0"/>
        </a:xfrm>
      </p:grpSpPr>
      <p:sp>
        <p:nvSpPr>
          <p:cNvPr id="4" name="Picture Placeholder 2"/>
          <p:cNvSpPr>
            <a:spLocks noGrp="1"/>
          </p:cNvSpPr>
          <p:nvPr>
            <p:ph type="pic" sz="quarter" idx="10"/>
          </p:nvPr>
        </p:nvSpPr>
        <p:spPr>
          <a:xfrm>
            <a:off x="4341121" y="3173918"/>
            <a:ext cx="827842" cy="827842"/>
          </a:xfrm>
          <a:prstGeom prst="ellipse">
            <a:avLst/>
          </a:prstGeom>
        </p:spPr>
        <p:txBody>
          <a:bodyPr>
            <a:normAutofit/>
          </a:bodyPr>
          <a:lstStyle>
            <a:lvl1pPr marL="0" indent="0">
              <a:buNone/>
              <a:defRPr sz="1200"/>
            </a:lvl1pPr>
          </a:lstStyle>
          <a:p>
            <a:endParaRPr lang="en-US" dirty="0"/>
          </a:p>
        </p:txBody>
      </p:sp>
      <p:sp>
        <p:nvSpPr>
          <p:cNvPr id="5" name="Picture Placeholder 2"/>
          <p:cNvSpPr>
            <a:spLocks noGrp="1"/>
          </p:cNvSpPr>
          <p:nvPr>
            <p:ph type="pic" sz="quarter" idx="11"/>
          </p:nvPr>
        </p:nvSpPr>
        <p:spPr>
          <a:xfrm>
            <a:off x="6049568" y="3173918"/>
            <a:ext cx="827842" cy="827842"/>
          </a:xfrm>
          <a:prstGeom prst="ellipse">
            <a:avLst/>
          </a:prstGeom>
        </p:spPr>
        <p:txBody>
          <a:bodyPr>
            <a:normAutofit/>
          </a:bodyPr>
          <a:lstStyle>
            <a:lvl1pPr marL="0" indent="0">
              <a:buNone/>
              <a:defRPr sz="1200"/>
            </a:lvl1pPr>
          </a:lstStyle>
          <a:p>
            <a:endParaRPr lang="en-US" dirty="0"/>
          </a:p>
        </p:txBody>
      </p:sp>
      <p:sp>
        <p:nvSpPr>
          <p:cNvPr id="6" name="Picture Placeholder 2"/>
          <p:cNvSpPr>
            <a:spLocks noGrp="1"/>
          </p:cNvSpPr>
          <p:nvPr>
            <p:ph type="pic" sz="quarter" idx="12"/>
          </p:nvPr>
        </p:nvSpPr>
        <p:spPr>
          <a:xfrm>
            <a:off x="7758015" y="3173918"/>
            <a:ext cx="827842" cy="827842"/>
          </a:xfrm>
          <a:prstGeom prst="ellipse">
            <a:avLst/>
          </a:prstGeom>
        </p:spPr>
        <p:txBody>
          <a:bodyPr>
            <a:normAutofit/>
          </a:bodyPr>
          <a:lstStyle>
            <a:lvl1pPr marL="0" indent="0">
              <a:buNone/>
              <a:defRPr sz="1200"/>
            </a:lvl1pPr>
          </a:lstStyle>
          <a:p>
            <a:endParaRPr lang="en-US" dirty="0"/>
          </a:p>
        </p:txBody>
      </p:sp>
      <p:sp>
        <p:nvSpPr>
          <p:cNvPr id="7" name="Picture Placeholder 2"/>
          <p:cNvSpPr>
            <a:spLocks noGrp="1"/>
          </p:cNvSpPr>
          <p:nvPr>
            <p:ph type="pic" sz="quarter" idx="13"/>
          </p:nvPr>
        </p:nvSpPr>
        <p:spPr>
          <a:xfrm>
            <a:off x="9466461" y="3173918"/>
            <a:ext cx="827842" cy="827842"/>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86346076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29_Blank">
    <p:spTree>
      <p:nvGrpSpPr>
        <p:cNvPr id="1" name=""/>
        <p:cNvGrpSpPr/>
        <p:nvPr/>
      </p:nvGrpSpPr>
      <p:grpSpPr>
        <a:xfrm>
          <a:off x="0" y="0"/>
          <a:ext cx="0" cy="0"/>
          <a:chOff x="0" y="0"/>
          <a:chExt cx="0" cy="0"/>
        </a:xfrm>
      </p:grpSpPr>
      <p:sp>
        <p:nvSpPr>
          <p:cNvPr id="4" name="Picture Placeholder 2"/>
          <p:cNvSpPr>
            <a:spLocks noGrp="1"/>
          </p:cNvSpPr>
          <p:nvPr>
            <p:ph type="pic" sz="quarter" idx="10"/>
          </p:nvPr>
        </p:nvSpPr>
        <p:spPr>
          <a:xfrm>
            <a:off x="3053805" y="498146"/>
            <a:ext cx="868279" cy="868279"/>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69053325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30_Blank">
    <p:spTree>
      <p:nvGrpSpPr>
        <p:cNvPr id="1" name=""/>
        <p:cNvGrpSpPr/>
        <p:nvPr/>
      </p:nvGrpSpPr>
      <p:grpSpPr>
        <a:xfrm>
          <a:off x="0" y="0"/>
          <a:ext cx="0" cy="0"/>
          <a:chOff x="0" y="0"/>
          <a:chExt cx="0" cy="0"/>
        </a:xfrm>
      </p:grpSpPr>
      <p:grpSp>
        <p:nvGrpSpPr>
          <p:cNvPr id="2" name="Group 1"/>
          <p:cNvGrpSpPr/>
          <p:nvPr userDrawn="1"/>
        </p:nvGrpSpPr>
        <p:grpSpPr>
          <a:xfrm flipH="1" flipV="1">
            <a:off x="-1" y="-1"/>
            <a:ext cx="12192002" cy="6858001"/>
            <a:chOff x="-1" y="-1"/>
            <a:chExt cx="12192002" cy="6858001"/>
          </a:xfrm>
        </p:grpSpPr>
        <p:sp>
          <p:nvSpPr>
            <p:cNvPr id="3" name="Rectangle 2"/>
            <p:cNvSpPr/>
            <p:nvPr/>
          </p:nvSpPr>
          <p:spPr>
            <a:xfrm>
              <a:off x="-1" y="0"/>
              <a:ext cx="111035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Freeform 3"/>
            <p:cNvSpPr/>
            <p:nvPr/>
          </p:nvSpPr>
          <p:spPr>
            <a:xfrm>
              <a:off x="555178" y="-1"/>
              <a:ext cx="11636823" cy="4349932"/>
            </a:xfrm>
            <a:custGeom>
              <a:avLst/>
              <a:gdLst>
                <a:gd name="connsiteX0" fmla="*/ 0 w 11636823"/>
                <a:gd name="connsiteY0" fmla="*/ 0 h 4349932"/>
                <a:gd name="connsiteX1" fmla="*/ 11636823 w 11636823"/>
                <a:gd name="connsiteY1" fmla="*/ 0 h 4349932"/>
                <a:gd name="connsiteX2" fmla="*/ 11636823 w 11636823"/>
                <a:gd name="connsiteY2" fmla="*/ 3976484 h 4349932"/>
                <a:gd name="connsiteX3" fmla="*/ 11263375 w 11636823"/>
                <a:gd name="connsiteY3" fmla="*/ 4349932 h 4349932"/>
                <a:gd name="connsiteX4" fmla="*/ 373448 w 11636823"/>
                <a:gd name="connsiteY4" fmla="*/ 4349932 h 4349932"/>
                <a:gd name="connsiteX5" fmla="*/ 0 w 11636823"/>
                <a:gd name="connsiteY5" fmla="*/ 3976484 h 4349932"/>
                <a:gd name="connsiteX6" fmla="*/ 0 w 11636823"/>
                <a:gd name="connsiteY6" fmla="*/ 0 h 434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36823" h="4349932">
                  <a:moveTo>
                    <a:pt x="0" y="0"/>
                  </a:moveTo>
                  <a:lnTo>
                    <a:pt x="11636823" y="0"/>
                  </a:lnTo>
                  <a:lnTo>
                    <a:pt x="11636823" y="3976484"/>
                  </a:lnTo>
                  <a:cubicBezTo>
                    <a:pt x="11636823" y="4182734"/>
                    <a:pt x="11469625" y="4349932"/>
                    <a:pt x="11263375" y="4349932"/>
                  </a:cubicBezTo>
                  <a:lnTo>
                    <a:pt x="373448" y="4349932"/>
                  </a:lnTo>
                  <a:cubicBezTo>
                    <a:pt x="167198" y="4349932"/>
                    <a:pt x="0" y="4182734"/>
                    <a:pt x="0" y="3976484"/>
                  </a:cubicBezTo>
                  <a:lnTo>
                    <a:pt x="0" y="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4"/>
            <p:cNvSpPr/>
            <p:nvPr/>
          </p:nvSpPr>
          <p:spPr>
            <a:xfrm>
              <a:off x="0" y="4349930"/>
              <a:ext cx="11717383" cy="2508069"/>
            </a:xfrm>
            <a:custGeom>
              <a:avLst/>
              <a:gdLst>
                <a:gd name="connsiteX0" fmla="*/ 490182 w 11717383"/>
                <a:gd name="connsiteY0" fmla="*/ 0 h 2508069"/>
                <a:gd name="connsiteX1" fmla="*/ 11227201 w 11717383"/>
                <a:gd name="connsiteY1" fmla="*/ 0 h 2508069"/>
                <a:gd name="connsiteX2" fmla="*/ 11717383 w 11717383"/>
                <a:gd name="connsiteY2" fmla="*/ 490182 h 2508069"/>
                <a:gd name="connsiteX3" fmla="*/ 11717383 w 11717383"/>
                <a:gd name="connsiteY3" fmla="*/ 2508069 h 2508069"/>
                <a:gd name="connsiteX4" fmla="*/ 0 w 11717383"/>
                <a:gd name="connsiteY4" fmla="*/ 2508069 h 2508069"/>
                <a:gd name="connsiteX5" fmla="*/ 0 w 11717383"/>
                <a:gd name="connsiteY5" fmla="*/ 490182 h 2508069"/>
                <a:gd name="connsiteX6" fmla="*/ 490182 w 11717383"/>
                <a:gd name="connsiteY6" fmla="*/ 0 h 2508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17383" h="2508069">
                  <a:moveTo>
                    <a:pt x="490182" y="0"/>
                  </a:moveTo>
                  <a:lnTo>
                    <a:pt x="11227201" y="0"/>
                  </a:lnTo>
                  <a:cubicBezTo>
                    <a:pt x="11497921" y="0"/>
                    <a:pt x="11717383" y="219462"/>
                    <a:pt x="11717383" y="490182"/>
                  </a:cubicBezTo>
                  <a:lnTo>
                    <a:pt x="11717383" y="2508069"/>
                  </a:lnTo>
                  <a:lnTo>
                    <a:pt x="0" y="2508069"/>
                  </a:lnTo>
                  <a:lnTo>
                    <a:pt x="0" y="490182"/>
                  </a:lnTo>
                  <a:cubicBezTo>
                    <a:pt x="0" y="219462"/>
                    <a:pt x="219462" y="0"/>
                    <a:pt x="490182"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6" name="Picture Placeholder 2"/>
          <p:cNvSpPr>
            <a:spLocks noGrp="1"/>
          </p:cNvSpPr>
          <p:nvPr>
            <p:ph type="pic" sz="quarter" idx="10"/>
          </p:nvPr>
        </p:nvSpPr>
        <p:spPr>
          <a:xfrm>
            <a:off x="1410899" y="645621"/>
            <a:ext cx="968744" cy="968744"/>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29818657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35_Blank">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lvl1pPr algn="ctr">
              <a:defRPr/>
            </a:lvl1pPr>
          </a:lstStyle>
          <a:p>
            <a:r>
              <a:rPr lang="en-US" dirty="0"/>
              <a:t>Click to edit Master title style</a:t>
            </a:r>
          </a:p>
        </p:txBody>
      </p:sp>
      <p:sp>
        <p:nvSpPr>
          <p:cNvPr id="4" name="Picture Placeholder 2"/>
          <p:cNvSpPr>
            <a:spLocks noGrp="1"/>
          </p:cNvSpPr>
          <p:nvPr>
            <p:ph type="pic" sz="quarter" idx="10"/>
          </p:nvPr>
        </p:nvSpPr>
        <p:spPr>
          <a:xfrm>
            <a:off x="11411919" y="206502"/>
            <a:ext cx="504076" cy="504076"/>
          </a:xfrm>
          <a:prstGeom prst="ellipse">
            <a:avLst/>
          </a:prstGeom>
        </p:spPr>
        <p:txBody>
          <a:bodyPr>
            <a:normAutofit/>
          </a:bodyPr>
          <a:lstStyle>
            <a:lvl1pPr marL="0" indent="0">
              <a:buNone/>
              <a:defRPr sz="700"/>
            </a:lvl1pPr>
          </a:lstStyle>
          <a:p>
            <a:endParaRPr lang="en-US" dirty="0"/>
          </a:p>
        </p:txBody>
      </p:sp>
    </p:spTree>
    <p:extLst>
      <p:ext uri="{BB962C8B-B14F-4D97-AF65-F5344CB8AC3E}">
        <p14:creationId xmlns:p14="http://schemas.microsoft.com/office/powerpoint/2010/main" val="26994936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36_Blank">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lvl1pPr algn="ctr">
              <a:defRPr/>
            </a:lvl1pPr>
          </a:lstStyle>
          <a:p>
            <a:r>
              <a:rPr lang="en-US" dirty="0"/>
              <a:t>Click to edit Master title style</a:t>
            </a:r>
          </a:p>
        </p:txBody>
      </p:sp>
      <p:sp>
        <p:nvSpPr>
          <p:cNvPr id="4" name="Picture Placeholder 2"/>
          <p:cNvSpPr>
            <a:spLocks noGrp="1"/>
          </p:cNvSpPr>
          <p:nvPr>
            <p:ph type="pic" sz="quarter" idx="10"/>
          </p:nvPr>
        </p:nvSpPr>
        <p:spPr>
          <a:xfrm>
            <a:off x="11411919" y="206502"/>
            <a:ext cx="504076" cy="504076"/>
          </a:xfrm>
          <a:prstGeom prst="ellipse">
            <a:avLst/>
          </a:prstGeom>
        </p:spPr>
        <p:txBody>
          <a:bodyPr>
            <a:normAutofit/>
          </a:bodyPr>
          <a:lstStyle>
            <a:lvl1pPr marL="0" indent="0">
              <a:buNone/>
              <a:defRPr sz="700"/>
            </a:lvl1pPr>
          </a:lstStyle>
          <a:p>
            <a:endParaRPr lang="en-US" dirty="0"/>
          </a:p>
        </p:txBody>
      </p:sp>
      <p:sp>
        <p:nvSpPr>
          <p:cNvPr id="13" name="Picture Placeholder 2"/>
          <p:cNvSpPr>
            <a:spLocks noGrp="1"/>
          </p:cNvSpPr>
          <p:nvPr>
            <p:ph type="pic" sz="quarter" idx="11"/>
          </p:nvPr>
        </p:nvSpPr>
        <p:spPr>
          <a:xfrm>
            <a:off x="7134927" y="2204627"/>
            <a:ext cx="504076" cy="504076"/>
          </a:xfrm>
          <a:prstGeom prst="ellipse">
            <a:avLst/>
          </a:prstGeom>
        </p:spPr>
        <p:txBody>
          <a:bodyPr>
            <a:normAutofit/>
          </a:bodyPr>
          <a:lstStyle>
            <a:lvl1pPr marL="0" indent="0">
              <a:buNone/>
              <a:defRPr sz="700"/>
            </a:lvl1pPr>
          </a:lstStyle>
          <a:p>
            <a:endParaRPr lang="en-US" dirty="0"/>
          </a:p>
        </p:txBody>
      </p:sp>
      <p:sp>
        <p:nvSpPr>
          <p:cNvPr id="20" name="Picture Placeholder 2"/>
          <p:cNvSpPr>
            <a:spLocks noGrp="1"/>
          </p:cNvSpPr>
          <p:nvPr>
            <p:ph type="pic" sz="quarter" idx="12"/>
          </p:nvPr>
        </p:nvSpPr>
        <p:spPr>
          <a:xfrm>
            <a:off x="10529985" y="3665127"/>
            <a:ext cx="504076" cy="504076"/>
          </a:xfrm>
          <a:prstGeom prst="ellipse">
            <a:avLst/>
          </a:prstGeom>
        </p:spPr>
        <p:txBody>
          <a:bodyPr>
            <a:normAutofit/>
          </a:bodyPr>
          <a:lstStyle>
            <a:lvl1pPr marL="0" indent="0">
              <a:buNone/>
              <a:defRPr sz="700"/>
            </a:lvl1pPr>
          </a:lstStyle>
          <a:p>
            <a:endParaRPr lang="en-US" dirty="0"/>
          </a:p>
        </p:txBody>
      </p:sp>
      <p:sp>
        <p:nvSpPr>
          <p:cNvPr id="24" name="Picture Placeholder 2"/>
          <p:cNvSpPr>
            <a:spLocks noGrp="1"/>
          </p:cNvSpPr>
          <p:nvPr>
            <p:ph type="pic" sz="quarter" idx="13"/>
          </p:nvPr>
        </p:nvSpPr>
        <p:spPr>
          <a:xfrm>
            <a:off x="7134927" y="5194570"/>
            <a:ext cx="504076" cy="504076"/>
          </a:xfrm>
          <a:prstGeom prst="ellipse">
            <a:avLst/>
          </a:prstGeom>
        </p:spPr>
        <p:txBody>
          <a:bodyPr>
            <a:normAutofit/>
          </a:bodyPr>
          <a:lstStyle>
            <a:lvl1pPr marL="0" indent="0">
              <a:buNone/>
              <a:defRPr sz="700"/>
            </a:lvl1pPr>
          </a:lstStyle>
          <a:p>
            <a:endParaRPr lang="en-US" dirty="0"/>
          </a:p>
        </p:txBody>
      </p:sp>
    </p:spTree>
    <p:extLst>
      <p:ext uri="{BB962C8B-B14F-4D97-AF65-F5344CB8AC3E}">
        <p14:creationId xmlns:p14="http://schemas.microsoft.com/office/powerpoint/2010/main" val="241108840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24"/>
                                        </p:tgtEl>
                                        <p:attrNameLst>
                                          <p:attrName>style.visibility</p:attrName>
                                        </p:attrNameLst>
                                      </p:cBhvr>
                                      <p:to>
                                        <p:strVal val="visible"/>
                                      </p:to>
                                    </p:set>
                                    <p:anim calcmode="lin" valueType="num">
                                      <p:cBhvr>
                                        <p:cTn id="22" dur="500" fill="hold"/>
                                        <p:tgtEl>
                                          <p:spTgt spid="24"/>
                                        </p:tgtEl>
                                        <p:attrNameLst>
                                          <p:attrName>ppt_w</p:attrName>
                                        </p:attrNameLst>
                                      </p:cBhvr>
                                      <p:tavLst>
                                        <p:tav tm="0">
                                          <p:val>
                                            <p:fltVal val="0"/>
                                          </p:val>
                                        </p:tav>
                                        <p:tav tm="100000">
                                          <p:val>
                                            <p:strVal val="#ppt_w"/>
                                          </p:val>
                                        </p:tav>
                                      </p:tavLst>
                                    </p:anim>
                                    <p:anim calcmode="lin" valueType="num">
                                      <p:cBhvr>
                                        <p:cTn id="23" dur="500" fill="hold"/>
                                        <p:tgtEl>
                                          <p:spTgt spid="24"/>
                                        </p:tgtEl>
                                        <p:attrNameLst>
                                          <p:attrName>ppt_h</p:attrName>
                                        </p:attrNameLst>
                                      </p:cBhvr>
                                      <p:tavLst>
                                        <p:tav tm="0">
                                          <p:val>
                                            <p:fltVal val="0"/>
                                          </p:val>
                                        </p:tav>
                                        <p:tav tm="100000">
                                          <p:val>
                                            <p:strVal val="#ppt_h"/>
                                          </p:val>
                                        </p:tav>
                                      </p:tavLst>
                                    </p:anim>
                                    <p:animEffect transition="in" filter="fade">
                                      <p:cBhvr>
                                        <p:cTn id="2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20" grpId="0"/>
      <p:bldP spid="24" grpId="0"/>
    </p:bldLst>
  </p:timing>
</p:sldLayout>
</file>

<file path=ppt/slideLayouts/slideLayout171.xml><?xml version="1.0" encoding="utf-8"?>
<p:sldLayout xmlns:a="http://schemas.openxmlformats.org/drawingml/2006/main" xmlns:r="http://schemas.openxmlformats.org/officeDocument/2006/relationships" xmlns:p="http://schemas.openxmlformats.org/presentationml/2006/main" userDrawn="1">
  <p:cSld name="37_Blank">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lvl1pPr algn="ctr">
              <a:defRPr/>
            </a:lvl1pPr>
          </a:lstStyle>
          <a:p>
            <a:r>
              <a:rPr lang="en-US" dirty="0"/>
              <a:t>Click to edit Master title style</a:t>
            </a:r>
          </a:p>
        </p:txBody>
      </p:sp>
      <p:sp>
        <p:nvSpPr>
          <p:cNvPr id="4" name="Picture Placeholder 2"/>
          <p:cNvSpPr>
            <a:spLocks noGrp="1"/>
          </p:cNvSpPr>
          <p:nvPr>
            <p:ph type="pic" sz="quarter" idx="10"/>
          </p:nvPr>
        </p:nvSpPr>
        <p:spPr>
          <a:xfrm>
            <a:off x="11411919" y="206502"/>
            <a:ext cx="504076" cy="504076"/>
          </a:xfrm>
          <a:prstGeom prst="ellipse">
            <a:avLst/>
          </a:prstGeom>
        </p:spPr>
        <p:txBody>
          <a:bodyPr>
            <a:normAutofit/>
          </a:bodyPr>
          <a:lstStyle>
            <a:lvl1pPr marL="0" indent="0">
              <a:buNone/>
              <a:defRPr sz="700"/>
            </a:lvl1pPr>
          </a:lstStyle>
          <a:p>
            <a:endParaRPr lang="en-US" dirty="0"/>
          </a:p>
        </p:txBody>
      </p:sp>
      <p:sp>
        <p:nvSpPr>
          <p:cNvPr id="6" name="Picture Placeholder 2"/>
          <p:cNvSpPr>
            <a:spLocks noGrp="1"/>
          </p:cNvSpPr>
          <p:nvPr>
            <p:ph type="pic" sz="quarter" idx="11"/>
          </p:nvPr>
        </p:nvSpPr>
        <p:spPr>
          <a:xfrm>
            <a:off x="839787" y="1631890"/>
            <a:ext cx="627217" cy="627217"/>
          </a:xfrm>
          <a:prstGeom prst="ellipse">
            <a:avLst/>
          </a:prstGeom>
        </p:spPr>
        <p:txBody>
          <a:bodyPr>
            <a:normAutofit/>
          </a:bodyPr>
          <a:lstStyle>
            <a:lvl1pPr marL="0" indent="0">
              <a:buNone/>
              <a:defRPr sz="700"/>
            </a:lvl1pPr>
          </a:lstStyle>
          <a:p>
            <a:endParaRPr lang="en-US" dirty="0"/>
          </a:p>
        </p:txBody>
      </p:sp>
      <p:sp>
        <p:nvSpPr>
          <p:cNvPr id="7" name="Picture Placeholder 2"/>
          <p:cNvSpPr>
            <a:spLocks noGrp="1"/>
          </p:cNvSpPr>
          <p:nvPr>
            <p:ph type="pic" sz="quarter" idx="12"/>
          </p:nvPr>
        </p:nvSpPr>
        <p:spPr>
          <a:xfrm>
            <a:off x="839787" y="2488019"/>
            <a:ext cx="627217" cy="627217"/>
          </a:xfrm>
          <a:prstGeom prst="ellipse">
            <a:avLst/>
          </a:prstGeom>
        </p:spPr>
        <p:txBody>
          <a:bodyPr>
            <a:normAutofit/>
          </a:bodyPr>
          <a:lstStyle>
            <a:lvl1pPr marL="0" indent="0">
              <a:buNone/>
              <a:defRPr sz="700"/>
            </a:lvl1pPr>
          </a:lstStyle>
          <a:p>
            <a:endParaRPr lang="en-US" dirty="0"/>
          </a:p>
        </p:txBody>
      </p:sp>
      <p:sp>
        <p:nvSpPr>
          <p:cNvPr id="8" name="Picture Placeholder 2"/>
          <p:cNvSpPr>
            <a:spLocks noGrp="1"/>
          </p:cNvSpPr>
          <p:nvPr>
            <p:ph type="pic" sz="quarter" idx="13"/>
          </p:nvPr>
        </p:nvSpPr>
        <p:spPr>
          <a:xfrm>
            <a:off x="839787" y="3344148"/>
            <a:ext cx="627217" cy="627217"/>
          </a:xfrm>
          <a:prstGeom prst="ellipse">
            <a:avLst/>
          </a:prstGeom>
        </p:spPr>
        <p:txBody>
          <a:bodyPr>
            <a:normAutofit/>
          </a:bodyPr>
          <a:lstStyle>
            <a:lvl1pPr marL="0" indent="0">
              <a:buNone/>
              <a:defRPr sz="700"/>
            </a:lvl1pPr>
          </a:lstStyle>
          <a:p>
            <a:endParaRPr lang="en-US" dirty="0"/>
          </a:p>
        </p:txBody>
      </p:sp>
      <p:sp>
        <p:nvSpPr>
          <p:cNvPr id="9" name="Picture Placeholder 2"/>
          <p:cNvSpPr>
            <a:spLocks noGrp="1"/>
          </p:cNvSpPr>
          <p:nvPr>
            <p:ph type="pic" sz="quarter" idx="14"/>
          </p:nvPr>
        </p:nvSpPr>
        <p:spPr>
          <a:xfrm>
            <a:off x="839787" y="4200276"/>
            <a:ext cx="627217" cy="627217"/>
          </a:xfrm>
          <a:prstGeom prst="ellipse">
            <a:avLst/>
          </a:prstGeom>
        </p:spPr>
        <p:txBody>
          <a:bodyPr>
            <a:normAutofit/>
          </a:bodyPr>
          <a:lstStyle>
            <a:lvl1pPr marL="0" indent="0">
              <a:buNone/>
              <a:defRPr sz="700"/>
            </a:lvl1pPr>
          </a:lstStyle>
          <a:p>
            <a:endParaRPr lang="en-US" dirty="0"/>
          </a:p>
        </p:txBody>
      </p:sp>
    </p:spTree>
    <p:extLst>
      <p:ext uri="{BB962C8B-B14F-4D97-AF65-F5344CB8AC3E}">
        <p14:creationId xmlns:p14="http://schemas.microsoft.com/office/powerpoint/2010/main" val="357430085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Lst>
  </p:timing>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68_Title Only">
    <p:spTree>
      <p:nvGrpSpPr>
        <p:cNvPr id="1" name=""/>
        <p:cNvGrpSpPr/>
        <p:nvPr/>
      </p:nvGrpSpPr>
      <p:grpSpPr>
        <a:xfrm>
          <a:off x="0" y="0"/>
          <a:ext cx="0" cy="0"/>
          <a:chOff x="0" y="0"/>
          <a:chExt cx="0" cy="0"/>
        </a:xfrm>
      </p:grpSpPr>
      <p:grpSp>
        <p:nvGrpSpPr>
          <p:cNvPr id="2" name="Group 1"/>
          <p:cNvGrpSpPr/>
          <p:nvPr userDrawn="1"/>
        </p:nvGrpSpPr>
        <p:grpSpPr>
          <a:xfrm flipH="1">
            <a:off x="0" y="0"/>
            <a:ext cx="12191999" cy="6858000"/>
            <a:chOff x="0" y="0"/>
            <a:chExt cx="12191999" cy="685800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064302" y="0"/>
              <a:ext cx="11127697"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91" name="Picture Placeholder 2"/>
          <p:cNvSpPr>
            <a:spLocks noGrp="1"/>
          </p:cNvSpPr>
          <p:nvPr>
            <p:ph type="pic" sz="quarter" idx="18"/>
          </p:nvPr>
        </p:nvSpPr>
        <p:spPr>
          <a:xfrm>
            <a:off x="9913493" y="407025"/>
            <a:ext cx="764361" cy="764361"/>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242237491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91"/>
                                        </p:tgtEl>
                                        <p:attrNameLst>
                                          <p:attrName>style.visibility</p:attrName>
                                        </p:attrNameLst>
                                      </p:cBhvr>
                                      <p:to>
                                        <p:strVal val="visible"/>
                                      </p:to>
                                    </p:set>
                                    <p:anim calcmode="lin" valueType="num">
                                      <p:cBhvr>
                                        <p:cTn id="7" dur="500" fill="hold"/>
                                        <p:tgtEl>
                                          <p:spTgt spid="91"/>
                                        </p:tgtEl>
                                        <p:attrNameLst>
                                          <p:attrName>ppt_w</p:attrName>
                                        </p:attrNameLst>
                                      </p:cBhvr>
                                      <p:tavLst>
                                        <p:tav tm="0">
                                          <p:val>
                                            <p:fltVal val="0"/>
                                          </p:val>
                                        </p:tav>
                                        <p:tav tm="100000">
                                          <p:val>
                                            <p:strVal val="#ppt_w"/>
                                          </p:val>
                                        </p:tav>
                                      </p:tavLst>
                                    </p:anim>
                                    <p:anim calcmode="lin" valueType="num">
                                      <p:cBhvr>
                                        <p:cTn id="8" dur="500" fill="hold"/>
                                        <p:tgtEl>
                                          <p:spTgt spid="91"/>
                                        </p:tgtEl>
                                        <p:attrNameLst>
                                          <p:attrName>ppt_h</p:attrName>
                                        </p:attrNameLst>
                                      </p:cBhvr>
                                      <p:tavLst>
                                        <p:tav tm="0">
                                          <p:val>
                                            <p:fltVal val="0"/>
                                          </p:val>
                                        </p:tav>
                                        <p:tav tm="100000">
                                          <p:val>
                                            <p:strVal val="#ppt_h"/>
                                          </p:val>
                                        </p:tav>
                                      </p:tavLst>
                                    </p:anim>
                                    <p:animEffect transition="in" filter="fade">
                                      <p:cBhvr>
                                        <p:cTn id="9"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Lst>
  </p:timing>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69_Title Only">
    <p:spTree>
      <p:nvGrpSpPr>
        <p:cNvPr id="1" name=""/>
        <p:cNvGrpSpPr/>
        <p:nvPr/>
      </p:nvGrpSpPr>
      <p:grpSpPr>
        <a:xfrm>
          <a:off x="0" y="0"/>
          <a:ext cx="0" cy="0"/>
          <a:chOff x="0" y="0"/>
          <a:chExt cx="0" cy="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064302" y="0"/>
            <a:ext cx="11127697"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Picture Placeholder 2"/>
          <p:cNvSpPr>
            <a:spLocks noGrp="1"/>
          </p:cNvSpPr>
          <p:nvPr>
            <p:ph type="pic" sz="quarter" idx="13"/>
          </p:nvPr>
        </p:nvSpPr>
        <p:spPr>
          <a:xfrm>
            <a:off x="2278505" y="1532214"/>
            <a:ext cx="1233268" cy="1233268"/>
          </a:xfrm>
          <a:prstGeom prst="ellipse">
            <a:avLst/>
          </a:prstGeom>
        </p:spPr>
        <p:txBody>
          <a:bodyPr>
            <a:normAutofit/>
          </a:bodyPr>
          <a:lstStyle>
            <a:lvl1pPr marL="0" indent="0">
              <a:buNone/>
              <a:defRPr sz="1100"/>
            </a:lvl1pPr>
          </a:lstStyle>
          <a:p>
            <a:endParaRPr lang="en-US" dirty="0"/>
          </a:p>
        </p:txBody>
      </p:sp>
      <p:sp>
        <p:nvSpPr>
          <p:cNvPr id="11" name="Picture Placeholder 2"/>
          <p:cNvSpPr>
            <a:spLocks noGrp="1"/>
          </p:cNvSpPr>
          <p:nvPr>
            <p:ph type="pic" sz="quarter" idx="14"/>
          </p:nvPr>
        </p:nvSpPr>
        <p:spPr>
          <a:xfrm>
            <a:off x="1706154" y="4583965"/>
            <a:ext cx="460633" cy="460633"/>
          </a:xfrm>
          <a:prstGeom prst="ellipse">
            <a:avLst/>
          </a:prstGeom>
        </p:spPr>
        <p:txBody>
          <a:bodyPr>
            <a:normAutofit/>
          </a:bodyPr>
          <a:lstStyle>
            <a:lvl1pPr marL="0" indent="0">
              <a:buNone/>
              <a:defRPr sz="800"/>
            </a:lvl1pPr>
          </a:lstStyle>
          <a:p>
            <a:endParaRPr lang="en-US" dirty="0"/>
          </a:p>
        </p:txBody>
      </p:sp>
      <p:sp>
        <p:nvSpPr>
          <p:cNvPr id="12" name="Picture Placeholder 2"/>
          <p:cNvSpPr>
            <a:spLocks noGrp="1"/>
          </p:cNvSpPr>
          <p:nvPr>
            <p:ph type="pic" sz="quarter" idx="15"/>
          </p:nvPr>
        </p:nvSpPr>
        <p:spPr>
          <a:xfrm>
            <a:off x="1706154" y="5222943"/>
            <a:ext cx="460633" cy="460633"/>
          </a:xfrm>
          <a:prstGeom prst="ellipse">
            <a:avLst/>
          </a:prstGeom>
        </p:spPr>
        <p:txBody>
          <a:bodyPr>
            <a:normAutofit/>
          </a:bodyPr>
          <a:lstStyle>
            <a:lvl1pPr marL="0" indent="0">
              <a:buNone/>
              <a:defRPr sz="800"/>
            </a:lvl1pPr>
          </a:lstStyle>
          <a:p>
            <a:endParaRPr lang="en-US" dirty="0"/>
          </a:p>
        </p:txBody>
      </p:sp>
      <p:sp>
        <p:nvSpPr>
          <p:cNvPr id="13" name="Picture Placeholder 2"/>
          <p:cNvSpPr>
            <a:spLocks noGrp="1"/>
          </p:cNvSpPr>
          <p:nvPr>
            <p:ph type="pic" sz="quarter" idx="16"/>
          </p:nvPr>
        </p:nvSpPr>
        <p:spPr>
          <a:xfrm>
            <a:off x="1706154" y="5850905"/>
            <a:ext cx="460633" cy="460633"/>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214526706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Lst>
  </p:timing>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70_Title Only">
    <p:spTree>
      <p:nvGrpSpPr>
        <p:cNvPr id="1" name=""/>
        <p:cNvGrpSpPr/>
        <p:nvPr/>
      </p:nvGrpSpPr>
      <p:grpSpPr>
        <a:xfrm>
          <a:off x="0" y="0"/>
          <a:ext cx="0" cy="0"/>
          <a:chOff x="0" y="0"/>
          <a:chExt cx="0" cy="0"/>
        </a:xfrm>
      </p:grpSpPr>
      <p:grpSp>
        <p:nvGrpSpPr>
          <p:cNvPr id="2" name="Group 1"/>
          <p:cNvGrpSpPr/>
          <p:nvPr userDrawn="1"/>
        </p:nvGrpSpPr>
        <p:grpSpPr>
          <a:xfrm flipH="1">
            <a:off x="0" y="0"/>
            <a:ext cx="12191999" cy="6858000"/>
            <a:chOff x="0" y="0"/>
            <a:chExt cx="12191999" cy="685800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064302" y="0"/>
              <a:ext cx="11127697"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1" name="Picture Placeholder 2"/>
          <p:cNvSpPr>
            <a:spLocks noGrp="1"/>
          </p:cNvSpPr>
          <p:nvPr>
            <p:ph type="pic" sz="quarter" idx="14"/>
          </p:nvPr>
        </p:nvSpPr>
        <p:spPr>
          <a:xfrm>
            <a:off x="4940290" y="2075155"/>
            <a:ext cx="460633" cy="460633"/>
          </a:xfrm>
          <a:prstGeom prst="ellipse">
            <a:avLst/>
          </a:prstGeom>
        </p:spPr>
        <p:txBody>
          <a:bodyPr>
            <a:normAutofit/>
          </a:bodyPr>
          <a:lstStyle>
            <a:lvl1pPr marL="0" indent="0">
              <a:buNone/>
              <a:defRPr sz="800"/>
            </a:lvl1pPr>
          </a:lstStyle>
          <a:p>
            <a:endParaRPr lang="en-US" dirty="0"/>
          </a:p>
        </p:txBody>
      </p:sp>
      <p:sp>
        <p:nvSpPr>
          <p:cNvPr id="90" name="Picture Placeholder 2"/>
          <p:cNvSpPr>
            <a:spLocks noGrp="1"/>
          </p:cNvSpPr>
          <p:nvPr>
            <p:ph type="pic" sz="quarter" idx="17"/>
          </p:nvPr>
        </p:nvSpPr>
        <p:spPr>
          <a:xfrm>
            <a:off x="7003869" y="2075155"/>
            <a:ext cx="460633" cy="460633"/>
          </a:xfrm>
          <a:prstGeom prst="ellipse">
            <a:avLst/>
          </a:prstGeom>
        </p:spPr>
        <p:txBody>
          <a:bodyPr>
            <a:normAutofit/>
          </a:bodyPr>
          <a:lstStyle>
            <a:lvl1pPr marL="0" indent="0">
              <a:buNone/>
              <a:defRPr sz="800"/>
            </a:lvl1pPr>
          </a:lstStyle>
          <a:p>
            <a:endParaRPr lang="en-US" dirty="0"/>
          </a:p>
        </p:txBody>
      </p:sp>
      <p:sp>
        <p:nvSpPr>
          <p:cNvPr id="91" name="Picture Placeholder 2"/>
          <p:cNvSpPr>
            <a:spLocks noGrp="1"/>
          </p:cNvSpPr>
          <p:nvPr>
            <p:ph type="pic" sz="quarter" idx="18"/>
          </p:nvPr>
        </p:nvSpPr>
        <p:spPr>
          <a:xfrm>
            <a:off x="9104517" y="2075155"/>
            <a:ext cx="460633" cy="460633"/>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22874292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90"/>
                                        </p:tgtEl>
                                        <p:attrNameLst>
                                          <p:attrName>style.visibility</p:attrName>
                                        </p:attrNameLst>
                                      </p:cBhvr>
                                      <p:to>
                                        <p:strVal val="visible"/>
                                      </p:to>
                                    </p:set>
                                    <p:anim calcmode="lin" valueType="num">
                                      <p:cBhvr>
                                        <p:cTn id="12" dur="500" fill="hold"/>
                                        <p:tgtEl>
                                          <p:spTgt spid="90"/>
                                        </p:tgtEl>
                                        <p:attrNameLst>
                                          <p:attrName>ppt_w</p:attrName>
                                        </p:attrNameLst>
                                      </p:cBhvr>
                                      <p:tavLst>
                                        <p:tav tm="0">
                                          <p:val>
                                            <p:fltVal val="0"/>
                                          </p:val>
                                        </p:tav>
                                        <p:tav tm="100000">
                                          <p:val>
                                            <p:strVal val="#ppt_w"/>
                                          </p:val>
                                        </p:tav>
                                      </p:tavLst>
                                    </p:anim>
                                    <p:anim calcmode="lin" valueType="num">
                                      <p:cBhvr>
                                        <p:cTn id="13" dur="500" fill="hold"/>
                                        <p:tgtEl>
                                          <p:spTgt spid="90"/>
                                        </p:tgtEl>
                                        <p:attrNameLst>
                                          <p:attrName>ppt_h</p:attrName>
                                        </p:attrNameLst>
                                      </p:cBhvr>
                                      <p:tavLst>
                                        <p:tav tm="0">
                                          <p:val>
                                            <p:fltVal val="0"/>
                                          </p:val>
                                        </p:tav>
                                        <p:tav tm="100000">
                                          <p:val>
                                            <p:strVal val="#ppt_h"/>
                                          </p:val>
                                        </p:tav>
                                      </p:tavLst>
                                    </p:anim>
                                    <p:animEffect transition="in" filter="fade">
                                      <p:cBhvr>
                                        <p:cTn id="14" dur="500"/>
                                        <p:tgtEl>
                                          <p:spTgt spid="90"/>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91"/>
                                        </p:tgtEl>
                                        <p:attrNameLst>
                                          <p:attrName>style.visibility</p:attrName>
                                        </p:attrNameLst>
                                      </p:cBhvr>
                                      <p:to>
                                        <p:strVal val="visible"/>
                                      </p:to>
                                    </p:set>
                                    <p:anim calcmode="lin" valueType="num">
                                      <p:cBhvr>
                                        <p:cTn id="17" dur="500" fill="hold"/>
                                        <p:tgtEl>
                                          <p:spTgt spid="91"/>
                                        </p:tgtEl>
                                        <p:attrNameLst>
                                          <p:attrName>ppt_w</p:attrName>
                                        </p:attrNameLst>
                                      </p:cBhvr>
                                      <p:tavLst>
                                        <p:tav tm="0">
                                          <p:val>
                                            <p:fltVal val="0"/>
                                          </p:val>
                                        </p:tav>
                                        <p:tav tm="100000">
                                          <p:val>
                                            <p:strVal val="#ppt_w"/>
                                          </p:val>
                                        </p:tav>
                                      </p:tavLst>
                                    </p:anim>
                                    <p:anim calcmode="lin" valueType="num">
                                      <p:cBhvr>
                                        <p:cTn id="18" dur="500" fill="hold"/>
                                        <p:tgtEl>
                                          <p:spTgt spid="91"/>
                                        </p:tgtEl>
                                        <p:attrNameLst>
                                          <p:attrName>ppt_h</p:attrName>
                                        </p:attrNameLst>
                                      </p:cBhvr>
                                      <p:tavLst>
                                        <p:tav tm="0">
                                          <p:val>
                                            <p:fltVal val="0"/>
                                          </p:val>
                                        </p:tav>
                                        <p:tav tm="100000">
                                          <p:val>
                                            <p:strVal val="#ppt_h"/>
                                          </p:val>
                                        </p:tav>
                                      </p:tavLst>
                                    </p:anim>
                                    <p:animEffect transition="in" filter="fade">
                                      <p:cBhvr>
                                        <p:cTn id="19"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0" grpId="0"/>
      <p:bldP spid="91" grpId="0"/>
    </p:bldLst>
  </p:timing>
</p:sldLayout>
</file>

<file path=ppt/slideLayouts/slideLayout175.xml><?xml version="1.0" encoding="utf-8"?>
<p:sldLayout xmlns:a="http://schemas.openxmlformats.org/drawingml/2006/main" xmlns:r="http://schemas.openxmlformats.org/officeDocument/2006/relationships" xmlns:p="http://schemas.openxmlformats.org/presentationml/2006/main" userDrawn="1">
  <p:cSld name="73_Title Only">
    <p:spTree>
      <p:nvGrpSpPr>
        <p:cNvPr id="1" name=""/>
        <p:cNvGrpSpPr/>
        <p:nvPr/>
      </p:nvGrpSpPr>
      <p:grpSpPr>
        <a:xfrm>
          <a:off x="0" y="0"/>
          <a:ext cx="0" cy="0"/>
          <a:chOff x="0" y="0"/>
          <a:chExt cx="0" cy="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064302" y="0"/>
            <a:ext cx="11127697"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Picture Placeholder 2"/>
          <p:cNvSpPr>
            <a:spLocks noGrp="1"/>
          </p:cNvSpPr>
          <p:nvPr>
            <p:ph type="pic" sz="quarter" idx="13"/>
          </p:nvPr>
        </p:nvSpPr>
        <p:spPr>
          <a:xfrm>
            <a:off x="2278505" y="1532214"/>
            <a:ext cx="1233268" cy="1233268"/>
          </a:xfrm>
          <a:prstGeom prst="ellipse">
            <a:avLst/>
          </a:prstGeom>
        </p:spPr>
        <p:txBody>
          <a:bodyPr>
            <a:normAutofit/>
          </a:bodyPr>
          <a:lstStyle>
            <a:lvl1pPr marL="0" indent="0">
              <a:buNone/>
              <a:defRPr sz="1100"/>
            </a:lvl1pPr>
          </a:lstStyle>
          <a:p>
            <a:endParaRPr lang="en-US" dirty="0"/>
          </a:p>
        </p:txBody>
      </p:sp>
      <p:sp>
        <p:nvSpPr>
          <p:cNvPr id="11" name="Picture Placeholder 2"/>
          <p:cNvSpPr>
            <a:spLocks noGrp="1"/>
          </p:cNvSpPr>
          <p:nvPr>
            <p:ph type="pic" sz="quarter" idx="14"/>
          </p:nvPr>
        </p:nvSpPr>
        <p:spPr>
          <a:xfrm>
            <a:off x="1706154" y="4583965"/>
            <a:ext cx="460633" cy="460633"/>
          </a:xfrm>
          <a:prstGeom prst="ellipse">
            <a:avLst/>
          </a:prstGeom>
        </p:spPr>
        <p:txBody>
          <a:bodyPr>
            <a:normAutofit/>
          </a:bodyPr>
          <a:lstStyle>
            <a:lvl1pPr marL="0" indent="0">
              <a:buNone/>
              <a:defRPr sz="800"/>
            </a:lvl1pPr>
          </a:lstStyle>
          <a:p>
            <a:endParaRPr lang="en-US" dirty="0"/>
          </a:p>
        </p:txBody>
      </p:sp>
      <p:sp>
        <p:nvSpPr>
          <p:cNvPr id="12" name="Picture Placeholder 2"/>
          <p:cNvSpPr>
            <a:spLocks noGrp="1"/>
          </p:cNvSpPr>
          <p:nvPr>
            <p:ph type="pic" sz="quarter" idx="15"/>
          </p:nvPr>
        </p:nvSpPr>
        <p:spPr>
          <a:xfrm>
            <a:off x="1706154" y="5222943"/>
            <a:ext cx="460633" cy="460633"/>
          </a:xfrm>
          <a:prstGeom prst="ellipse">
            <a:avLst/>
          </a:prstGeom>
        </p:spPr>
        <p:txBody>
          <a:bodyPr>
            <a:normAutofit/>
          </a:bodyPr>
          <a:lstStyle>
            <a:lvl1pPr marL="0" indent="0">
              <a:buNone/>
              <a:defRPr sz="800"/>
            </a:lvl1pPr>
          </a:lstStyle>
          <a:p>
            <a:endParaRPr lang="en-US" dirty="0"/>
          </a:p>
        </p:txBody>
      </p:sp>
      <p:sp>
        <p:nvSpPr>
          <p:cNvPr id="13" name="Picture Placeholder 2"/>
          <p:cNvSpPr>
            <a:spLocks noGrp="1"/>
          </p:cNvSpPr>
          <p:nvPr>
            <p:ph type="pic" sz="quarter" idx="16"/>
          </p:nvPr>
        </p:nvSpPr>
        <p:spPr>
          <a:xfrm>
            <a:off x="1706154" y="5850905"/>
            <a:ext cx="460633" cy="460633"/>
          </a:xfrm>
          <a:prstGeom prst="ellipse">
            <a:avLst/>
          </a:prstGeom>
        </p:spPr>
        <p:txBody>
          <a:bodyPr>
            <a:normAutofit/>
          </a:bodyPr>
          <a:lstStyle>
            <a:lvl1pPr marL="0" indent="0">
              <a:buNone/>
              <a:defRPr sz="800"/>
            </a:lvl1pPr>
          </a:lstStyle>
          <a:p>
            <a:endParaRPr lang="en-US" dirty="0"/>
          </a:p>
        </p:txBody>
      </p:sp>
      <p:sp>
        <p:nvSpPr>
          <p:cNvPr id="8" name="Picture Placeholder 2"/>
          <p:cNvSpPr>
            <a:spLocks noGrp="1"/>
          </p:cNvSpPr>
          <p:nvPr>
            <p:ph type="pic" sz="quarter" idx="17"/>
          </p:nvPr>
        </p:nvSpPr>
        <p:spPr>
          <a:xfrm>
            <a:off x="1706154" y="3956003"/>
            <a:ext cx="460633" cy="460633"/>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162922691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P spid="8" grpId="0"/>
    </p:bldLst>
  </p:timing>
</p:sldLayout>
</file>

<file path=ppt/slideLayouts/slideLayout176.xml><?xml version="1.0" encoding="utf-8"?>
<p:sldLayout xmlns:a="http://schemas.openxmlformats.org/drawingml/2006/main" xmlns:r="http://schemas.openxmlformats.org/officeDocument/2006/relationships" xmlns:p="http://schemas.openxmlformats.org/presentationml/2006/main" userDrawn="1">
  <p:cSld name="71_Title Only">
    <p:spTree>
      <p:nvGrpSpPr>
        <p:cNvPr id="1" name=""/>
        <p:cNvGrpSpPr/>
        <p:nvPr/>
      </p:nvGrpSpPr>
      <p:grpSpPr>
        <a:xfrm>
          <a:off x="0" y="0"/>
          <a:ext cx="0" cy="0"/>
          <a:chOff x="0" y="0"/>
          <a:chExt cx="0" cy="0"/>
        </a:xfrm>
      </p:grpSpPr>
      <p:sp>
        <p:nvSpPr>
          <p:cNvPr id="4" name="Picture Placeholder 2"/>
          <p:cNvSpPr>
            <a:spLocks noGrp="1"/>
          </p:cNvSpPr>
          <p:nvPr>
            <p:ph type="pic" sz="quarter" idx="18"/>
          </p:nvPr>
        </p:nvSpPr>
        <p:spPr>
          <a:xfrm>
            <a:off x="11545796" y="108502"/>
            <a:ext cx="513590" cy="513590"/>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247304536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77.xml><?xml version="1.0" encoding="utf-8"?>
<p:sldLayout xmlns:a="http://schemas.openxmlformats.org/drawingml/2006/main" xmlns:r="http://schemas.openxmlformats.org/officeDocument/2006/relationships" xmlns:p="http://schemas.openxmlformats.org/presentationml/2006/main" userDrawn="1">
  <p:cSld name="74_Title Only">
    <p:spTree>
      <p:nvGrpSpPr>
        <p:cNvPr id="1" name=""/>
        <p:cNvGrpSpPr/>
        <p:nvPr/>
      </p:nvGrpSpPr>
      <p:grpSpPr>
        <a:xfrm>
          <a:off x="0" y="0"/>
          <a:ext cx="0" cy="0"/>
          <a:chOff x="0" y="0"/>
          <a:chExt cx="0" cy="0"/>
        </a:xfrm>
      </p:grpSpPr>
      <p:sp>
        <p:nvSpPr>
          <p:cNvPr id="4" name="Picture Placeholder 2"/>
          <p:cNvSpPr>
            <a:spLocks noGrp="1"/>
          </p:cNvSpPr>
          <p:nvPr>
            <p:ph type="pic" sz="quarter" idx="18"/>
          </p:nvPr>
        </p:nvSpPr>
        <p:spPr>
          <a:xfrm>
            <a:off x="122106" y="108502"/>
            <a:ext cx="513590" cy="513590"/>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163703371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95DEA2C-D7E3-44FF-9BE7-1F32F245BFC1}"/>
              </a:ext>
            </a:extLst>
          </p:cNvPr>
          <p:cNvSpPr>
            <a:spLocks noGrp="1"/>
          </p:cNvSpPr>
          <p:nvPr>
            <p:ph type="pic" sz="quarter" idx="10" hasCustomPrompt="1"/>
          </p:nvPr>
        </p:nvSpPr>
        <p:spPr>
          <a:xfrm>
            <a:off x="1393674" y="4538992"/>
            <a:ext cx="668806" cy="668806"/>
          </a:xfrm>
          <a:custGeom>
            <a:avLst/>
            <a:gdLst>
              <a:gd name="connsiteX0" fmla="*/ 334403 w 668806"/>
              <a:gd name="connsiteY0" fmla="*/ 0 h 668806"/>
              <a:gd name="connsiteX1" fmla="*/ 668806 w 668806"/>
              <a:gd name="connsiteY1" fmla="*/ 334403 h 668806"/>
              <a:gd name="connsiteX2" fmla="*/ 334403 w 668806"/>
              <a:gd name="connsiteY2" fmla="*/ 668806 h 668806"/>
              <a:gd name="connsiteX3" fmla="*/ 0 w 668806"/>
              <a:gd name="connsiteY3" fmla="*/ 334403 h 668806"/>
              <a:gd name="connsiteX4" fmla="*/ 334403 w 668806"/>
              <a:gd name="connsiteY4" fmla="*/ 0 h 66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806" h="668806">
                <a:moveTo>
                  <a:pt x="334403" y="0"/>
                </a:moveTo>
                <a:cubicBezTo>
                  <a:pt x="519089" y="0"/>
                  <a:pt x="668806" y="149717"/>
                  <a:pt x="668806" y="334403"/>
                </a:cubicBezTo>
                <a:cubicBezTo>
                  <a:pt x="668806" y="519089"/>
                  <a:pt x="519089" y="668806"/>
                  <a:pt x="334403" y="668806"/>
                </a:cubicBezTo>
                <a:cubicBezTo>
                  <a:pt x="149717" y="668806"/>
                  <a:pt x="0" y="519089"/>
                  <a:pt x="0" y="334403"/>
                </a:cubicBezTo>
                <a:cubicBezTo>
                  <a:pt x="0" y="149717"/>
                  <a:pt x="149717" y="0"/>
                  <a:pt x="334403" y="0"/>
                </a:cubicBezTo>
                <a:close/>
              </a:path>
            </a:pathLst>
          </a:custGeom>
        </p:spPr>
        <p:txBody>
          <a:bodyPr wrap="square">
            <a:noAutofit/>
          </a:bodyPr>
          <a:lstStyle/>
          <a:p>
            <a:r>
              <a:rPr lang="en-US" dirty="0"/>
              <a:t> </a:t>
            </a:r>
          </a:p>
        </p:txBody>
      </p:sp>
      <p:sp>
        <p:nvSpPr>
          <p:cNvPr id="11" name="Picture Placeholder 10">
            <a:extLst>
              <a:ext uri="{FF2B5EF4-FFF2-40B4-BE49-F238E27FC236}">
                <a16:creationId xmlns:a16="http://schemas.microsoft.com/office/drawing/2014/main" id="{D0A9F614-E8A6-410E-B97E-E1BBA111C5F7}"/>
              </a:ext>
            </a:extLst>
          </p:cNvPr>
          <p:cNvSpPr>
            <a:spLocks noGrp="1"/>
          </p:cNvSpPr>
          <p:nvPr>
            <p:ph type="pic" sz="quarter" idx="11" hasCustomPrompt="1"/>
          </p:nvPr>
        </p:nvSpPr>
        <p:spPr>
          <a:xfrm>
            <a:off x="1393674" y="5546509"/>
            <a:ext cx="668806" cy="668806"/>
          </a:xfrm>
          <a:custGeom>
            <a:avLst/>
            <a:gdLst>
              <a:gd name="connsiteX0" fmla="*/ 334403 w 668806"/>
              <a:gd name="connsiteY0" fmla="*/ 0 h 668806"/>
              <a:gd name="connsiteX1" fmla="*/ 668806 w 668806"/>
              <a:gd name="connsiteY1" fmla="*/ 334403 h 668806"/>
              <a:gd name="connsiteX2" fmla="*/ 334403 w 668806"/>
              <a:gd name="connsiteY2" fmla="*/ 668806 h 668806"/>
              <a:gd name="connsiteX3" fmla="*/ 0 w 668806"/>
              <a:gd name="connsiteY3" fmla="*/ 334403 h 668806"/>
              <a:gd name="connsiteX4" fmla="*/ 334403 w 668806"/>
              <a:gd name="connsiteY4" fmla="*/ 0 h 66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806" h="668806">
                <a:moveTo>
                  <a:pt x="334403" y="0"/>
                </a:moveTo>
                <a:cubicBezTo>
                  <a:pt x="519089" y="0"/>
                  <a:pt x="668806" y="149717"/>
                  <a:pt x="668806" y="334403"/>
                </a:cubicBezTo>
                <a:cubicBezTo>
                  <a:pt x="668806" y="519089"/>
                  <a:pt x="519089" y="668806"/>
                  <a:pt x="334403" y="668806"/>
                </a:cubicBezTo>
                <a:cubicBezTo>
                  <a:pt x="149717" y="668806"/>
                  <a:pt x="0" y="519089"/>
                  <a:pt x="0" y="334403"/>
                </a:cubicBezTo>
                <a:cubicBezTo>
                  <a:pt x="0" y="149717"/>
                  <a:pt x="149717" y="0"/>
                  <a:pt x="334403" y="0"/>
                </a:cubicBezTo>
                <a:close/>
              </a:path>
            </a:pathLst>
          </a:custGeom>
        </p:spPr>
        <p:txBody>
          <a:bodyPr wrap="square">
            <a:noAutofit/>
          </a:bodyPr>
          <a:lstStyle/>
          <a:p>
            <a:r>
              <a:rPr lang="en-US" dirty="0"/>
              <a:t> </a:t>
            </a:r>
          </a:p>
        </p:txBody>
      </p:sp>
      <p:sp>
        <p:nvSpPr>
          <p:cNvPr id="2" name="Rectangle 1">
            <a:extLst>
              <a:ext uri="{FF2B5EF4-FFF2-40B4-BE49-F238E27FC236}">
                <a16:creationId xmlns:a16="http://schemas.microsoft.com/office/drawing/2014/main" id="{DAD7BB0D-C1EE-401C-9123-BD725F5FF5FA}"/>
              </a:ext>
            </a:extLst>
          </p:cNvPr>
          <p:cNvSpPr/>
          <p:nvPr userDrawn="1"/>
        </p:nvSpPr>
        <p:spPr>
          <a:xfrm>
            <a:off x="0" y="1"/>
            <a:ext cx="12192000" cy="624114"/>
          </a:xfrm>
          <a:prstGeom prst="rect">
            <a:avLst/>
          </a:prstGeom>
          <a:solidFill>
            <a:schemeClr val="bg1"/>
          </a:solidFill>
          <a:ln>
            <a:noFill/>
          </a:ln>
          <a:effectLst>
            <a:outerShdw blurRad="279400" dist="50800" dir="5400000" algn="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AB429D33-DAA1-4D46-8F20-0E58FB218D4D}"/>
              </a:ext>
            </a:extLst>
          </p:cNvPr>
          <p:cNvSpPr txBox="1"/>
          <p:nvPr userDrawn="1"/>
        </p:nvSpPr>
        <p:spPr>
          <a:xfrm>
            <a:off x="9695935" y="155417"/>
            <a:ext cx="215475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ontserrat Medium" pitchFamily="2" charset="77"/>
                <a:ea typeface="+mn-ea"/>
                <a:cs typeface="+mn-cs"/>
              </a:rPr>
              <a:t>Date Range </a:t>
            </a:r>
            <a:r>
              <a:rPr kumimoji="0" lang="en-US" sz="1100" b="0" i="0" u="none" strike="noStrike" kern="1200" cap="none" spc="0" normalizeH="0" baseline="0" noProof="0" dirty="0">
                <a:ln>
                  <a:noFill/>
                </a:ln>
                <a:solidFill>
                  <a:prstClr val="black">
                    <a:lumMod val="65000"/>
                    <a:lumOff val="35000"/>
                  </a:prstClr>
                </a:solidFill>
                <a:effectLst/>
                <a:uLnTx/>
                <a:uFillTx/>
                <a:latin typeface="Montserrat" pitchFamily="2" charset="77"/>
                <a:ea typeface="+mn-ea"/>
                <a:cs typeface="+mn-cs"/>
              </a:rPr>
              <a:t>: </a:t>
            </a:r>
            <a:r>
              <a:rPr kumimoji="0" lang="en-US" sz="1200" b="1" i="0" u="none" strike="noStrike" kern="1200" cap="none" spc="0" normalizeH="0" baseline="0" noProof="0" dirty="0">
                <a:ln>
                  <a:noFill/>
                </a:ln>
                <a:solidFill>
                  <a:srgbClr val="5B9BD5"/>
                </a:solidFill>
                <a:effectLst/>
                <a:uLnTx/>
                <a:uFillTx/>
                <a:latin typeface="Montserrat" pitchFamily="2" charset="77"/>
                <a:ea typeface="+mn-ea"/>
                <a:cs typeface="+mn-cs"/>
              </a:rPr>
              <a:t>Q1</a:t>
            </a:r>
            <a:r>
              <a:rPr kumimoji="0" lang="en-US" sz="1200" b="0" i="0" u="none" strike="noStrike" kern="1200" cap="none" spc="0" normalizeH="0" baseline="0" noProof="0" dirty="0">
                <a:ln>
                  <a:noFill/>
                </a:ln>
                <a:solidFill>
                  <a:srgbClr val="5B9BD5"/>
                </a:solidFill>
                <a:effectLst/>
                <a:uLnTx/>
                <a:uFillTx/>
                <a:latin typeface="Montserrat" pitchFamily="2" charset="77"/>
                <a:ea typeface="+mn-ea"/>
                <a:cs typeface="+mn-cs"/>
              </a:rPr>
              <a:t> Jan ~ Mar </a:t>
            </a:r>
          </a:p>
        </p:txBody>
      </p:sp>
      <p:sp>
        <p:nvSpPr>
          <p:cNvPr id="26" name="Freeform 29">
            <a:extLst>
              <a:ext uri="{FF2B5EF4-FFF2-40B4-BE49-F238E27FC236}">
                <a16:creationId xmlns:a16="http://schemas.microsoft.com/office/drawing/2014/main" id="{F149D150-4F9E-4F6E-8525-C594628D7D4B}"/>
              </a:ext>
            </a:extLst>
          </p:cNvPr>
          <p:cNvSpPr/>
          <p:nvPr/>
        </p:nvSpPr>
        <p:spPr>
          <a:xfrm>
            <a:off x="1163005" y="201443"/>
            <a:ext cx="1100133" cy="280501"/>
          </a:xfrm>
          <a:custGeom>
            <a:avLst/>
            <a:gdLst>
              <a:gd name="connsiteX0" fmla="*/ 32398 w 2360052"/>
              <a:gd name="connsiteY0" fmla="*/ 0 h 601742"/>
              <a:gd name="connsiteX1" fmla="*/ 2327654 w 2360052"/>
              <a:gd name="connsiteY1" fmla="*/ 0 h 601742"/>
              <a:gd name="connsiteX2" fmla="*/ 2360052 w 2360052"/>
              <a:gd name="connsiteY2" fmla="*/ 32398 h 601742"/>
              <a:gd name="connsiteX3" fmla="*/ 2360052 w 2360052"/>
              <a:gd name="connsiteY3" fmla="*/ 569344 h 601742"/>
              <a:gd name="connsiteX4" fmla="*/ 2327654 w 2360052"/>
              <a:gd name="connsiteY4" fmla="*/ 601742 h 601742"/>
              <a:gd name="connsiteX5" fmla="*/ 32398 w 2360052"/>
              <a:gd name="connsiteY5" fmla="*/ 601742 h 601742"/>
              <a:gd name="connsiteX6" fmla="*/ 0 w 2360052"/>
              <a:gd name="connsiteY6" fmla="*/ 569344 h 601742"/>
              <a:gd name="connsiteX7" fmla="*/ 0 w 2360052"/>
              <a:gd name="connsiteY7" fmla="*/ 32398 h 601742"/>
              <a:gd name="connsiteX8" fmla="*/ 32398 w 2360052"/>
              <a:gd name="connsiteY8" fmla="*/ 0 h 60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0052" h="601742">
                <a:moveTo>
                  <a:pt x="32398" y="0"/>
                </a:moveTo>
                <a:lnTo>
                  <a:pt x="2327654" y="0"/>
                </a:lnTo>
                <a:cubicBezTo>
                  <a:pt x="2345547" y="0"/>
                  <a:pt x="2360052" y="14505"/>
                  <a:pt x="2360052" y="32398"/>
                </a:cubicBezTo>
                <a:lnTo>
                  <a:pt x="2360052" y="569344"/>
                </a:lnTo>
                <a:cubicBezTo>
                  <a:pt x="2360052" y="587237"/>
                  <a:pt x="2345547" y="601742"/>
                  <a:pt x="2327654" y="601742"/>
                </a:cubicBezTo>
                <a:lnTo>
                  <a:pt x="32398" y="601742"/>
                </a:lnTo>
                <a:cubicBezTo>
                  <a:pt x="14505" y="601742"/>
                  <a:pt x="0" y="587237"/>
                  <a:pt x="0" y="569344"/>
                </a:cubicBezTo>
                <a:lnTo>
                  <a:pt x="0" y="32398"/>
                </a:lnTo>
                <a:cubicBezTo>
                  <a:pt x="0" y="14505"/>
                  <a:pt x="14505" y="0"/>
                  <a:pt x="32398" y="0"/>
                </a:cubicBezTo>
                <a:close/>
              </a:path>
            </a:pathLst>
          </a:custGeom>
          <a:gradFill>
            <a:gsLst>
              <a:gs pos="0">
                <a:schemeClr val="accent5"/>
              </a:gs>
              <a:gs pos="90000">
                <a:schemeClr val="accent6"/>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2" name="文本框 21"/>
          <p:cNvSpPr txBox="1"/>
          <p:nvPr userDrawn="1"/>
        </p:nvSpPr>
        <p:spPr>
          <a:xfrm>
            <a:off x="125993" y="201443"/>
            <a:ext cx="104669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企业</a:t>
            </a:r>
            <a:r>
              <a:rPr kumimoji="0" lang="en-US" altLang="zh-CN"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LOGO</a:t>
            </a:r>
            <a:endPar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endParaRPr>
          </a:p>
        </p:txBody>
      </p:sp>
      <p:sp>
        <p:nvSpPr>
          <p:cNvPr id="4" name="文本框 3">
            <a:extLst>
              <a:ext uri="{FF2B5EF4-FFF2-40B4-BE49-F238E27FC236}">
                <a16:creationId xmlns:a16="http://schemas.microsoft.com/office/drawing/2014/main" id="{2EB094CF-DFAC-F5F4-8CEB-76C3964E1E7E}"/>
              </a:ext>
            </a:extLst>
          </p:cNvPr>
          <p:cNvSpPr txBox="1"/>
          <p:nvPr userDrawn="1"/>
        </p:nvSpPr>
        <p:spPr>
          <a:xfrm>
            <a:off x="1153640" y="194503"/>
            <a:ext cx="117532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MARKETING</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373277981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userDrawn="1">
  <p:cSld name="Q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D7BB0D-C1EE-401C-9123-BD725F5FF5FA}"/>
              </a:ext>
            </a:extLst>
          </p:cNvPr>
          <p:cNvSpPr/>
          <p:nvPr userDrawn="1"/>
        </p:nvSpPr>
        <p:spPr>
          <a:xfrm>
            <a:off x="0" y="1"/>
            <a:ext cx="12192000" cy="624114"/>
          </a:xfrm>
          <a:prstGeom prst="rect">
            <a:avLst/>
          </a:prstGeom>
          <a:solidFill>
            <a:schemeClr val="bg1"/>
          </a:solidFill>
          <a:ln>
            <a:noFill/>
          </a:ln>
          <a:effectLst>
            <a:outerShdw blurRad="279400" dist="50800" dir="5400000" algn="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AB429D33-DAA1-4D46-8F20-0E58FB218D4D}"/>
              </a:ext>
            </a:extLst>
          </p:cNvPr>
          <p:cNvSpPr txBox="1"/>
          <p:nvPr userDrawn="1"/>
        </p:nvSpPr>
        <p:spPr>
          <a:xfrm>
            <a:off x="9695935" y="155417"/>
            <a:ext cx="215475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ontserrat Medium" pitchFamily="2" charset="77"/>
                <a:ea typeface="+mn-ea"/>
                <a:cs typeface="+mn-cs"/>
              </a:rPr>
              <a:t>Date Range </a:t>
            </a:r>
            <a:r>
              <a:rPr kumimoji="0" lang="en-US" sz="1100" b="0" i="0" u="none" strike="noStrike" kern="1200" cap="none" spc="0" normalizeH="0" baseline="0" noProof="0" dirty="0">
                <a:ln>
                  <a:noFill/>
                </a:ln>
                <a:solidFill>
                  <a:prstClr val="black">
                    <a:lumMod val="65000"/>
                    <a:lumOff val="35000"/>
                  </a:prstClr>
                </a:solidFill>
                <a:effectLst/>
                <a:uLnTx/>
                <a:uFillTx/>
                <a:latin typeface="Montserrat" pitchFamily="2" charset="77"/>
                <a:ea typeface="+mn-ea"/>
                <a:cs typeface="+mn-cs"/>
              </a:rPr>
              <a:t>: </a:t>
            </a:r>
            <a:r>
              <a:rPr kumimoji="0" lang="en-US" sz="1200" b="1" i="0" u="none" strike="noStrike" kern="1200" cap="none" spc="0" normalizeH="0" baseline="0" noProof="0" dirty="0">
                <a:ln>
                  <a:noFill/>
                </a:ln>
                <a:solidFill>
                  <a:srgbClr val="5B9BD5"/>
                </a:solidFill>
                <a:effectLst/>
                <a:uLnTx/>
                <a:uFillTx/>
                <a:latin typeface="Montserrat" pitchFamily="2" charset="77"/>
                <a:ea typeface="+mn-ea"/>
                <a:cs typeface="+mn-cs"/>
              </a:rPr>
              <a:t>Q1</a:t>
            </a:r>
            <a:r>
              <a:rPr kumimoji="0" lang="en-US" sz="1200" b="0" i="0" u="none" strike="noStrike" kern="1200" cap="none" spc="0" normalizeH="0" baseline="0" noProof="0" dirty="0">
                <a:ln>
                  <a:noFill/>
                </a:ln>
                <a:solidFill>
                  <a:srgbClr val="5B9BD5"/>
                </a:solidFill>
                <a:effectLst/>
                <a:uLnTx/>
                <a:uFillTx/>
                <a:latin typeface="Montserrat" pitchFamily="2" charset="77"/>
                <a:ea typeface="+mn-ea"/>
                <a:cs typeface="+mn-cs"/>
              </a:rPr>
              <a:t> Jan ~ Mar </a:t>
            </a:r>
          </a:p>
        </p:txBody>
      </p:sp>
      <p:sp>
        <p:nvSpPr>
          <p:cNvPr id="4" name="文本框 3"/>
          <p:cNvSpPr txBox="1"/>
          <p:nvPr userDrawn="1"/>
        </p:nvSpPr>
        <p:spPr>
          <a:xfrm>
            <a:off x="125993" y="201443"/>
            <a:ext cx="104669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企业</a:t>
            </a:r>
            <a:r>
              <a:rPr kumimoji="0" lang="en-US" altLang="zh-CN"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LOGO</a:t>
            </a:r>
            <a:endPar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endParaRPr>
          </a:p>
        </p:txBody>
      </p:sp>
      <p:sp>
        <p:nvSpPr>
          <p:cNvPr id="6" name="Freeform 29">
            <a:extLst>
              <a:ext uri="{FF2B5EF4-FFF2-40B4-BE49-F238E27FC236}">
                <a16:creationId xmlns:a16="http://schemas.microsoft.com/office/drawing/2014/main" id="{AA93F536-93BD-8F88-0C11-1FA55F2DD3A7}"/>
              </a:ext>
            </a:extLst>
          </p:cNvPr>
          <p:cNvSpPr/>
          <p:nvPr userDrawn="1"/>
        </p:nvSpPr>
        <p:spPr>
          <a:xfrm>
            <a:off x="1163005" y="201443"/>
            <a:ext cx="1100133" cy="280501"/>
          </a:xfrm>
          <a:custGeom>
            <a:avLst/>
            <a:gdLst>
              <a:gd name="connsiteX0" fmla="*/ 32398 w 2360052"/>
              <a:gd name="connsiteY0" fmla="*/ 0 h 601742"/>
              <a:gd name="connsiteX1" fmla="*/ 2327654 w 2360052"/>
              <a:gd name="connsiteY1" fmla="*/ 0 h 601742"/>
              <a:gd name="connsiteX2" fmla="*/ 2360052 w 2360052"/>
              <a:gd name="connsiteY2" fmla="*/ 32398 h 601742"/>
              <a:gd name="connsiteX3" fmla="*/ 2360052 w 2360052"/>
              <a:gd name="connsiteY3" fmla="*/ 569344 h 601742"/>
              <a:gd name="connsiteX4" fmla="*/ 2327654 w 2360052"/>
              <a:gd name="connsiteY4" fmla="*/ 601742 h 601742"/>
              <a:gd name="connsiteX5" fmla="*/ 32398 w 2360052"/>
              <a:gd name="connsiteY5" fmla="*/ 601742 h 601742"/>
              <a:gd name="connsiteX6" fmla="*/ 0 w 2360052"/>
              <a:gd name="connsiteY6" fmla="*/ 569344 h 601742"/>
              <a:gd name="connsiteX7" fmla="*/ 0 w 2360052"/>
              <a:gd name="connsiteY7" fmla="*/ 32398 h 601742"/>
              <a:gd name="connsiteX8" fmla="*/ 32398 w 2360052"/>
              <a:gd name="connsiteY8" fmla="*/ 0 h 60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0052" h="601742">
                <a:moveTo>
                  <a:pt x="32398" y="0"/>
                </a:moveTo>
                <a:lnTo>
                  <a:pt x="2327654" y="0"/>
                </a:lnTo>
                <a:cubicBezTo>
                  <a:pt x="2345547" y="0"/>
                  <a:pt x="2360052" y="14505"/>
                  <a:pt x="2360052" y="32398"/>
                </a:cubicBezTo>
                <a:lnTo>
                  <a:pt x="2360052" y="569344"/>
                </a:lnTo>
                <a:cubicBezTo>
                  <a:pt x="2360052" y="587237"/>
                  <a:pt x="2345547" y="601742"/>
                  <a:pt x="2327654" y="601742"/>
                </a:cubicBezTo>
                <a:lnTo>
                  <a:pt x="32398" y="601742"/>
                </a:lnTo>
                <a:cubicBezTo>
                  <a:pt x="14505" y="601742"/>
                  <a:pt x="0" y="587237"/>
                  <a:pt x="0" y="569344"/>
                </a:cubicBezTo>
                <a:lnTo>
                  <a:pt x="0" y="32398"/>
                </a:lnTo>
                <a:cubicBezTo>
                  <a:pt x="0" y="14505"/>
                  <a:pt x="14505" y="0"/>
                  <a:pt x="32398" y="0"/>
                </a:cubicBezTo>
                <a:close/>
              </a:path>
            </a:pathLst>
          </a:custGeom>
          <a:gradFill>
            <a:gsLst>
              <a:gs pos="0">
                <a:schemeClr val="accent5"/>
              </a:gs>
              <a:gs pos="90000">
                <a:schemeClr val="accent6"/>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7" name="文本框 6">
            <a:extLst>
              <a:ext uri="{FF2B5EF4-FFF2-40B4-BE49-F238E27FC236}">
                <a16:creationId xmlns:a16="http://schemas.microsoft.com/office/drawing/2014/main" id="{B9D86BED-0BA7-3916-A438-042C32143124}"/>
              </a:ext>
            </a:extLst>
          </p:cNvPr>
          <p:cNvSpPr txBox="1"/>
          <p:nvPr userDrawn="1"/>
        </p:nvSpPr>
        <p:spPr>
          <a:xfrm>
            <a:off x="1153640" y="194503"/>
            <a:ext cx="117532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MARKETING</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354160791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userDrawn="1">
  <p:cSld name="Q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D7BB0D-C1EE-401C-9123-BD725F5FF5FA}"/>
              </a:ext>
            </a:extLst>
          </p:cNvPr>
          <p:cNvSpPr/>
          <p:nvPr userDrawn="1"/>
        </p:nvSpPr>
        <p:spPr>
          <a:xfrm>
            <a:off x="0" y="1"/>
            <a:ext cx="12192000" cy="624114"/>
          </a:xfrm>
          <a:prstGeom prst="rect">
            <a:avLst/>
          </a:prstGeom>
          <a:solidFill>
            <a:schemeClr val="bg1"/>
          </a:solidFill>
          <a:ln>
            <a:noFill/>
          </a:ln>
          <a:effectLst>
            <a:outerShdw blurRad="279400" dist="50800" dir="5400000" algn="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AB429D33-DAA1-4D46-8F20-0E58FB218D4D}"/>
              </a:ext>
            </a:extLst>
          </p:cNvPr>
          <p:cNvSpPr txBox="1"/>
          <p:nvPr userDrawn="1"/>
        </p:nvSpPr>
        <p:spPr>
          <a:xfrm>
            <a:off x="9695935" y="155417"/>
            <a:ext cx="218681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ontserrat Medium" pitchFamily="2" charset="77"/>
                <a:ea typeface="+mn-ea"/>
                <a:cs typeface="+mn-cs"/>
              </a:rPr>
              <a:t>Date Range </a:t>
            </a:r>
            <a:r>
              <a:rPr kumimoji="0" lang="en-US" sz="1100" b="0" i="0" u="none" strike="noStrike" kern="1200" cap="none" spc="0" normalizeH="0" baseline="0" noProof="0" dirty="0">
                <a:ln>
                  <a:noFill/>
                </a:ln>
                <a:solidFill>
                  <a:prstClr val="black">
                    <a:lumMod val="65000"/>
                    <a:lumOff val="35000"/>
                  </a:prstClr>
                </a:solidFill>
                <a:effectLst/>
                <a:uLnTx/>
                <a:uFillTx/>
                <a:latin typeface="Montserrat" pitchFamily="2" charset="77"/>
                <a:ea typeface="+mn-ea"/>
                <a:cs typeface="+mn-cs"/>
              </a:rPr>
              <a:t>: </a:t>
            </a:r>
            <a:r>
              <a:rPr kumimoji="0" lang="en-US" sz="1200" b="1" i="0" u="none" strike="noStrike" kern="1200" cap="none" spc="0" normalizeH="0" baseline="0" noProof="0" dirty="0">
                <a:ln>
                  <a:noFill/>
                </a:ln>
                <a:solidFill>
                  <a:srgbClr val="5B9BD5"/>
                </a:solidFill>
                <a:effectLst/>
                <a:uLnTx/>
                <a:uFillTx/>
                <a:latin typeface="Montserrat" pitchFamily="2" charset="77"/>
                <a:ea typeface="+mn-ea"/>
                <a:cs typeface="+mn-cs"/>
              </a:rPr>
              <a:t>Q4</a:t>
            </a:r>
            <a:r>
              <a:rPr kumimoji="0" lang="en-US" sz="1200" b="0" i="0" u="none" strike="noStrike" kern="1200" cap="none" spc="0" normalizeH="0" baseline="0" noProof="0" dirty="0">
                <a:ln>
                  <a:noFill/>
                </a:ln>
                <a:solidFill>
                  <a:srgbClr val="5B9BD5"/>
                </a:solidFill>
                <a:effectLst/>
                <a:uLnTx/>
                <a:uFillTx/>
                <a:latin typeface="Montserrat" pitchFamily="2" charset="77"/>
                <a:ea typeface="+mn-ea"/>
                <a:cs typeface="+mn-cs"/>
              </a:rPr>
              <a:t> Oct ~ Des </a:t>
            </a:r>
          </a:p>
        </p:txBody>
      </p:sp>
      <p:sp>
        <p:nvSpPr>
          <p:cNvPr id="20" name="文本框 19"/>
          <p:cNvSpPr txBox="1"/>
          <p:nvPr userDrawn="1"/>
        </p:nvSpPr>
        <p:spPr>
          <a:xfrm>
            <a:off x="125993" y="201443"/>
            <a:ext cx="104669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企业</a:t>
            </a:r>
            <a:r>
              <a:rPr kumimoji="0" lang="en-US" altLang="zh-CN"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LOGO</a:t>
            </a:r>
            <a:endPar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endParaRPr>
          </a:p>
        </p:txBody>
      </p:sp>
      <p:sp>
        <p:nvSpPr>
          <p:cNvPr id="4" name="Freeform 29">
            <a:extLst>
              <a:ext uri="{FF2B5EF4-FFF2-40B4-BE49-F238E27FC236}">
                <a16:creationId xmlns:a16="http://schemas.microsoft.com/office/drawing/2014/main" id="{8F6F28D7-3FB2-8BD3-4247-D5D304D33DDC}"/>
              </a:ext>
            </a:extLst>
          </p:cNvPr>
          <p:cNvSpPr/>
          <p:nvPr userDrawn="1"/>
        </p:nvSpPr>
        <p:spPr>
          <a:xfrm>
            <a:off x="1163005" y="201443"/>
            <a:ext cx="1100133" cy="280501"/>
          </a:xfrm>
          <a:custGeom>
            <a:avLst/>
            <a:gdLst>
              <a:gd name="connsiteX0" fmla="*/ 32398 w 2360052"/>
              <a:gd name="connsiteY0" fmla="*/ 0 h 601742"/>
              <a:gd name="connsiteX1" fmla="*/ 2327654 w 2360052"/>
              <a:gd name="connsiteY1" fmla="*/ 0 h 601742"/>
              <a:gd name="connsiteX2" fmla="*/ 2360052 w 2360052"/>
              <a:gd name="connsiteY2" fmla="*/ 32398 h 601742"/>
              <a:gd name="connsiteX3" fmla="*/ 2360052 w 2360052"/>
              <a:gd name="connsiteY3" fmla="*/ 569344 h 601742"/>
              <a:gd name="connsiteX4" fmla="*/ 2327654 w 2360052"/>
              <a:gd name="connsiteY4" fmla="*/ 601742 h 601742"/>
              <a:gd name="connsiteX5" fmla="*/ 32398 w 2360052"/>
              <a:gd name="connsiteY5" fmla="*/ 601742 h 601742"/>
              <a:gd name="connsiteX6" fmla="*/ 0 w 2360052"/>
              <a:gd name="connsiteY6" fmla="*/ 569344 h 601742"/>
              <a:gd name="connsiteX7" fmla="*/ 0 w 2360052"/>
              <a:gd name="connsiteY7" fmla="*/ 32398 h 601742"/>
              <a:gd name="connsiteX8" fmla="*/ 32398 w 2360052"/>
              <a:gd name="connsiteY8" fmla="*/ 0 h 60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0052" h="601742">
                <a:moveTo>
                  <a:pt x="32398" y="0"/>
                </a:moveTo>
                <a:lnTo>
                  <a:pt x="2327654" y="0"/>
                </a:lnTo>
                <a:cubicBezTo>
                  <a:pt x="2345547" y="0"/>
                  <a:pt x="2360052" y="14505"/>
                  <a:pt x="2360052" y="32398"/>
                </a:cubicBezTo>
                <a:lnTo>
                  <a:pt x="2360052" y="569344"/>
                </a:lnTo>
                <a:cubicBezTo>
                  <a:pt x="2360052" y="587237"/>
                  <a:pt x="2345547" y="601742"/>
                  <a:pt x="2327654" y="601742"/>
                </a:cubicBezTo>
                <a:lnTo>
                  <a:pt x="32398" y="601742"/>
                </a:lnTo>
                <a:cubicBezTo>
                  <a:pt x="14505" y="601742"/>
                  <a:pt x="0" y="587237"/>
                  <a:pt x="0" y="569344"/>
                </a:cubicBezTo>
                <a:lnTo>
                  <a:pt x="0" y="32398"/>
                </a:lnTo>
                <a:cubicBezTo>
                  <a:pt x="0" y="14505"/>
                  <a:pt x="14505" y="0"/>
                  <a:pt x="32398" y="0"/>
                </a:cubicBezTo>
                <a:close/>
              </a:path>
            </a:pathLst>
          </a:custGeom>
          <a:gradFill>
            <a:gsLst>
              <a:gs pos="0">
                <a:schemeClr val="accent5"/>
              </a:gs>
              <a:gs pos="90000">
                <a:schemeClr val="accent6"/>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5" name="文本框 4">
            <a:extLst>
              <a:ext uri="{FF2B5EF4-FFF2-40B4-BE49-F238E27FC236}">
                <a16:creationId xmlns:a16="http://schemas.microsoft.com/office/drawing/2014/main" id="{1CFBFE8A-662C-16DC-B352-D6D5DB163A8F}"/>
              </a:ext>
            </a:extLst>
          </p:cNvPr>
          <p:cNvSpPr txBox="1"/>
          <p:nvPr userDrawn="1"/>
        </p:nvSpPr>
        <p:spPr>
          <a:xfrm>
            <a:off x="1153640" y="194503"/>
            <a:ext cx="117532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MARKETING</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276850880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4255F05-34E8-4B0D-BFD5-2010D2F92235}"/>
              </a:ext>
            </a:extLst>
          </p:cNvPr>
          <p:cNvSpPr>
            <a:spLocks noGrp="1"/>
          </p:cNvSpPr>
          <p:nvPr>
            <p:ph type="pic" sz="quarter" idx="10" hasCustomPrompt="1"/>
          </p:nvPr>
        </p:nvSpPr>
        <p:spPr>
          <a:xfrm>
            <a:off x="843280" y="3778841"/>
            <a:ext cx="564112" cy="564112"/>
          </a:xfrm>
          <a:custGeom>
            <a:avLst/>
            <a:gdLst>
              <a:gd name="connsiteX0" fmla="*/ 282056 w 564112"/>
              <a:gd name="connsiteY0" fmla="*/ 0 h 564112"/>
              <a:gd name="connsiteX1" fmla="*/ 564112 w 564112"/>
              <a:gd name="connsiteY1" fmla="*/ 282056 h 564112"/>
              <a:gd name="connsiteX2" fmla="*/ 282056 w 564112"/>
              <a:gd name="connsiteY2" fmla="*/ 564112 h 564112"/>
              <a:gd name="connsiteX3" fmla="*/ 0 w 564112"/>
              <a:gd name="connsiteY3" fmla="*/ 282056 h 564112"/>
              <a:gd name="connsiteX4" fmla="*/ 282056 w 564112"/>
              <a:gd name="connsiteY4" fmla="*/ 0 h 56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112" h="564112">
                <a:moveTo>
                  <a:pt x="282056" y="0"/>
                </a:moveTo>
                <a:cubicBezTo>
                  <a:pt x="437831" y="0"/>
                  <a:pt x="564112" y="126281"/>
                  <a:pt x="564112" y="282056"/>
                </a:cubicBezTo>
                <a:cubicBezTo>
                  <a:pt x="564112" y="437831"/>
                  <a:pt x="437831" y="564112"/>
                  <a:pt x="282056" y="564112"/>
                </a:cubicBezTo>
                <a:cubicBezTo>
                  <a:pt x="126281" y="564112"/>
                  <a:pt x="0" y="437831"/>
                  <a:pt x="0" y="282056"/>
                </a:cubicBezTo>
                <a:cubicBezTo>
                  <a:pt x="0" y="126281"/>
                  <a:pt x="126281" y="0"/>
                  <a:pt x="282056" y="0"/>
                </a:cubicBezTo>
                <a:close/>
              </a:path>
            </a:pathLst>
          </a:custGeom>
        </p:spPr>
        <p:txBody>
          <a:bodyPr wrap="square">
            <a:noAutofit/>
          </a:bodyPr>
          <a:lstStyle/>
          <a:p>
            <a:r>
              <a:rPr lang="en-US" dirty="0"/>
              <a:t> </a:t>
            </a:r>
          </a:p>
        </p:txBody>
      </p:sp>
      <p:sp>
        <p:nvSpPr>
          <p:cNvPr id="14" name="Picture Placeholder 13">
            <a:extLst>
              <a:ext uri="{FF2B5EF4-FFF2-40B4-BE49-F238E27FC236}">
                <a16:creationId xmlns:a16="http://schemas.microsoft.com/office/drawing/2014/main" id="{BA15D7AF-342D-448C-81C3-237B38B6F643}"/>
              </a:ext>
            </a:extLst>
          </p:cNvPr>
          <p:cNvSpPr>
            <a:spLocks noGrp="1"/>
          </p:cNvSpPr>
          <p:nvPr>
            <p:ph type="pic" sz="quarter" idx="11" hasCustomPrompt="1"/>
          </p:nvPr>
        </p:nvSpPr>
        <p:spPr>
          <a:xfrm>
            <a:off x="519925" y="4654827"/>
            <a:ext cx="564112" cy="564112"/>
          </a:xfrm>
          <a:custGeom>
            <a:avLst/>
            <a:gdLst>
              <a:gd name="connsiteX0" fmla="*/ 282056 w 564112"/>
              <a:gd name="connsiteY0" fmla="*/ 0 h 564112"/>
              <a:gd name="connsiteX1" fmla="*/ 564112 w 564112"/>
              <a:gd name="connsiteY1" fmla="*/ 282056 h 564112"/>
              <a:gd name="connsiteX2" fmla="*/ 282056 w 564112"/>
              <a:gd name="connsiteY2" fmla="*/ 564112 h 564112"/>
              <a:gd name="connsiteX3" fmla="*/ 0 w 564112"/>
              <a:gd name="connsiteY3" fmla="*/ 282056 h 564112"/>
              <a:gd name="connsiteX4" fmla="*/ 282056 w 564112"/>
              <a:gd name="connsiteY4" fmla="*/ 0 h 56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112" h="564112">
                <a:moveTo>
                  <a:pt x="282056" y="0"/>
                </a:moveTo>
                <a:cubicBezTo>
                  <a:pt x="437831" y="0"/>
                  <a:pt x="564112" y="126281"/>
                  <a:pt x="564112" y="282056"/>
                </a:cubicBezTo>
                <a:cubicBezTo>
                  <a:pt x="564112" y="437831"/>
                  <a:pt x="437831" y="564112"/>
                  <a:pt x="282056" y="564112"/>
                </a:cubicBezTo>
                <a:cubicBezTo>
                  <a:pt x="126281" y="564112"/>
                  <a:pt x="0" y="437831"/>
                  <a:pt x="0" y="282056"/>
                </a:cubicBezTo>
                <a:cubicBezTo>
                  <a:pt x="0" y="126281"/>
                  <a:pt x="126281" y="0"/>
                  <a:pt x="282056" y="0"/>
                </a:cubicBezTo>
                <a:close/>
              </a:path>
            </a:pathLst>
          </a:custGeom>
        </p:spPr>
        <p:txBody>
          <a:bodyPr wrap="square">
            <a:noAutofit/>
          </a:bodyPr>
          <a:lstStyle/>
          <a:p>
            <a:r>
              <a:rPr lang="en-US" dirty="0"/>
              <a:t> </a:t>
            </a:r>
          </a:p>
        </p:txBody>
      </p:sp>
      <p:sp>
        <p:nvSpPr>
          <p:cNvPr id="15" name="Picture Placeholder 14">
            <a:extLst>
              <a:ext uri="{FF2B5EF4-FFF2-40B4-BE49-F238E27FC236}">
                <a16:creationId xmlns:a16="http://schemas.microsoft.com/office/drawing/2014/main" id="{F6247DC3-F697-4E32-B506-41524FE54037}"/>
              </a:ext>
            </a:extLst>
          </p:cNvPr>
          <p:cNvSpPr>
            <a:spLocks noGrp="1"/>
          </p:cNvSpPr>
          <p:nvPr>
            <p:ph type="pic" sz="quarter" idx="12" hasCustomPrompt="1"/>
          </p:nvPr>
        </p:nvSpPr>
        <p:spPr>
          <a:xfrm>
            <a:off x="843279" y="5624186"/>
            <a:ext cx="564112" cy="564112"/>
          </a:xfrm>
          <a:custGeom>
            <a:avLst/>
            <a:gdLst>
              <a:gd name="connsiteX0" fmla="*/ 282056 w 564112"/>
              <a:gd name="connsiteY0" fmla="*/ 0 h 564112"/>
              <a:gd name="connsiteX1" fmla="*/ 564112 w 564112"/>
              <a:gd name="connsiteY1" fmla="*/ 282056 h 564112"/>
              <a:gd name="connsiteX2" fmla="*/ 282056 w 564112"/>
              <a:gd name="connsiteY2" fmla="*/ 564112 h 564112"/>
              <a:gd name="connsiteX3" fmla="*/ 0 w 564112"/>
              <a:gd name="connsiteY3" fmla="*/ 282056 h 564112"/>
              <a:gd name="connsiteX4" fmla="*/ 282056 w 564112"/>
              <a:gd name="connsiteY4" fmla="*/ 0 h 56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112" h="564112">
                <a:moveTo>
                  <a:pt x="282056" y="0"/>
                </a:moveTo>
                <a:cubicBezTo>
                  <a:pt x="437831" y="0"/>
                  <a:pt x="564112" y="126281"/>
                  <a:pt x="564112" y="282056"/>
                </a:cubicBezTo>
                <a:cubicBezTo>
                  <a:pt x="564112" y="437831"/>
                  <a:pt x="437831" y="564112"/>
                  <a:pt x="282056" y="564112"/>
                </a:cubicBezTo>
                <a:cubicBezTo>
                  <a:pt x="126281" y="564112"/>
                  <a:pt x="0" y="437831"/>
                  <a:pt x="0" y="282056"/>
                </a:cubicBezTo>
                <a:cubicBezTo>
                  <a:pt x="0" y="126281"/>
                  <a:pt x="126281" y="0"/>
                  <a:pt x="282056" y="0"/>
                </a:cubicBezTo>
                <a:close/>
              </a:path>
            </a:pathLst>
          </a:custGeom>
        </p:spPr>
        <p:txBody>
          <a:bodyPr wrap="square">
            <a:noAutofit/>
          </a:bodyPr>
          <a:lstStyle/>
          <a:p>
            <a:r>
              <a:rPr lang="en-US" dirty="0"/>
              <a:t> </a:t>
            </a:r>
          </a:p>
        </p:txBody>
      </p:sp>
      <p:sp>
        <p:nvSpPr>
          <p:cNvPr id="6" name="Rectangle 5">
            <a:extLst>
              <a:ext uri="{FF2B5EF4-FFF2-40B4-BE49-F238E27FC236}">
                <a16:creationId xmlns:a16="http://schemas.microsoft.com/office/drawing/2014/main" id="{6B67373D-B351-4064-97F3-1B240D9DFBB4}"/>
              </a:ext>
            </a:extLst>
          </p:cNvPr>
          <p:cNvSpPr/>
          <p:nvPr userDrawn="1"/>
        </p:nvSpPr>
        <p:spPr>
          <a:xfrm>
            <a:off x="0" y="1"/>
            <a:ext cx="12192000" cy="624114"/>
          </a:xfrm>
          <a:prstGeom prst="rect">
            <a:avLst/>
          </a:prstGeom>
          <a:solidFill>
            <a:schemeClr val="bg1"/>
          </a:solidFill>
          <a:ln>
            <a:noFill/>
          </a:ln>
          <a:effectLst>
            <a:outerShdw blurRad="279400" dist="50800" dir="5400000" algn="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C7FD32FB-8882-4432-A7EB-73254C0C1AA4}"/>
              </a:ext>
            </a:extLst>
          </p:cNvPr>
          <p:cNvSpPr txBox="1"/>
          <p:nvPr userDrawn="1"/>
        </p:nvSpPr>
        <p:spPr>
          <a:xfrm>
            <a:off x="9695935" y="155417"/>
            <a:ext cx="215475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ontserrat Medium" pitchFamily="2" charset="77"/>
                <a:ea typeface="+mn-ea"/>
                <a:cs typeface="+mn-cs"/>
              </a:rPr>
              <a:t>Date Range </a:t>
            </a:r>
            <a:r>
              <a:rPr kumimoji="0" lang="en-US" sz="1100" b="0" i="0" u="none" strike="noStrike" kern="1200" cap="none" spc="0" normalizeH="0" baseline="0" noProof="0" dirty="0">
                <a:ln>
                  <a:noFill/>
                </a:ln>
                <a:solidFill>
                  <a:prstClr val="black">
                    <a:lumMod val="65000"/>
                    <a:lumOff val="35000"/>
                  </a:prstClr>
                </a:solidFill>
                <a:effectLst/>
                <a:uLnTx/>
                <a:uFillTx/>
                <a:latin typeface="Montserrat" pitchFamily="2" charset="77"/>
                <a:ea typeface="+mn-ea"/>
                <a:cs typeface="+mn-cs"/>
              </a:rPr>
              <a:t>: </a:t>
            </a:r>
            <a:r>
              <a:rPr kumimoji="0" lang="en-US" sz="1200" b="1" i="0" u="none" strike="noStrike" kern="1200" cap="none" spc="0" normalizeH="0" baseline="0" noProof="0" dirty="0">
                <a:ln>
                  <a:noFill/>
                </a:ln>
                <a:solidFill>
                  <a:srgbClr val="5B9BD5"/>
                </a:solidFill>
                <a:effectLst/>
                <a:uLnTx/>
                <a:uFillTx/>
                <a:latin typeface="Montserrat" pitchFamily="2" charset="77"/>
                <a:ea typeface="+mn-ea"/>
                <a:cs typeface="+mn-cs"/>
              </a:rPr>
              <a:t>Q1</a:t>
            </a:r>
            <a:r>
              <a:rPr kumimoji="0" lang="en-US" sz="1200" b="0" i="0" u="none" strike="noStrike" kern="1200" cap="none" spc="0" normalizeH="0" baseline="0" noProof="0" dirty="0">
                <a:ln>
                  <a:noFill/>
                </a:ln>
                <a:solidFill>
                  <a:srgbClr val="5B9BD5"/>
                </a:solidFill>
                <a:effectLst/>
                <a:uLnTx/>
                <a:uFillTx/>
                <a:latin typeface="Montserrat" pitchFamily="2" charset="77"/>
                <a:ea typeface="+mn-ea"/>
                <a:cs typeface="+mn-cs"/>
              </a:rPr>
              <a:t> Jan ~ Mar </a:t>
            </a:r>
          </a:p>
        </p:txBody>
      </p:sp>
      <p:sp>
        <p:nvSpPr>
          <p:cNvPr id="23" name="文本框 22"/>
          <p:cNvSpPr txBox="1"/>
          <p:nvPr userDrawn="1"/>
        </p:nvSpPr>
        <p:spPr>
          <a:xfrm>
            <a:off x="125993" y="201443"/>
            <a:ext cx="104669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企业</a:t>
            </a:r>
            <a:r>
              <a:rPr kumimoji="0" lang="en-US" altLang="zh-CN"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LOGO</a:t>
            </a:r>
            <a:endPar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endParaRPr>
          </a:p>
        </p:txBody>
      </p:sp>
      <p:sp>
        <p:nvSpPr>
          <p:cNvPr id="2" name="Freeform 29">
            <a:extLst>
              <a:ext uri="{FF2B5EF4-FFF2-40B4-BE49-F238E27FC236}">
                <a16:creationId xmlns:a16="http://schemas.microsoft.com/office/drawing/2014/main" id="{99B871F4-9CAF-DC4D-B945-8C666CA2798A}"/>
              </a:ext>
            </a:extLst>
          </p:cNvPr>
          <p:cNvSpPr/>
          <p:nvPr userDrawn="1"/>
        </p:nvSpPr>
        <p:spPr>
          <a:xfrm>
            <a:off x="1163005" y="201443"/>
            <a:ext cx="1100133" cy="280501"/>
          </a:xfrm>
          <a:custGeom>
            <a:avLst/>
            <a:gdLst>
              <a:gd name="connsiteX0" fmla="*/ 32398 w 2360052"/>
              <a:gd name="connsiteY0" fmla="*/ 0 h 601742"/>
              <a:gd name="connsiteX1" fmla="*/ 2327654 w 2360052"/>
              <a:gd name="connsiteY1" fmla="*/ 0 h 601742"/>
              <a:gd name="connsiteX2" fmla="*/ 2360052 w 2360052"/>
              <a:gd name="connsiteY2" fmla="*/ 32398 h 601742"/>
              <a:gd name="connsiteX3" fmla="*/ 2360052 w 2360052"/>
              <a:gd name="connsiteY3" fmla="*/ 569344 h 601742"/>
              <a:gd name="connsiteX4" fmla="*/ 2327654 w 2360052"/>
              <a:gd name="connsiteY4" fmla="*/ 601742 h 601742"/>
              <a:gd name="connsiteX5" fmla="*/ 32398 w 2360052"/>
              <a:gd name="connsiteY5" fmla="*/ 601742 h 601742"/>
              <a:gd name="connsiteX6" fmla="*/ 0 w 2360052"/>
              <a:gd name="connsiteY6" fmla="*/ 569344 h 601742"/>
              <a:gd name="connsiteX7" fmla="*/ 0 w 2360052"/>
              <a:gd name="connsiteY7" fmla="*/ 32398 h 601742"/>
              <a:gd name="connsiteX8" fmla="*/ 32398 w 2360052"/>
              <a:gd name="connsiteY8" fmla="*/ 0 h 60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0052" h="601742">
                <a:moveTo>
                  <a:pt x="32398" y="0"/>
                </a:moveTo>
                <a:lnTo>
                  <a:pt x="2327654" y="0"/>
                </a:lnTo>
                <a:cubicBezTo>
                  <a:pt x="2345547" y="0"/>
                  <a:pt x="2360052" y="14505"/>
                  <a:pt x="2360052" y="32398"/>
                </a:cubicBezTo>
                <a:lnTo>
                  <a:pt x="2360052" y="569344"/>
                </a:lnTo>
                <a:cubicBezTo>
                  <a:pt x="2360052" y="587237"/>
                  <a:pt x="2345547" y="601742"/>
                  <a:pt x="2327654" y="601742"/>
                </a:cubicBezTo>
                <a:lnTo>
                  <a:pt x="32398" y="601742"/>
                </a:lnTo>
                <a:cubicBezTo>
                  <a:pt x="14505" y="601742"/>
                  <a:pt x="0" y="587237"/>
                  <a:pt x="0" y="569344"/>
                </a:cubicBezTo>
                <a:lnTo>
                  <a:pt x="0" y="32398"/>
                </a:lnTo>
                <a:cubicBezTo>
                  <a:pt x="0" y="14505"/>
                  <a:pt x="14505" y="0"/>
                  <a:pt x="32398" y="0"/>
                </a:cubicBezTo>
                <a:close/>
              </a:path>
            </a:pathLst>
          </a:custGeom>
          <a:gradFill>
            <a:gsLst>
              <a:gs pos="0">
                <a:schemeClr val="accent5"/>
              </a:gs>
              <a:gs pos="90000">
                <a:schemeClr val="accent6"/>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 name="文本框 2">
            <a:extLst>
              <a:ext uri="{FF2B5EF4-FFF2-40B4-BE49-F238E27FC236}">
                <a16:creationId xmlns:a16="http://schemas.microsoft.com/office/drawing/2014/main" id="{3A0AEFF8-5C62-A746-E0A1-8106F8ACA42F}"/>
              </a:ext>
            </a:extLst>
          </p:cNvPr>
          <p:cNvSpPr txBox="1"/>
          <p:nvPr userDrawn="1"/>
        </p:nvSpPr>
        <p:spPr>
          <a:xfrm>
            <a:off x="1153640" y="194503"/>
            <a:ext cx="117532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MARKETING</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3021260274"/>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10_Custom Layout">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F643E5A5-725A-47B0-AF01-B41DEEAAD2BB}"/>
              </a:ext>
            </a:extLst>
          </p:cNvPr>
          <p:cNvSpPr>
            <a:spLocks noGrp="1"/>
          </p:cNvSpPr>
          <p:nvPr>
            <p:ph type="pic" sz="quarter" idx="14" hasCustomPrompt="1"/>
          </p:nvPr>
        </p:nvSpPr>
        <p:spPr>
          <a:xfrm>
            <a:off x="4623115" y="4333853"/>
            <a:ext cx="580103" cy="580103"/>
          </a:xfrm>
          <a:custGeom>
            <a:avLst/>
            <a:gdLst>
              <a:gd name="connsiteX0" fmla="*/ 62396 w 580103"/>
              <a:gd name="connsiteY0" fmla="*/ 0 h 580103"/>
              <a:gd name="connsiteX1" fmla="*/ 517707 w 580103"/>
              <a:gd name="connsiteY1" fmla="*/ 0 h 580103"/>
              <a:gd name="connsiteX2" fmla="*/ 580103 w 580103"/>
              <a:gd name="connsiteY2" fmla="*/ 62396 h 580103"/>
              <a:gd name="connsiteX3" fmla="*/ 580103 w 580103"/>
              <a:gd name="connsiteY3" fmla="*/ 517707 h 580103"/>
              <a:gd name="connsiteX4" fmla="*/ 517707 w 580103"/>
              <a:gd name="connsiteY4" fmla="*/ 580103 h 580103"/>
              <a:gd name="connsiteX5" fmla="*/ 62396 w 580103"/>
              <a:gd name="connsiteY5" fmla="*/ 580103 h 580103"/>
              <a:gd name="connsiteX6" fmla="*/ 0 w 580103"/>
              <a:gd name="connsiteY6" fmla="*/ 517707 h 580103"/>
              <a:gd name="connsiteX7" fmla="*/ 0 w 580103"/>
              <a:gd name="connsiteY7" fmla="*/ 62396 h 580103"/>
              <a:gd name="connsiteX8" fmla="*/ 62396 w 580103"/>
              <a:gd name="connsiteY8" fmla="*/ 0 h 580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103" h="580103">
                <a:moveTo>
                  <a:pt x="62396" y="0"/>
                </a:moveTo>
                <a:lnTo>
                  <a:pt x="517707" y="0"/>
                </a:lnTo>
                <a:cubicBezTo>
                  <a:pt x="552167" y="0"/>
                  <a:pt x="580103" y="27936"/>
                  <a:pt x="580103" y="62396"/>
                </a:cubicBezTo>
                <a:lnTo>
                  <a:pt x="580103" y="517707"/>
                </a:lnTo>
                <a:cubicBezTo>
                  <a:pt x="580103" y="552167"/>
                  <a:pt x="552167" y="580103"/>
                  <a:pt x="517707" y="580103"/>
                </a:cubicBezTo>
                <a:lnTo>
                  <a:pt x="62396" y="580103"/>
                </a:lnTo>
                <a:cubicBezTo>
                  <a:pt x="27936" y="580103"/>
                  <a:pt x="0" y="552167"/>
                  <a:pt x="0" y="517707"/>
                </a:cubicBezTo>
                <a:lnTo>
                  <a:pt x="0" y="62396"/>
                </a:lnTo>
                <a:cubicBezTo>
                  <a:pt x="0" y="27936"/>
                  <a:pt x="27936" y="0"/>
                  <a:pt x="62396" y="0"/>
                </a:cubicBezTo>
                <a:close/>
              </a:path>
            </a:pathLst>
          </a:custGeom>
        </p:spPr>
        <p:txBody>
          <a:bodyPr wrap="square">
            <a:noAutofit/>
          </a:bodyPr>
          <a:lstStyle>
            <a:lvl1pPr marL="0" indent="0">
              <a:buNone/>
              <a:defRPr sz="900"/>
            </a:lvl1pPr>
          </a:lstStyle>
          <a:p>
            <a:r>
              <a:rPr lang="en-US" dirty="0"/>
              <a:t> </a:t>
            </a:r>
          </a:p>
        </p:txBody>
      </p:sp>
      <p:sp>
        <p:nvSpPr>
          <p:cNvPr id="17" name="Picture Placeholder 16">
            <a:extLst>
              <a:ext uri="{FF2B5EF4-FFF2-40B4-BE49-F238E27FC236}">
                <a16:creationId xmlns:a16="http://schemas.microsoft.com/office/drawing/2014/main" id="{D50D97CA-E31B-4959-A8B0-D83D1C3F2106}"/>
              </a:ext>
            </a:extLst>
          </p:cNvPr>
          <p:cNvSpPr>
            <a:spLocks noGrp="1"/>
          </p:cNvSpPr>
          <p:nvPr>
            <p:ph type="pic" sz="quarter" idx="15" hasCustomPrompt="1"/>
          </p:nvPr>
        </p:nvSpPr>
        <p:spPr>
          <a:xfrm>
            <a:off x="8299768" y="4333853"/>
            <a:ext cx="580103" cy="580103"/>
          </a:xfrm>
          <a:custGeom>
            <a:avLst/>
            <a:gdLst>
              <a:gd name="connsiteX0" fmla="*/ 62396 w 580103"/>
              <a:gd name="connsiteY0" fmla="*/ 0 h 580103"/>
              <a:gd name="connsiteX1" fmla="*/ 517707 w 580103"/>
              <a:gd name="connsiteY1" fmla="*/ 0 h 580103"/>
              <a:gd name="connsiteX2" fmla="*/ 580103 w 580103"/>
              <a:gd name="connsiteY2" fmla="*/ 62396 h 580103"/>
              <a:gd name="connsiteX3" fmla="*/ 580103 w 580103"/>
              <a:gd name="connsiteY3" fmla="*/ 517707 h 580103"/>
              <a:gd name="connsiteX4" fmla="*/ 517707 w 580103"/>
              <a:gd name="connsiteY4" fmla="*/ 580103 h 580103"/>
              <a:gd name="connsiteX5" fmla="*/ 62396 w 580103"/>
              <a:gd name="connsiteY5" fmla="*/ 580103 h 580103"/>
              <a:gd name="connsiteX6" fmla="*/ 0 w 580103"/>
              <a:gd name="connsiteY6" fmla="*/ 517707 h 580103"/>
              <a:gd name="connsiteX7" fmla="*/ 0 w 580103"/>
              <a:gd name="connsiteY7" fmla="*/ 62396 h 580103"/>
              <a:gd name="connsiteX8" fmla="*/ 62396 w 580103"/>
              <a:gd name="connsiteY8" fmla="*/ 0 h 580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103" h="580103">
                <a:moveTo>
                  <a:pt x="62396" y="0"/>
                </a:moveTo>
                <a:lnTo>
                  <a:pt x="517707" y="0"/>
                </a:lnTo>
                <a:cubicBezTo>
                  <a:pt x="552167" y="0"/>
                  <a:pt x="580103" y="27936"/>
                  <a:pt x="580103" y="62396"/>
                </a:cubicBezTo>
                <a:lnTo>
                  <a:pt x="580103" y="517707"/>
                </a:lnTo>
                <a:cubicBezTo>
                  <a:pt x="580103" y="552167"/>
                  <a:pt x="552167" y="580103"/>
                  <a:pt x="517707" y="580103"/>
                </a:cubicBezTo>
                <a:lnTo>
                  <a:pt x="62396" y="580103"/>
                </a:lnTo>
                <a:cubicBezTo>
                  <a:pt x="27936" y="580103"/>
                  <a:pt x="0" y="552167"/>
                  <a:pt x="0" y="517707"/>
                </a:cubicBezTo>
                <a:lnTo>
                  <a:pt x="0" y="62396"/>
                </a:lnTo>
                <a:cubicBezTo>
                  <a:pt x="0" y="27936"/>
                  <a:pt x="27936" y="0"/>
                  <a:pt x="62396" y="0"/>
                </a:cubicBezTo>
                <a:close/>
              </a:path>
            </a:pathLst>
          </a:custGeom>
        </p:spPr>
        <p:txBody>
          <a:bodyPr wrap="square">
            <a:noAutofit/>
          </a:bodyPr>
          <a:lstStyle>
            <a:lvl1pPr marL="0" indent="0">
              <a:buNone/>
              <a:defRPr sz="900"/>
            </a:lvl1pPr>
          </a:lstStyle>
          <a:p>
            <a:r>
              <a:rPr lang="en-US" dirty="0"/>
              <a:t> </a:t>
            </a:r>
          </a:p>
        </p:txBody>
      </p:sp>
      <p:sp>
        <p:nvSpPr>
          <p:cNvPr id="15" name="Picture Placeholder 14">
            <a:extLst>
              <a:ext uri="{FF2B5EF4-FFF2-40B4-BE49-F238E27FC236}">
                <a16:creationId xmlns:a16="http://schemas.microsoft.com/office/drawing/2014/main" id="{5B69C1A0-0ECB-4157-9FD3-350F124FF552}"/>
              </a:ext>
            </a:extLst>
          </p:cNvPr>
          <p:cNvSpPr>
            <a:spLocks noGrp="1"/>
          </p:cNvSpPr>
          <p:nvPr>
            <p:ph type="pic" sz="quarter" idx="13" hasCustomPrompt="1"/>
          </p:nvPr>
        </p:nvSpPr>
        <p:spPr>
          <a:xfrm>
            <a:off x="946462" y="4333853"/>
            <a:ext cx="580103" cy="580103"/>
          </a:xfrm>
          <a:custGeom>
            <a:avLst/>
            <a:gdLst>
              <a:gd name="connsiteX0" fmla="*/ 62396 w 580103"/>
              <a:gd name="connsiteY0" fmla="*/ 0 h 580103"/>
              <a:gd name="connsiteX1" fmla="*/ 517707 w 580103"/>
              <a:gd name="connsiteY1" fmla="*/ 0 h 580103"/>
              <a:gd name="connsiteX2" fmla="*/ 580103 w 580103"/>
              <a:gd name="connsiteY2" fmla="*/ 62396 h 580103"/>
              <a:gd name="connsiteX3" fmla="*/ 580103 w 580103"/>
              <a:gd name="connsiteY3" fmla="*/ 517707 h 580103"/>
              <a:gd name="connsiteX4" fmla="*/ 517707 w 580103"/>
              <a:gd name="connsiteY4" fmla="*/ 580103 h 580103"/>
              <a:gd name="connsiteX5" fmla="*/ 62396 w 580103"/>
              <a:gd name="connsiteY5" fmla="*/ 580103 h 580103"/>
              <a:gd name="connsiteX6" fmla="*/ 0 w 580103"/>
              <a:gd name="connsiteY6" fmla="*/ 517707 h 580103"/>
              <a:gd name="connsiteX7" fmla="*/ 0 w 580103"/>
              <a:gd name="connsiteY7" fmla="*/ 62396 h 580103"/>
              <a:gd name="connsiteX8" fmla="*/ 62396 w 580103"/>
              <a:gd name="connsiteY8" fmla="*/ 0 h 580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103" h="580103">
                <a:moveTo>
                  <a:pt x="62396" y="0"/>
                </a:moveTo>
                <a:lnTo>
                  <a:pt x="517707" y="0"/>
                </a:lnTo>
                <a:cubicBezTo>
                  <a:pt x="552167" y="0"/>
                  <a:pt x="580103" y="27936"/>
                  <a:pt x="580103" y="62396"/>
                </a:cubicBezTo>
                <a:lnTo>
                  <a:pt x="580103" y="517707"/>
                </a:lnTo>
                <a:cubicBezTo>
                  <a:pt x="580103" y="552167"/>
                  <a:pt x="552167" y="580103"/>
                  <a:pt x="517707" y="580103"/>
                </a:cubicBezTo>
                <a:lnTo>
                  <a:pt x="62396" y="580103"/>
                </a:lnTo>
                <a:cubicBezTo>
                  <a:pt x="27936" y="580103"/>
                  <a:pt x="0" y="552167"/>
                  <a:pt x="0" y="517707"/>
                </a:cubicBezTo>
                <a:lnTo>
                  <a:pt x="0" y="62396"/>
                </a:lnTo>
                <a:cubicBezTo>
                  <a:pt x="0" y="27936"/>
                  <a:pt x="27936" y="0"/>
                  <a:pt x="62396" y="0"/>
                </a:cubicBezTo>
                <a:close/>
              </a:path>
            </a:pathLst>
          </a:custGeom>
        </p:spPr>
        <p:txBody>
          <a:bodyPr wrap="square">
            <a:noAutofit/>
          </a:bodyPr>
          <a:lstStyle>
            <a:lvl1pPr marL="0" indent="0">
              <a:buNone/>
              <a:defRPr sz="900"/>
            </a:lvl1pPr>
          </a:lstStyle>
          <a:p>
            <a:r>
              <a:rPr lang="en-US" dirty="0"/>
              <a:t> </a:t>
            </a:r>
          </a:p>
        </p:txBody>
      </p:sp>
      <p:sp>
        <p:nvSpPr>
          <p:cNvPr id="3" name="Date Placeholder 2">
            <a:extLst>
              <a:ext uri="{FF2B5EF4-FFF2-40B4-BE49-F238E27FC236}">
                <a16:creationId xmlns:a16="http://schemas.microsoft.com/office/drawing/2014/main" id="{F52C12C7-7E70-4A7D-9989-C12D33097C3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21FCA15-75E8-4403-8195-95F9F041A1EF}" type="datetimeFigureOut">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5/12/26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Footer Placeholder 3">
            <a:extLst>
              <a:ext uri="{FF2B5EF4-FFF2-40B4-BE49-F238E27FC236}">
                <a16:creationId xmlns:a16="http://schemas.microsoft.com/office/drawing/2014/main" id="{4B4BAB9E-DF95-47F7-AED3-9824A25A472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5C886404-6299-4B44-9088-14144FDB8F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681018-CA26-4C24-99E8-55D8921F9ABC}"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2DC2B508-2EAF-43B6-8C99-5C9046EE47E9}"/>
              </a:ext>
            </a:extLst>
          </p:cNvPr>
          <p:cNvSpPr/>
          <p:nvPr userDrawn="1"/>
        </p:nvSpPr>
        <p:spPr>
          <a:xfrm>
            <a:off x="0" y="1"/>
            <a:ext cx="12192000" cy="624114"/>
          </a:xfrm>
          <a:prstGeom prst="rect">
            <a:avLst/>
          </a:prstGeom>
          <a:solidFill>
            <a:schemeClr val="bg1"/>
          </a:solidFill>
          <a:ln>
            <a:noFill/>
          </a:ln>
          <a:effectLst>
            <a:outerShdw blurRad="279400" dist="50800" dir="5400000" algn="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ADC943EA-2785-41B6-AC11-AC890CA3A9ED}"/>
              </a:ext>
            </a:extLst>
          </p:cNvPr>
          <p:cNvSpPr txBox="1"/>
          <p:nvPr userDrawn="1"/>
        </p:nvSpPr>
        <p:spPr>
          <a:xfrm>
            <a:off x="9695935" y="155417"/>
            <a:ext cx="221086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ontserrat Medium" pitchFamily="2" charset="77"/>
                <a:ea typeface="+mn-ea"/>
                <a:cs typeface="+mn-cs"/>
              </a:rPr>
              <a:t>Date Range </a:t>
            </a:r>
            <a:r>
              <a:rPr kumimoji="0" lang="en-US" sz="1100" b="0" i="0" u="none" strike="noStrike" kern="1200" cap="none" spc="0" normalizeH="0" baseline="0" noProof="0" dirty="0">
                <a:ln>
                  <a:noFill/>
                </a:ln>
                <a:solidFill>
                  <a:prstClr val="black">
                    <a:lumMod val="65000"/>
                    <a:lumOff val="35000"/>
                  </a:prstClr>
                </a:solidFill>
                <a:effectLst/>
                <a:uLnTx/>
                <a:uFillTx/>
                <a:latin typeface="Montserrat" pitchFamily="2" charset="77"/>
                <a:ea typeface="+mn-ea"/>
                <a:cs typeface="+mn-cs"/>
              </a:rPr>
              <a:t>: </a:t>
            </a:r>
            <a:r>
              <a:rPr kumimoji="0" lang="en-US" sz="1200" b="1" i="0" u="none" strike="noStrike" kern="1200" cap="none" spc="0" normalizeH="0" baseline="0" noProof="0" dirty="0">
                <a:ln>
                  <a:noFill/>
                </a:ln>
                <a:solidFill>
                  <a:srgbClr val="5B9BD5"/>
                </a:solidFill>
                <a:effectLst/>
                <a:uLnTx/>
                <a:uFillTx/>
                <a:latin typeface="Montserrat" pitchFamily="2" charset="77"/>
                <a:ea typeface="+mn-ea"/>
                <a:cs typeface="+mn-cs"/>
              </a:rPr>
              <a:t>Q3</a:t>
            </a:r>
            <a:r>
              <a:rPr kumimoji="0" lang="en-US" sz="1200" b="0" i="0" u="none" strike="noStrike" kern="1200" cap="none" spc="0" normalizeH="0" baseline="0" noProof="0" dirty="0">
                <a:ln>
                  <a:noFill/>
                </a:ln>
                <a:solidFill>
                  <a:srgbClr val="5B9BD5"/>
                </a:solidFill>
                <a:effectLst/>
                <a:uLnTx/>
                <a:uFillTx/>
                <a:latin typeface="Montserrat" pitchFamily="2" charset="77"/>
                <a:ea typeface="+mn-ea"/>
                <a:cs typeface="+mn-cs"/>
              </a:rPr>
              <a:t> July ~ Sep </a:t>
            </a:r>
          </a:p>
        </p:txBody>
      </p:sp>
      <p:sp>
        <p:nvSpPr>
          <p:cNvPr id="26" name="文本框 25"/>
          <p:cNvSpPr txBox="1"/>
          <p:nvPr userDrawn="1"/>
        </p:nvSpPr>
        <p:spPr>
          <a:xfrm>
            <a:off x="125993" y="201443"/>
            <a:ext cx="104669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企业</a:t>
            </a:r>
            <a:r>
              <a:rPr kumimoji="0" lang="en-US" altLang="zh-CN"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LOGO</a:t>
            </a:r>
            <a:endPar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endParaRPr>
          </a:p>
        </p:txBody>
      </p:sp>
      <p:sp>
        <p:nvSpPr>
          <p:cNvPr id="2" name="Freeform 29">
            <a:extLst>
              <a:ext uri="{FF2B5EF4-FFF2-40B4-BE49-F238E27FC236}">
                <a16:creationId xmlns:a16="http://schemas.microsoft.com/office/drawing/2014/main" id="{02F0AABD-0C35-9062-5ABA-5D5C80A9A800}"/>
              </a:ext>
            </a:extLst>
          </p:cNvPr>
          <p:cNvSpPr/>
          <p:nvPr userDrawn="1"/>
        </p:nvSpPr>
        <p:spPr>
          <a:xfrm>
            <a:off x="1163005" y="201443"/>
            <a:ext cx="1100133" cy="280501"/>
          </a:xfrm>
          <a:custGeom>
            <a:avLst/>
            <a:gdLst>
              <a:gd name="connsiteX0" fmla="*/ 32398 w 2360052"/>
              <a:gd name="connsiteY0" fmla="*/ 0 h 601742"/>
              <a:gd name="connsiteX1" fmla="*/ 2327654 w 2360052"/>
              <a:gd name="connsiteY1" fmla="*/ 0 h 601742"/>
              <a:gd name="connsiteX2" fmla="*/ 2360052 w 2360052"/>
              <a:gd name="connsiteY2" fmla="*/ 32398 h 601742"/>
              <a:gd name="connsiteX3" fmla="*/ 2360052 w 2360052"/>
              <a:gd name="connsiteY3" fmla="*/ 569344 h 601742"/>
              <a:gd name="connsiteX4" fmla="*/ 2327654 w 2360052"/>
              <a:gd name="connsiteY4" fmla="*/ 601742 h 601742"/>
              <a:gd name="connsiteX5" fmla="*/ 32398 w 2360052"/>
              <a:gd name="connsiteY5" fmla="*/ 601742 h 601742"/>
              <a:gd name="connsiteX6" fmla="*/ 0 w 2360052"/>
              <a:gd name="connsiteY6" fmla="*/ 569344 h 601742"/>
              <a:gd name="connsiteX7" fmla="*/ 0 w 2360052"/>
              <a:gd name="connsiteY7" fmla="*/ 32398 h 601742"/>
              <a:gd name="connsiteX8" fmla="*/ 32398 w 2360052"/>
              <a:gd name="connsiteY8" fmla="*/ 0 h 60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0052" h="601742">
                <a:moveTo>
                  <a:pt x="32398" y="0"/>
                </a:moveTo>
                <a:lnTo>
                  <a:pt x="2327654" y="0"/>
                </a:lnTo>
                <a:cubicBezTo>
                  <a:pt x="2345547" y="0"/>
                  <a:pt x="2360052" y="14505"/>
                  <a:pt x="2360052" y="32398"/>
                </a:cubicBezTo>
                <a:lnTo>
                  <a:pt x="2360052" y="569344"/>
                </a:lnTo>
                <a:cubicBezTo>
                  <a:pt x="2360052" y="587237"/>
                  <a:pt x="2345547" y="601742"/>
                  <a:pt x="2327654" y="601742"/>
                </a:cubicBezTo>
                <a:lnTo>
                  <a:pt x="32398" y="601742"/>
                </a:lnTo>
                <a:cubicBezTo>
                  <a:pt x="14505" y="601742"/>
                  <a:pt x="0" y="587237"/>
                  <a:pt x="0" y="569344"/>
                </a:cubicBezTo>
                <a:lnTo>
                  <a:pt x="0" y="32398"/>
                </a:lnTo>
                <a:cubicBezTo>
                  <a:pt x="0" y="14505"/>
                  <a:pt x="14505" y="0"/>
                  <a:pt x="32398" y="0"/>
                </a:cubicBezTo>
                <a:close/>
              </a:path>
            </a:pathLst>
          </a:custGeom>
          <a:gradFill>
            <a:gsLst>
              <a:gs pos="0">
                <a:schemeClr val="accent5"/>
              </a:gs>
              <a:gs pos="90000">
                <a:schemeClr val="accent6"/>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6" name="文本框 5">
            <a:extLst>
              <a:ext uri="{FF2B5EF4-FFF2-40B4-BE49-F238E27FC236}">
                <a16:creationId xmlns:a16="http://schemas.microsoft.com/office/drawing/2014/main" id="{FFC5F250-DCA4-4E38-451E-DA367B05510D}"/>
              </a:ext>
            </a:extLst>
          </p:cNvPr>
          <p:cNvSpPr txBox="1"/>
          <p:nvPr userDrawn="1"/>
        </p:nvSpPr>
        <p:spPr>
          <a:xfrm>
            <a:off x="1153640" y="194503"/>
            <a:ext cx="117532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MARKETING</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739771539"/>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userDrawn="1">
  <p:cSld name="1_Q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768A51F6-8454-43D6-A56A-A082808A5DCF}"/>
              </a:ext>
            </a:extLst>
          </p:cNvPr>
          <p:cNvSpPr>
            <a:spLocks noGrp="1"/>
          </p:cNvSpPr>
          <p:nvPr>
            <p:ph type="pic" sz="quarter" idx="10" hasCustomPrompt="1"/>
          </p:nvPr>
        </p:nvSpPr>
        <p:spPr>
          <a:xfrm>
            <a:off x="715622" y="1471123"/>
            <a:ext cx="1122612" cy="1122612"/>
          </a:xfrm>
          <a:custGeom>
            <a:avLst/>
            <a:gdLst>
              <a:gd name="connsiteX0" fmla="*/ 561306 w 1122612"/>
              <a:gd name="connsiteY0" fmla="*/ 0 h 1122612"/>
              <a:gd name="connsiteX1" fmla="*/ 1122612 w 1122612"/>
              <a:gd name="connsiteY1" fmla="*/ 561306 h 1122612"/>
              <a:gd name="connsiteX2" fmla="*/ 561306 w 1122612"/>
              <a:gd name="connsiteY2" fmla="*/ 1122612 h 1122612"/>
              <a:gd name="connsiteX3" fmla="*/ 0 w 1122612"/>
              <a:gd name="connsiteY3" fmla="*/ 561306 h 1122612"/>
              <a:gd name="connsiteX4" fmla="*/ 561306 w 1122612"/>
              <a:gd name="connsiteY4" fmla="*/ 0 h 1122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2612" h="1122612">
                <a:moveTo>
                  <a:pt x="561306" y="0"/>
                </a:moveTo>
                <a:cubicBezTo>
                  <a:pt x="871307" y="0"/>
                  <a:pt x="1122612" y="251305"/>
                  <a:pt x="1122612" y="561306"/>
                </a:cubicBezTo>
                <a:cubicBezTo>
                  <a:pt x="1122612" y="871307"/>
                  <a:pt x="871307" y="1122612"/>
                  <a:pt x="561306" y="1122612"/>
                </a:cubicBezTo>
                <a:cubicBezTo>
                  <a:pt x="251305" y="1122612"/>
                  <a:pt x="0" y="871307"/>
                  <a:pt x="0" y="561306"/>
                </a:cubicBezTo>
                <a:cubicBezTo>
                  <a:pt x="0" y="251305"/>
                  <a:pt x="251305" y="0"/>
                  <a:pt x="561306" y="0"/>
                </a:cubicBezTo>
                <a:close/>
              </a:path>
            </a:pathLst>
          </a:custGeom>
          <a:ln w="31750">
            <a:solidFill>
              <a:schemeClr val="bg1">
                <a:alpha val="40000"/>
              </a:schemeClr>
            </a:solidFill>
          </a:ln>
        </p:spPr>
        <p:txBody>
          <a:bodyPr wrap="square">
            <a:noAutofit/>
          </a:bodyPr>
          <a:lstStyle/>
          <a:p>
            <a:r>
              <a:rPr lang="en-US" dirty="0"/>
              <a:t> </a:t>
            </a:r>
          </a:p>
        </p:txBody>
      </p:sp>
      <p:sp>
        <p:nvSpPr>
          <p:cNvPr id="2" name="Rectangle 1">
            <a:extLst>
              <a:ext uri="{FF2B5EF4-FFF2-40B4-BE49-F238E27FC236}">
                <a16:creationId xmlns:a16="http://schemas.microsoft.com/office/drawing/2014/main" id="{DAD7BB0D-C1EE-401C-9123-BD725F5FF5FA}"/>
              </a:ext>
            </a:extLst>
          </p:cNvPr>
          <p:cNvSpPr/>
          <p:nvPr userDrawn="1"/>
        </p:nvSpPr>
        <p:spPr>
          <a:xfrm>
            <a:off x="0" y="1"/>
            <a:ext cx="12192000" cy="624114"/>
          </a:xfrm>
          <a:prstGeom prst="rect">
            <a:avLst/>
          </a:prstGeom>
          <a:solidFill>
            <a:schemeClr val="bg1"/>
          </a:solidFill>
          <a:ln>
            <a:noFill/>
          </a:ln>
          <a:effectLst>
            <a:outerShdw blurRad="279400" dist="50800" dir="5400000" algn="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AB429D33-DAA1-4D46-8F20-0E58FB218D4D}"/>
              </a:ext>
            </a:extLst>
          </p:cNvPr>
          <p:cNvSpPr txBox="1"/>
          <p:nvPr userDrawn="1"/>
        </p:nvSpPr>
        <p:spPr>
          <a:xfrm>
            <a:off x="9695935" y="155417"/>
            <a:ext cx="215475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ontserrat Medium" pitchFamily="2" charset="77"/>
                <a:ea typeface="+mn-ea"/>
                <a:cs typeface="+mn-cs"/>
              </a:rPr>
              <a:t>Date Range </a:t>
            </a:r>
            <a:r>
              <a:rPr kumimoji="0" lang="en-US" sz="1100" b="0" i="0" u="none" strike="noStrike" kern="1200" cap="none" spc="0" normalizeH="0" baseline="0" noProof="0" dirty="0">
                <a:ln>
                  <a:noFill/>
                </a:ln>
                <a:solidFill>
                  <a:prstClr val="black">
                    <a:lumMod val="65000"/>
                    <a:lumOff val="35000"/>
                  </a:prstClr>
                </a:solidFill>
                <a:effectLst/>
                <a:uLnTx/>
                <a:uFillTx/>
                <a:latin typeface="Montserrat" pitchFamily="2" charset="77"/>
                <a:ea typeface="+mn-ea"/>
                <a:cs typeface="+mn-cs"/>
              </a:rPr>
              <a:t>: </a:t>
            </a:r>
            <a:r>
              <a:rPr kumimoji="0" lang="en-US" sz="1200" b="1" i="0" u="none" strike="noStrike" kern="1200" cap="none" spc="0" normalizeH="0" baseline="0" noProof="0" dirty="0">
                <a:ln>
                  <a:noFill/>
                </a:ln>
                <a:solidFill>
                  <a:srgbClr val="5B9BD5"/>
                </a:solidFill>
                <a:effectLst/>
                <a:uLnTx/>
                <a:uFillTx/>
                <a:latin typeface="Montserrat" pitchFamily="2" charset="77"/>
                <a:ea typeface="+mn-ea"/>
                <a:cs typeface="+mn-cs"/>
              </a:rPr>
              <a:t>Q1</a:t>
            </a:r>
            <a:r>
              <a:rPr kumimoji="0" lang="en-US" sz="1200" b="0" i="0" u="none" strike="noStrike" kern="1200" cap="none" spc="0" normalizeH="0" baseline="0" noProof="0" dirty="0">
                <a:ln>
                  <a:noFill/>
                </a:ln>
                <a:solidFill>
                  <a:srgbClr val="5B9BD5"/>
                </a:solidFill>
                <a:effectLst/>
                <a:uLnTx/>
                <a:uFillTx/>
                <a:latin typeface="Montserrat" pitchFamily="2" charset="77"/>
                <a:ea typeface="+mn-ea"/>
                <a:cs typeface="+mn-cs"/>
              </a:rPr>
              <a:t> Jan ~ Mar </a:t>
            </a:r>
          </a:p>
        </p:txBody>
      </p:sp>
      <p:sp>
        <p:nvSpPr>
          <p:cNvPr id="21" name="文本框 20"/>
          <p:cNvSpPr txBox="1"/>
          <p:nvPr userDrawn="1"/>
        </p:nvSpPr>
        <p:spPr>
          <a:xfrm>
            <a:off x="125993" y="201443"/>
            <a:ext cx="104669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企业</a:t>
            </a:r>
            <a:r>
              <a:rPr kumimoji="0" lang="en-US" altLang="zh-CN"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LOGO</a:t>
            </a:r>
            <a:endPar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endParaRPr>
          </a:p>
        </p:txBody>
      </p:sp>
      <p:sp>
        <p:nvSpPr>
          <p:cNvPr id="4" name="Freeform 29">
            <a:extLst>
              <a:ext uri="{FF2B5EF4-FFF2-40B4-BE49-F238E27FC236}">
                <a16:creationId xmlns:a16="http://schemas.microsoft.com/office/drawing/2014/main" id="{4426AAB6-2396-7763-C680-829E6C2FFAC2}"/>
              </a:ext>
            </a:extLst>
          </p:cNvPr>
          <p:cNvSpPr/>
          <p:nvPr userDrawn="1"/>
        </p:nvSpPr>
        <p:spPr>
          <a:xfrm>
            <a:off x="1163005" y="201443"/>
            <a:ext cx="1100133" cy="280501"/>
          </a:xfrm>
          <a:custGeom>
            <a:avLst/>
            <a:gdLst>
              <a:gd name="connsiteX0" fmla="*/ 32398 w 2360052"/>
              <a:gd name="connsiteY0" fmla="*/ 0 h 601742"/>
              <a:gd name="connsiteX1" fmla="*/ 2327654 w 2360052"/>
              <a:gd name="connsiteY1" fmla="*/ 0 h 601742"/>
              <a:gd name="connsiteX2" fmla="*/ 2360052 w 2360052"/>
              <a:gd name="connsiteY2" fmla="*/ 32398 h 601742"/>
              <a:gd name="connsiteX3" fmla="*/ 2360052 w 2360052"/>
              <a:gd name="connsiteY3" fmla="*/ 569344 h 601742"/>
              <a:gd name="connsiteX4" fmla="*/ 2327654 w 2360052"/>
              <a:gd name="connsiteY4" fmla="*/ 601742 h 601742"/>
              <a:gd name="connsiteX5" fmla="*/ 32398 w 2360052"/>
              <a:gd name="connsiteY5" fmla="*/ 601742 h 601742"/>
              <a:gd name="connsiteX6" fmla="*/ 0 w 2360052"/>
              <a:gd name="connsiteY6" fmla="*/ 569344 h 601742"/>
              <a:gd name="connsiteX7" fmla="*/ 0 w 2360052"/>
              <a:gd name="connsiteY7" fmla="*/ 32398 h 601742"/>
              <a:gd name="connsiteX8" fmla="*/ 32398 w 2360052"/>
              <a:gd name="connsiteY8" fmla="*/ 0 h 60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0052" h="601742">
                <a:moveTo>
                  <a:pt x="32398" y="0"/>
                </a:moveTo>
                <a:lnTo>
                  <a:pt x="2327654" y="0"/>
                </a:lnTo>
                <a:cubicBezTo>
                  <a:pt x="2345547" y="0"/>
                  <a:pt x="2360052" y="14505"/>
                  <a:pt x="2360052" y="32398"/>
                </a:cubicBezTo>
                <a:lnTo>
                  <a:pt x="2360052" y="569344"/>
                </a:lnTo>
                <a:cubicBezTo>
                  <a:pt x="2360052" y="587237"/>
                  <a:pt x="2345547" y="601742"/>
                  <a:pt x="2327654" y="601742"/>
                </a:cubicBezTo>
                <a:lnTo>
                  <a:pt x="32398" y="601742"/>
                </a:lnTo>
                <a:cubicBezTo>
                  <a:pt x="14505" y="601742"/>
                  <a:pt x="0" y="587237"/>
                  <a:pt x="0" y="569344"/>
                </a:cubicBezTo>
                <a:lnTo>
                  <a:pt x="0" y="32398"/>
                </a:lnTo>
                <a:cubicBezTo>
                  <a:pt x="0" y="14505"/>
                  <a:pt x="14505" y="0"/>
                  <a:pt x="32398" y="0"/>
                </a:cubicBezTo>
                <a:close/>
              </a:path>
            </a:pathLst>
          </a:custGeom>
          <a:gradFill>
            <a:gsLst>
              <a:gs pos="0">
                <a:schemeClr val="accent5"/>
              </a:gs>
              <a:gs pos="90000">
                <a:schemeClr val="accent6"/>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5" name="文本框 4">
            <a:extLst>
              <a:ext uri="{FF2B5EF4-FFF2-40B4-BE49-F238E27FC236}">
                <a16:creationId xmlns:a16="http://schemas.microsoft.com/office/drawing/2014/main" id="{1DAB5CD0-1888-F4AF-63C6-550E91997F7E}"/>
              </a:ext>
            </a:extLst>
          </p:cNvPr>
          <p:cNvSpPr txBox="1"/>
          <p:nvPr userDrawn="1"/>
        </p:nvSpPr>
        <p:spPr>
          <a:xfrm>
            <a:off x="1153640" y="194503"/>
            <a:ext cx="117532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MARKETING</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191734545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6913936"/>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userDrawn="1">
  <p:cSld name="41_Title Slide">
    <p:spTree>
      <p:nvGrpSpPr>
        <p:cNvPr id="1" name=""/>
        <p:cNvGrpSpPr/>
        <p:nvPr/>
      </p:nvGrpSpPr>
      <p:grpSpPr>
        <a:xfrm>
          <a:off x="0" y="0"/>
          <a:ext cx="0" cy="0"/>
          <a:chOff x="0" y="0"/>
          <a:chExt cx="0" cy="0"/>
        </a:xfrm>
      </p:grpSpPr>
      <p:sp>
        <p:nvSpPr>
          <p:cNvPr id="4" name="Title 2"/>
          <p:cNvSpPr>
            <a:spLocks noGrp="1"/>
          </p:cNvSpPr>
          <p:nvPr>
            <p:ph type="title" hasCustomPrompt="1"/>
          </p:nvPr>
        </p:nvSpPr>
        <p:spPr>
          <a:xfrm>
            <a:off x="508002" y="177801"/>
            <a:ext cx="11157817" cy="660511"/>
          </a:xfrm>
          <a:prstGeom prst="rect">
            <a:avLst/>
          </a:prstGeom>
        </p:spPr>
        <p:txBody>
          <a:bodyPr lIns="0" tIns="0" rIns="0" bIns="0" anchor="ctr"/>
          <a:lstStyle>
            <a:lvl1pPr algn="ctr">
              <a:defRPr sz="3733">
                <a:solidFill>
                  <a:schemeClr val="tx1">
                    <a:lumMod val="90000"/>
                    <a:lumOff val="10000"/>
                  </a:schemeClr>
                </a:solidFill>
              </a:defRPr>
            </a:lvl1pPr>
          </a:lstStyle>
          <a:p>
            <a:r>
              <a:rPr lang="en-US" dirty="0"/>
              <a:t>CLICK TO EDIT MASTER TITLE STYLE</a:t>
            </a:r>
          </a:p>
        </p:txBody>
      </p:sp>
    </p:spTree>
    <p:extLst>
      <p:ext uri="{BB962C8B-B14F-4D97-AF65-F5344CB8AC3E}">
        <p14:creationId xmlns:p14="http://schemas.microsoft.com/office/powerpoint/2010/main" val="3509607029"/>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29_Title Slid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FB131B0F-35C0-47A1-A3CF-03FFBEA68144}"/>
              </a:ext>
            </a:extLst>
          </p:cNvPr>
          <p:cNvSpPr>
            <a:spLocks noGrp="1"/>
          </p:cNvSpPr>
          <p:nvPr>
            <p:ph type="pic" sz="quarter" idx="13"/>
          </p:nvPr>
        </p:nvSpPr>
        <p:spPr>
          <a:xfrm>
            <a:off x="945006" y="973395"/>
            <a:ext cx="5075425" cy="2376784"/>
          </a:xfrm>
          <a:prstGeom prst="rect">
            <a:avLst/>
          </a:prstGeom>
          <a:solidFill>
            <a:schemeClr val="bg1">
              <a:lumMod val="95000"/>
            </a:schemeClr>
          </a:solidFill>
          <a:effectLst/>
        </p:spPr>
        <p:txBody>
          <a:bodyPr/>
          <a:lstStyle>
            <a:lvl1pPr marL="0" indent="0" algn="ctr">
              <a:buNone/>
              <a:defRPr sz="1600">
                <a:solidFill>
                  <a:schemeClr val="tx1">
                    <a:lumMod val="50000"/>
                    <a:lumOff val="50000"/>
                  </a:schemeClr>
                </a:solidFill>
              </a:defRPr>
            </a:lvl1pPr>
          </a:lstStyle>
          <a:p>
            <a:endParaRPr lang="id-ID"/>
          </a:p>
        </p:txBody>
      </p:sp>
      <p:sp>
        <p:nvSpPr>
          <p:cNvPr id="7" name="Picture Placeholder 3">
            <a:extLst>
              <a:ext uri="{FF2B5EF4-FFF2-40B4-BE49-F238E27FC236}">
                <a16:creationId xmlns:a16="http://schemas.microsoft.com/office/drawing/2014/main" id="{0BA37EE2-4DD3-4A69-8B69-85007B0F0EC7}"/>
              </a:ext>
            </a:extLst>
          </p:cNvPr>
          <p:cNvSpPr>
            <a:spLocks noGrp="1"/>
          </p:cNvSpPr>
          <p:nvPr>
            <p:ph type="pic" sz="quarter" idx="14"/>
          </p:nvPr>
        </p:nvSpPr>
        <p:spPr>
          <a:xfrm>
            <a:off x="945006" y="3507823"/>
            <a:ext cx="5075425" cy="2376784"/>
          </a:xfrm>
          <a:prstGeom prst="rect">
            <a:avLst/>
          </a:prstGeom>
          <a:solidFill>
            <a:schemeClr val="bg1">
              <a:lumMod val="95000"/>
            </a:schemeClr>
          </a:solidFill>
          <a:effectLst/>
        </p:spPr>
        <p:txBody>
          <a:bodyPr/>
          <a:lstStyle>
            <a:lvl1pPr marL="0" indent="0" algn="ctr">
              <a:buNone/>
              <a:defRPr sz="1600">
                <a:solidFill>
                  <a:schemeClr val="tx1">
                    <a:lumMod val="50000"/>
                    <a:lumOff val="50000"/>
                  </a:schemeClr>
                </a:solidFill>
              </a:defRPr>
            </a:lvl1pPr>
          </a:lstStyle>
          <a:p>
            <a:endParaRPr lang="id-ID"/>
          </a:p>
        </p:txBody>
      </p:sp>
      <p:sp>
        <p:nvSpPr>
          <p:cNvPr id="8" name="Picture Placeholder 3">
            <a:extLst>
              <a:ext uri="{FF2B5EF4-FFF2-40B4-BE49-F238E27FC236}">
                <a16:creationId xmlns:a16="http://schemas.microsoft.com/office/drawing/2014/main" id="{927BD14F-5BB3-4ECD-9F44-1F862C0008A2}"/>
              </a:ext>
            </a:extLst>
          </p:cNvPr>
          <p:cNvSpPr>
            <a:spLocks noGrp="1"/>
          </p:cNvSpPr>
          <p:nvPr>
            <p:ph type="pic" sz="quarter" idx="15"/>
          </p:nvPr>
        </p:nvSpPr>
        <p:spPr>
          <a:xfrm>
            <a:off x="6171569" y="973395"/>
            <a:ext cx="5075425" cy="2376784"/>
          </a:xfrm>
          <a:prstGeom prst="rect">
            <a:avLst/>
          </a:prstGeom>
          <a:solidFill>
            <a:schemeClr val="bg1">
              <a:lumMod val="95000"/>
            </a:schemeClr>
          </a:solidFill>
          <a:effectLst/>
        </p:spPr>
        <p:txBody>
          <a:bodyPr/>
          <a:lstStyle>
            <a:lvl1pPr marL="0" indent="0" algn="ctr">
              <a:buNone/>
              <a:defRPr sz="1600">
                <a:solidFill>
                  <a:schemeClr val="tx1">
                    <a:lumMod val="50000"/>
                    <a:lumOff val="50000"/>
                  </a:schemeClr>
                </a:solidFill>
              </a:defRPr>
            </a:lvl1pPr>
          </a:lstStyle>
          <a:p>
            <a:endParaRPr lang="id-ID"/>
          </a:p>
        </p:txBody>
      </p:sp>
      <p:sp>
        <p:nvSpPr>
          <p:cNvPr id="9" name="Picture Placeholder 3">
            <a:extLst>
              <a:ext uri="{FF2B5EF4-FFF2-40B4-BE49-F238E27FC236}">
                <a16:creationId xmlns:a16="http://schemas.microsoft.com/office/drawing/2014/main" id="{12F3425F-5ADF-433E-AA43-BE461E3217BF}"/>
              </a:ext>
            </a:extLst>
          </p:cNvPr>
          <p:cNvSpPr>
            <a:spLocks noGrp="1"/>
          </p:cNvSpPr>
          <p:nvPr>
            <p:ph type="pic" sz="quarter" idx="16"/>
          </p:nvPr>
        </p:nvSpPr>
        <p:spPr>
          <a:xfrm>
            <a:off x="6171569" y="3507823"/>
            <a:ext cx="5075425" cy="2376784"/>
          </a:xfrm>
          <a:prstGeom prst="rect">
            <a:avLst/>
          </a:prstGeom>
          <a:solidFill>
            <a:schemeClr val="bg1">
              <a:lumMod val="95000"/>
            </a:schemeClr>
          </a:solidFill>
          <a:effectLst/>
        </p:spPr>
        <p:txBody>
          <a:bodyPr/>
          <a:lstStyle>
            <a:lvl1pPr marL="0" indent="0" algn="ctr">
              <a:buNone/>
              <a:defRPr sz="16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2635165414"/>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42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B9EFF8C-7242-4E19-8E1D-96DF0CD75A3D}"/>
              </a:ext>
            </a:extLst>
          </p:cNvPr>
          <p:cNvSpPr>
            <a:spLocks noGrp="1"/>
          </p:cNvSpPr>
          <p:nvPr>
            <p:ph type="pic" sz="quarter" idx="10" hasCustomPrompt="1"/>
          </p:nvPr>
        </p:nvSpPr>
        <p:spPr>
          <a:xfrm>
            <a:off x="0" y="0"/>
            <a:ext cx="12192000" cy="2667000"/>
          </a:xfrm>
          <a:custGeom>
            <a:avLst/>
            <a:gdLst>
              <a:gd name="connsiteX0" fmla="*/ 0 w 12192000"/>
              <a:gd name="connsiteY0" fmla="*/ 0 h 2667000"/>
              <a:gd name="connsiteX1" fmla="*/ 12192000 w 12192000"/>
              <a:gd name="connsiteY1" fmla="*/ 0 h 2667000"/>
              <a:gd name="connsiteX2" fmla="*/ 12192000 w 12192000"/>
              <a:gd name="connsiteY2" fmla="*/ 2667000 h 2667000"/>
              <a:gd name="connsiteX3" fmla="*/ 0 w 12192000"/>
              <a:gd name="connsiteY3" fmla="*/ 2667000 h 2667000"/>
            </a:gdLst>
            <a:ahLst/>
            <a:cxnLst>
              <a:cxn ang="0">
                <a:pos x="connsiteX0" y="connsiteY0"/>
              </a:cxn>
              <a:cxn ang="0">
                <a:pos x="connsiteX1" y="connsiteY1"/>
              </a:cxn>
              <a:cxn ang="0">
                <a:pos x="connsiteX2" y="connsiteY2"/>
              </a:cxn>
              <a:cxn ang="0">
                <a:pos x="connsiteX3" y="connsiteY3"/>
              </a:cxn>
            </a:cxnLst>
            <a:rect l="l" t="t" r="r" b="b"/>
            <a:pathLst>
              <a:path w="12192000" h="2667000">
                <a:moveTo>
                  <a:pt x="0" y="0"/>
                </a:moveTo>
                <a:lnTo>
                  <a:pt x="12192000" y="0"/>
                </a:lnTo>
                <a:lnTo>
                  <a:pt x="12192000" y="2667000"/>
                </a:lnTo>
                <a:lnTo>
                  <a:pt x="0" y="2667000"/>
                </a:lnTo>
                <a:close/>
              </a:path>
            </a:pathLst>
          </a:custGeom>
          <a:solidFill>
            <a:schemeClr val="bg1">
              <a:lumMod val="95000"/>
            </a:schemeClr>
          </a:solidFill>
          <a:effectLst/>
        </p:spPr>
        <p:txBody>
          <a:bodyPr/>
          <a:lstStyle>
            <a:lvl1pPr>
              <a:defRPr lang="en-GB" sz="1600" dirty="0">
                <a:solidFill>
                  <a:schemeClr val="tx1">
                    <a:lumMod val="50000"/>
                    <a:lumOff val="50000"/>
                  </a:schemeClr>
                </a:solidFill>
              </a:defRPr>
            </a:lvl1pPr>
          </a:lstStyle>
          <a:p>
            <a:pPr marL="0" lvl="0" indent="0" algn="ctr">
              <a:buNone/>
            </a:pPr>
            <a:r>
              <a:rPr lang="en-US" dirty="0"/>
              <a:t>Image placeholder</a:t>
            </a:r>
            <a:endParaRPr lang="en-GB" dirty="0"/>
          </a:p>
          <a:p>
            <a:pPr marL="0" lvl="0" indent="0" algn="ctr">
              <a:buNone/>
            </a:pPr>
            <a:endParaRPr lang="en-GB" dirty="0"/>
          </a:p>
        </p:txBody>
      </p:sp>
      <p:sp>
        <p:nvSpPr>
          <p:cNvPr id="2" name="Rectangle 1">
            <a:extLst>
              <a:ext uri="{FF2B5EF4-FFF2-40B4-BE49-F238E27FC236}">
                <a16:creationId xmlns:a16="http://schemas.microsoft.com/office/drawing/2014/main" id="{86BBFFD9-A909-4171-87C6-2EC89EC8069B}"/>
              </a:ext>
            </a:extLst>
          </p:cNvPr>
          <p:cNvSpPr/>
          <p:nvPr userDrawn="1"/>
        </p:nvSpPr>
        <p:spPr>
          <a:xfrm>
            <a:off x="0" y="2667000"/>
            <a:ext cx="12192000" cy="4191000"/>
          </a:xfrm>
          <a:prstGeom prst="rect">
            <a:avLst/>
          </a:prstGeom>
          <a:gradFill>
            <a:gsLst>
              <a:gs pos="0">
                <a:schemeClr val="accent1"/>
              </a:gs>
              <a:gs pos="100000">
                <a:schemeClr val="accent3"/>
              </a:gs>
              <a:gs pos="5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2052505739"/>
      </p:ext>
    </p:extLst>
  </p:cSld>
  <p:clrMapOvr>
    <a:masterClrMapping/>
  </p:clrMapOvr>
  <p:transition spd="slow">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userDrawn="1">
  <p:cSld name="117_Title Only">
    <p:spTree>
      <p:nvGrpSpPr>
        <p:cNvPr id="1" name=""/>
        <p:cNvGrpSpPr/>
        <p:nvPr/>
      </p:nvGrpSpPr>
      <p:grpSpPr>
        <a:xfrm>
          <a:off x="0" y="0"/>
          <a:ext cx="0" cy="0"/>
          <a:chOff x="0" y="0"/>
          <a:chExt cx="0" cy="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366463" y="0"/>
            <a:ext cx="10825536"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Picture Placeholder 2"/>
          <p:cNvSpPr>
            <a:spLocks noGrp="1"/>
          </p:cNvSpPr>
          <p:nvPr>
            <p:ph type="pic" sz="quarter" idx="13"/>
          </p:nvPr>
        </p:nvSpPr>
        <p:spPr>
          <a:xfrm>
            <a:off x="286874" y="341423"/>
            <a:ext cx="852378" cy="85237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29720468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189.xml><?xml version="1.0" encoding="utf-8"?>
<p:sldLayout xmlns:a="http://schemas.openxmlformats.org/drawingml/2006/main" xmlns:r="http://schemas.openxmlformats.org/officeDocument/2006/relationships" xmlns:p="http://schemas.openxmlformats.org/presentationml/2006/main" userDrawn="1">
  <p:cSld name="124_Title Only">
    <p:spTree>
      <p:nvGrpSpPr>
        <p:cNvPr id="1" name=""/>
        <p:cNvGrpSpPr/>
        <p:nvPr/>
      </p:nvGrpSpPr>
      <p:grpSpPr>
        <a:xfrm>
          <a:off x="0" y="0"/>
          <a:ext cx="0" cy="0"/>
          <a:chOff x="0" y="0"/>
          <a:chExt cx="0" cy="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366463" y="0"/>
            <a:ext cx="10825536"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Picture Placeholder 2"/>
          <p:cNvSpPr>
            <a:spLocks noGrp="1"/>
          </p:cNvSpPr>
          <p:nvPr>
            <p:ph type="pic" sz="quarter" idx="13"/>
          </p:nvPr>
        </p:nvSpPr>
        <p:spPr>
          <a:xfrm>
            <a:off x="2278505" y="1532214"/>
            <a:ext cx="1233268" cy="1233268"/>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8468139" y="2916085"/>
            <a:ext cx="2691375" cy="1559302"/>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46081441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Lst>
  </p:timing>
</p:sldLayout>
</file>

<file path=ppt/slideLayouts/slideLayout190.xml><?xml version="1.0" encoding="utf-8"?>
<p:sldLayout xmlns:a="http://schemas.openxmlformats.org/drawingml/2006/main" xmlns:r="http://schemas.openxmlformats.org/officeDocument/2006/relationships" xmlns:p="http://schemas.openxmlformats.org/presentationml/2006/main" userDrawn="1">
  <p:cSld name="125_Title Only">
    <p:spTree>
      <p:nvGrpSpPr>
        <p:cNvPr id="1" name=""/>
        <p:cNvGrpSpPr/>
        <p:nvPr/>
      </p:nvGrpSpPr>
      <p:grpSpPr>
        <a:xfrm>
          <a:off x="0" y="0"/>
          <a:ext cx="0" cy="0"/>
          <a:chOff x="0" y="0"/>
          <a:chExt cx="0" cy="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366463" y="0"/>
            <a:ext cx="10825536"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Picture Placeholder 2"/>
          <p:cNvSpPr>
            <a:spLocks noGrp="1"/>
          </p:cNvSpPr>
          <p:nvPr>
            <p:ph type="pic" sz="quarter" idx="14"/>
          </p:nvPr>
        </p:nvSpPr>
        <p:spPr>
          <a:xfrm>
            <a:off x="1706154" y="4583965"/>
            <a:ext cx="460633" cy="460633"/>
          </a:xfrm>
          <a:prstGeom prst="ellipse">
            <a:avLst/>
          </a:prstGeom>
        </p:spPr>
        <p:txBody>
          <a:bodyPr>
            <a:normAutofit/>
          </a:bodyPr>
          <a:lstStyle>
            <a:lvl1pPr marL="0" indent="0">
              <a:buNone/>
              <a:defRPr sz="800"/>
            </a:lvl1pPr>
          </a:lstStyle>
          <a:p>
            <a:endParaRPr lang="en-US" dirty="0"/>
          </a:p>
        </p:txBody>
      </p:sp>
      <p:sp>
        <p:nvSpPr>
          <p:cNvPr id="7" name="Picture Placeholder 2"/>
          <p:cNvSpPr>
            <a:spLocks noGrp="1"/>
          </p:cNvSpPr>
          <p:nvPr>
            <p:ph type="pic" sz="quarter" idx="15"/>
          </p:nvPr>
        </p:nvSpPr>
        <p:spPr>
          <a:xfrm>
            <a:off x="1706154" y="5222943"/>
            <a:ext cx="460633" cy="460633"/>
          </a:xfrm>
          <a:prstGeom prst="ellipse">
            <a:avLst/>
          </a:prstGeom>
        </p:spPr>
        <p:txBody>
          <a:bodyPr>
            <a:normAutofit/>
          </a:bodyPr>
          <a:lstStyle>
            <a:lvl1pPr marL="0" indent="0">
              <a:buNone/>
              <a:defRPr sz="800"/>
            </a:lvl1pPr>
          </a:lstStyle>
          <a:p>
            <a:endParaRPr lang="en-US" dirty="0"/>
          </a:p>
        </p:txBody>
      </p:sp>
      <p:sp>
        <p:nvSpPr>
          <p:cNvPr id="8" name="Picture Placeholder 2"/>
          <p:cNvSpPr>
            <a:spLocks noGrp="1"/>
          </p:cNvSpPr>
          <p:nvPr>
            <p:ph type="pic" sz="quarter" idx="16"/>
          </p:nvPr>
        </p:nvSpPr>
        <p:spPr>
          <a:xfrm>
            <a:off x="1706154" y="5850905"/>
            <a:ext cx="460633" cy="460633"/>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423240057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Layout>
</file>

<file path=ppt/slideLayouts/slideLayout191.xml><?xml version="1.0" encoding="utf-8"?>
<p:sldLayout xmlns:a="http://schemas.openxmlformats.org/drawingml/2006/main" xmlns:r="http://schemas.openxmlformats.org/officeDocument/2006/relationships" xmlns:p="http://schemas.openxmlformats.org/presentationml/2006/main" userDrawn="1">
  <p:cSld name="126_Title Only">
    <p:spTree>
      <p:nvGrpSpPr>
        <p:cNvPr id="1" name=""/>
        <p:cNvGrpSpPr/>
        <p:nvPr/>
      </p:nvGrpSpPr>
      <p:grpSpPr>
        <a:xfrm>
          <a:off x="0" y="0"/>
          <a:ext cx="0" cy="0"/>
          <a:chOff x="0" y="0"/>
          <a:chExt cx="0" cy="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366463" y="0"/>
            <a:ext cx="10825536"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Picture Placeholder 2"/>
          <p:cNvSpPr>
            <a:spLocks noGrp="1"/>
          </p:cNvSpPr>
          <p:nvPr>
            <p:ph type="pic" sz="quarter" idx="13"/>
          </p:nvPr>
        </p:nvSpPr>
        <p:spPr>
          <a:xfrm>
            <a:off x="286874" y="341423"/>
            <a:ext cx="852378" cy="852378"/>
          </a:xfrm>
          <a:prstGeom prst="ellipse">
            <a:avLst/>
          </a:prstGeom>
        </p:spPr>
        <p:txBody>
          <a:bodyPr>
            <a:normAutofit/>
          </a:bodyPr>
          <a:lstStyle>
            <a:lvl1pPr marL="0" indent="0">
              <a:buNone/>
              <a:defRPr sz="1100"/>
            </a:lvl1pPr>
          </a:lstStyle>
          <a:p>
            <a:endParaRPr lang="en-US" dirty="0"/>
          </a:p>
        </p:txBody>
      </p:sp>
      <p:sp>
        <p:nvSpPr>
          <p:cNvPr id="49" name="Picture Placeholder 2"/>
          <p:cNvSpPr>
            <a:spLocks noGrp="1"/>
          </p:cNvSpPr>
          <p:nvPr>
            <p:ph type="pic" sz="quarter" idx="14"/>
          </p:nvPr>
        </p:nvSpPr>
        <p:spPr>
          <a:xfrm>
            <a:off x="2117533" y="4867843"/>
            <a:ext cx="534528" cy="534528"/>
          </a:xfrm>
          <a:prstGeom prst="ellipse">
            <a:avLst/>
          </a:prstGeom>
        </p:spPr>
        <p:txBody>
          <a:bodyPr>
            <a:normAutofit/>
          </a:bodyPr>
          <a:lstStyle>
            <a:lvl1pPr marL="0" indent="0">
              <a:buNone/>
              <a:defRPr sz="1100"/>
            </a:lvl1pPr>
          </a:lstStyle>
          <a:p>
            <a:endParaRPr lang="en-US" dirty="0"/>
          </a:p>
        </p:txBody>
      </p:sp>
      <p:sp>
        <p:nvSpPr>
          <p:cNvPr id="50" name="Picture Placeholder 2"/>
          <p:cNvSpPr>
            <a:spLocks noGrp="1"/>
          </p:cNvSpPr>
          <p:nvPr>
            <p:ph type="pic" sz="quarter" idx="15"/>
          </p:nvPr>
        </p:nvSpPr>
        <p:spPr>
          <a:xfrm>
            <a:off x="4484215" y="4867843"/>
            <a:ext cx="534528" cy="534528"/>
          </a:xfrm>
          <a:prstGeom prst="ellipse">
            <a:avLst/>
          </a:prstGeom>
        </p:spPr>
        <p:txBody>
          <a:bodyPr>
            <a:normAutofit/>
          </a:bodyPr>
          <a:lstStyle>
            <a:lvl1pPr marL="0" indent="0">
              <a:buNone/>
              <a:defRPr sz="1100"/>
            </a:lvl1pPr>
          </a:lstStyle>
          <a:p>
            <a:endParaRPr lang="en-US" dirty="0"/>
          </a:p>
        </p:txBody>
      </p:sp>
      <p:sp>
        <p:nvSpPr>
          <p:cNvPr id="51" name="Picture Placeholder 2"/>
          <p:cNvSpPr>
            <a:spLocks noGrp="1"/>
          </p:cNvSpPr>
          <p:nvPr>
            <p:ph type="pic" sz="quarter" idx="16"/>
          </p:nvPr>
        </p:nvSpPr>
        <p:spPr>
          <a:xfrm>
            <a:off x="6858581" y="4867843"/>
            <a:ext cx="534528" cy="534528"/>
          </a:xfrm>
          <a:prstGeom prst="ellipse">
            <a:avLst/>
          </a:prstGeom>
        </p:spPr>
        <p:txBody>
          <a:bodyPr>
            <a:normAutofit/>
          </a:bodyPr>
          <a:lstStyle>
            <a:lvl1pPr marL="0" indent="0">
              <a:buNone/>
              <a:defRPr sz="1100"/>
            </a:lvl1pPr>
          </a:lstStyle>
          <a:p>
            <a:endParaRPr lang="en-US" dirty="0"/>
          </a:p>
        </p:txBody>
      </p:sp>
      <p:sp>
        <p:nvSpPr>
          <p:cNvPr id="52" name="Picture Placeholder 2"/>
          <p:cNvSpPr>
            <a:spLocks noGrp="1"/>
          </p:cNvSpPr>
          <p:nvPr>
            <p:ph type="pic" sz="quarter" idx="17"/>
          </p:nvPr>
        </p:nvSpPr>
        <p:spPr>
          <a:xfrm>
            <a:off x="9263684" y="4867843"/>
            <a:ext cx="534528" cy="53452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67461185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49"/>
                                        </p:tgtEl>
                                        <p:attrNameLst>
                                          <p:attrName>style.visibility</p:attrName>
                                        </p:attrNameLst>
                                      </p:cBhvr>
                                      <p:to>
                                        <p:strVal val="visible"/>
                                      </p:to>
                                    </p:set>
                                    <p:anim calcmode="lin" valueType="num">
                                      <p:cBhvr>
                                        <p:cTn id="12" dur="500" fill="hold"/>
                                        <p:tgtEl>
                                          <p:spTgt spid="49"/>
                                        </p:tgtEl>
                                        <p:attrNameLst>
                                          <p:attrName>ppt_w</p:attrName>
                                        </p:attrNameLst>
                                      </p:cBhvr>
                                      <p:tavLst>
                                        <p:tav tm="0">
                                          <p:val>
                                            <p:fltVal val="0"/>
                                          </p:val>
                                        </p:tav>
                                        <p:tav tm="100000">
                                          <p:val>
                                            <p:strVal val="#ppt_w"/>
                                          </p:val>
                                        </p:tav>
                                      </p:tavLst>
                                    </p:anim>
                                    <p:anim calcmode="lin" valueType="num">
                                      <p:cBhvr>
                                        <p:cTn id="13" dur="500" fill="hold"/>
                                        <p:tgtEl>
                                          <p:spTgt spid="49"/>
                                        </p:tgtEl>
                                        <p:attrNameLst>
                                          <p:attrName>ppt_h</p:attrName>
                                        </p:attrNameLst>
                                      </p:cBhvr>
                                      <p:tavLst>
                                        <p:tav tm="0">
                                          <p:val>
                                            <p:fltVal val="0"/>
                                          </p:val>
                                        </p:tav>
                                        <p:tav tm="100000">
                                          <p:val>
                                            <p:strVal val="#ppt_h"/>
                                          </p:val>
                                        </p:tav>
                                      </p:tavLst>
                                    </p:anim>
                                    <p:animEffect transition="in" filter="fade">
                                      <p:cBhvr>
                                        <p:cTn id="14" dur="500"/>
                                        <p:tgtEl>
                                          <p:spTgt spid="49"/>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50"/>
                                        </p:tgtEl>
                                        <p:attrNameLst>
                                          <p:attrName>style.visibility</p:attrName>
                                        </p:attrNameLst>
                                      </p:cBhvr>
                                      <p:to>
                                        <p:strVal val="visible"/>
                                      </p:to>
                                    </p:set>
                                    <p:anim calcmode="lin" valueType="num">
                                      <p:cBhvr>
                                        <p:cTn id="17" dur="500" fill="hold"/>
                                        <p:tgtEl>
                                          <p:spTgt spid="50"/>
                                        </p:tgtEl>
                                        <p:attrNameLst>
                                          <p:attrName>ppt_w</p:attrName>
                                        </p:attrNameLst>
                                      </p:cBhvr>
                                      <p:tavLst>
                                        <p:tav tm="0">
                                          <p:val>
                                            <p:fltVal val="0"/>
                                          </p:val>
                                        </p:tav>
                                        <p:tav tm="100000">
                                          <p:val>
                                            <p:strVal val="#ppt_w"/>
                                          </p:val>
                                        </p:tav>
                                      </p:tavLst>
                                    </p:anim>
                                    <p:anim calcmode="lin" valueType="num">
                                      <p:cBhvr>
                                        <p:cTn id="18" dur="500" fill="hold"/>
                                        <p:tgtEl>
                                          <p:spTgt spid="50"/>
                                        </p:tgtEl>
                                        <p:attrNameLst>
                                          <p:attrName>ppt_h</p:attrName>
                                        </p:attrNameLst>
                                      </p:cBhvr>
                                      <p:tavLst>
                                        <p:tav tm="0">
                                          <p:val>
                                            <p:fltVal val="0"/>
                                          </p:val>
                                        </p:tav>
                                        <p:tav tm="100000">
                                          <p:val>
                                            <p:strVal val="#ppt_h"/>
                                          </p:val>
                                        </p:tav>
                                      </p:tavLst>
                                    </p:anim>
                                    <p:animEffect transition="in" filter="fade">
                                      <p:cBhvr>
                                        <p:cTn id="19" dur="500"/>
                                        <p:tgtEl>
                                          <p:spTgt spid="50"/>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51"/>
                                        </p:tgtEl>
                                        <p:attrNameLst>
                                          <p:attrName>style.visibility</p:attrName>
                                        </p:attrNameLst>
                                      </p:cBhvr>
                                      <p:to>
                                        <p:strVal val="visible"/>
                                      </p:to>
                                    </p:set>
                                    <p:anim calcmode="lin" valueType="num">
                                      <p:cBhvr>
                                        <p:cTn id="22" dur="500" fill="hold"/>
                                        <p:tgtEl>
                                          <p:spTgt spid="51"/>
                                        </p:tgtEl>
                                        <p:attrNameLst>
                                          <p:attrName>ppt_w</p:attrName>
                                        </p:attrNameLst>
                                      </p:cBhvr>
                                      <p:tavLst>
                                        <p:tav tm="0">
                                          <p:val>
                                            <p:fltVal val="0"/>
                                          </p:val>
                                        </p:tav>
                                        <p:tav tm="100000">
                                          <p:val>
                                            <p:strVal val="#ppt_w"/>
                                          </p:val>
                                        </p:tav>
                                      </p:tavLst>
                                    </p:anim>
                                    <p:anim calcmode="lin" valueType="num">
                                      <p:cBhvr>
                                        <p:cTn id="23" dur="500" fill="hold"/>
                                        <p:tgtEl>
                                          <p:spTgt spid="51"/>
                                        </p:tgtEl>
                                        <p:attrNameLst>
                                          <p:attrName>ppt_h</p:attrName>
                                        </p:attrNameLst>
                                      </p:cBhvr>
                                      <p:tavLst>
                                        <p:tav tm="0">
                                          <p:val>
                                            <p:fltVal val="0"/>
                                          </p:val>
                                        </p:tav>
                                        <p:tav tm="100000">
                                          <p:val>
                                            <p:strVal val="#ppt_h"/>
                                          </p:val>
                                        </p:tav>
                                      </p:tavLst>
                                    </p:anim>
                                    <p:animEffect transition="in" filter="fade">
                                      <p:cBhvr>
                                        <p:cTn id="24" dur="500"/>
                                        <p:tgtEl>
                                          <p:spTgt spid="51"/>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52"/>
                                        </p:tgtEl>
                                        <p:attrNameLst>
                                          <p:attrName>style.visibility</p:attrName>
                                        </p:attrNameLst>
                                      </p:cBhvr>
                                      <p:to>
                                        <p:strVal val="visible"/>
                                      </p:to>
                                    </p:set>
                                    <p:anim calcmode="lin" valueType="num">
                                      <p:cBhvr>
                                        <p:cTn id="27" dur="500" fill="hold"/>
                                        <p:tgtEl>
                                          <p:spTgt spid="52"/>
                                        </p:tgtEl>
                                        <p:attrNameLst>
                                          <p:attrName>ppt_w</p:attrName>
                                        </p:attrNameLst>
                                      </p:cBhvr>
                                      <p:tavLst>
                                        <p:tav tm="0">
                                          <p:val>
                                            <p:fltVal val="0"/>
                                          </p:val>
                                        </p:tav>
                                        <p:tav tm="100000">
                                          <p:val>
                                            <p:strVal val="#ppt_w"/>
                                          </p:val>
                                        </p:tav>
                                      </p:tavLst>
                                    </p:anim>
                                    <p:anim calcmode="lin" valueType="num">
                                      <p:cBhvr>
                                        <p:cTn id="28" dur="500" fill="hold"/>
                                        <p:tgtEl>
                                          <p:spTgt spid="52"/>
                                        </p:tgtEl>
                                        <p:attrNameLst>
                                          <p:attrName>ppt_h</p:attrName>
                                        </p:attrNameLst>
                                      </p:cBhvr>
                                      <p:tavLst>
                                        <p:tav tm="0">
                                          <p:val>
                                            <p:fltVal val="0"/>
                                          </p:val>
                                        </p:tav>
                                        <p:tav tm="100000">
                                          <p:val>
                                            <p:strVal val="#ppt_h"/>
                                          </p:val>
                                        </p:tav>
                                      </p:tavLst>
                                    </p:anim>
                                    <p:animEffect transition="in" filter="fade">
                                      <p:cBhvr>
                                        <p:cTn id="29"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9" grpId="0"/>
      <p:bldP spid="50" grpId="0"/>
      <p:bldP spid="51" grpId="0"/>
      <p:bldP spid="52" grpId="0"/>
    </p:bldLst>
  </p:timing>
</p:sldLayout>
</file>

<file path=ppt/slideLayouts/slideLayout192.xml><?xml version="1.0" encoding="utf-8"?>
<p:sldLayout xmlns:a="http://schemas.openxmlformats.org/drawingml/2006/main" xmlns:r="http://schemas.openxmlformats.org/officeDocument/2006/relationships" xmlns:p="http://schemas.openxmlformats.org/presentationml/2006/main" userDrawn="1">
  <p:cSld name="127_Title Only">
    <p:spTree>
      <p:nvGrpSpPr>
        <p:cNvPr id="1" name=""/>
        <p:cNvGrpSpPr/>
        <p:nvPr/>
      </p:nvGrpSpPr>
      <p:grpSpPr>
        <a:xfrm>
          <a:off x="0" y="0"/>
          <a:ext cx="0" cy="0"/>
          <a:chOff x="0" y="0"/>
          <a:chExt cx="0" cy="0"/>
        </a:xfrm>
      </p:grpSpPr>
      <p:sp>
        <p:nvSpPr>
          <p:cNvPr id="4" name="Rectangle 3"/>
          <p:cNvSpPr/>
          <p:nvPr userDrawn="1"/>
        </p:nvSpPr>
        <p:spPr>
          <a:xfrm>
            <a:off x="9913495"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flipV="1">
            <a:off x="0" y="0"/>
            <a:ext cx="10825536"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Picture Placeholder 2"/>
          <p:cNvSpPr>
            <a:spLocks noGrp="1"/>
          </p:cNvSpPr>
          <p:nvPr>
            <p:ph type="pic" sz="quarter" idx="13"/>
          </p:nvPr>
        </p:nvSpPr>
        <p:spPr>
          <a:xfrm>
            <a:off x="8908827" y="1532214"/>
            <a:ext cx="1233268" cy="1233268"/>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1301529" y="2916085"/>
            <a:ext cx="2573241" cy="1559302"/>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38703729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Lst>
  </p:timing>
</p:sldLayout>
</file>

<file path=ppt/slideLayouts/slideLayout193.xml><?xml version="1.0" encoding="utf-8"?>
<p:sldLayout xmlns:a="http://schemas.openxmlformats.org/drawingml/2006/main" xmlns:r="http://schemas.openxmlformats.org/officeDocument/2006/relationships" xmlns:p="http://schemas.openxmlformats.org/presentationml/2006/main" userDrawn="1">
  <p:cSld name="128_Title Only">
    <p:spTree>
      <p:nvGrpSpPr>
        <p:cNvPr id="1" name=""/>
        <p:cNvGrpSpPr/>
        <p:nvPr/>
      </p:nvGrpSpPr>
      <p:grpSpPr>
        <a:xfrm>
          <a:off x="0" y="0"/>
          <a:ext cx="0" cy="0"/>
          <a:chOff x="0" y="0"/>
          <a:chExt cx="0" cy="0"/>
        </a:xfrm>
      </p:grpSpPr>
      <p:sp>
        <p:nvSpPr>
          <p:cNvPr id="4" name="Rectangle 3"/>
          <p:cNvSpPr/>
          <p:nvPr userDrawn="1"/>
        </p:nvSpPr>
        <p:spPr>
          <a:xfrm>
            <a:off x="9913495"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flipV="1">
            <a:off x="0" y="0"/>
            <a:ext cx="10825536"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Picture Placeholder 2"/>
          <p:cNvSpPr>
            <a:spLocks noGrp="1"/>
          </p:cNvSpPr>
          <p:nvPr>
            <p:ph type="pic" sz="quarter" idx="13"/>
          </p:nvPr>
        </p:nvSpPr>
        <p:spPr>
          <a:xfrm>
            <a:off x="937410" y="284328"/>
            <a:ext cx="1233268" cy="123326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8213628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194.xml><?xml version="1.0" encoding="utf-8"?>
<p:sldLayout xmlns:a="http://schemas.openxmlformats.org/drawingml/2006/main" xmlns:r="http://schemas.openxmlformats.org/officeDocument/2006/relationships" xmlns:p="http://schemas.openxmlformats.org/presentationml/2006/main" userDrawn="1">
  <p:cSld name="75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654725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5C627-9D3A-84DC-DA04-BED149CB7011}"/>
              </a:ext>
            </a:extLst>
          </p:cNvPr>
          <p:cNvSpPr>
            <a:spLocks noGrp="1"/>
          </p:cNvSpPr>
          <p:nvPr>
            <p:ph type="title"/>
          </p:nvPr>
        </p:nvSpPr>
        <p:spPr>
          <a:xfrm>
            <a:off x="914400" y="279961"/>
            <a:ext cx="10363200" cy="817561"/>
          </a:xfrm>
        </p:spPr>
        <p:txBody>
          <a:bodyPr/>
          <a:lstStyle>
            <a:lvl1pPr>
              <a:defRPr>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18600877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spcBef>
                <a:spcPts val="1200"/>
              </a:spcBef>
              <a:defRPr/>
            </a:lvl1pPr>
            <a:lvl2pPr>
              <a:spcBef>
                <a:spcPts val="1200"/>
              </a:spcBef>
              <a:defRPr/>
            </a:lvl2pPr>
            <a:lvl3pPr>
              <a:spcBef>
                <a:spcPts val="1200"/>
              </a:spcBef>
              <a:defRPr/>
            </a:lvl3pPr>
            <a:lvl4pPr>
              <a:spcBef>
                <a:spcPts val="1200"/>
              </a:spcBef>
              <a:defRPr/>
            </a:lvl4pPr>
            <a:lvl5pPr>
              <a:spcBef>
                <a:spcPts val="12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7180339"/>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914400" y="1452420"/>
            <a:ext cx="10363200" cy="4627563"/>
          </a:xfrm>
        </p:spPr>
        <p:txBody>
          <a:bodyPr/>
          <a:lstStyle>
            <a:lvl1pPr>
              <a:spcBef>
                <a:spcPts val="1200"/>
              </a:spcBef>
              <a:defRPr/>
            </a:lvl1pPr>
            <a:lvl2pPr>
              <a:spcBef>
                <a:spcPts val="1200"/>
              </a:spcBef>
              <a:defRPr/>
            </a:lvl2pPr>
            <a:lvl3pPr>
              <a:spcBef>
                <a:spcPts val="1200"/>
              </a:spcBef>
              <a:defRPr/>
            </a:lvl3pPr>
            <a:lvl4pPr>
              <a:spcBef>
                <a:spcPts val="1200"/>
              </a:spcBef>
              <a:defRPr/>
            </a:lvl4pPr>
            <a:lvl5pPr>
              <a:spcBef>
                <a:spcPts val="12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0"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723344443"/>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Two column text no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numCol="2" spcCol="274320">
            <a:normAutofit/>
          </a:bodyPr>
          <a:lstStyle>
            <a:lvl1pPr marL="0" indent="0">
              <a:spcBef>
                <a:spcPts val="1200"/>
              </a:spcBef>
              <a:buNone/>
              <a:defRPr sz="1600"/>
            </a:lvl1pPr>
            <a:lvl2pPr marL="228594" indent="-228594">
              <a:spcBef>
                <a:spcPts val="1200"/>
              </a:spcBef>
              <a:buFont typeface="Arial" panose="020B0604020202020204" pitchFamily="34" charset="0"/>
              <a:buChar char="•"/>
              <a:defRPr sz="1600"/>
            </a:lvl2pPr>
            <a:lvl3pPr marL="476239" indent="-247644">
              <a:spcBef>
                <a:spcPts val="1200"/>
              </a:spcBef>
              <a:buFont typeface="Open Sans Light" panose="020B0306030504020204" pitchFamily="34" charset="0"/>
              <a:buChar char="–"/>
              <a:defRPr sz="1600"/>
            </a:lvl3pPr>
            <a:lvl4pPr marL="685783" indent="-228594">
              <a:spcBef>
                <a:spcPts val="1200"/>
              </a:spcBef>
              <a:buFont typeface="Arial" panose="020B0604020202020204" pitchFamily="34" charset="0"/>
              <a:buChar char="•"/>
              <a:defRPr sz="1600"/>
            </a:lvl4pPr>
            <a:lvl5pPr marL="914377" indent="-228594">
              <a:spcBef>
                <a:spcPts val="1200"/>
              </a:spcBef>
              <a:buFont typeface="Open Sans Light" panose="020B0306030504020204"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94739243"/>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wo column text with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914400" y="1452420"/>
            <a:ext cx="10363200" cy="4627563"/>
          </a:xfrm>
        </p:spPr>
        <p:txBody>
          <a:bodyPr numCol="2" spcCol="274320">
            <a:normAutofit/>
          </a:bodyPr>
          <a:lstStyle>
            <a:lvl1pPr marL="0" indent="0">
              <a:spcBef>
                <a:spcPts val="1200"/>
              </a:spcBef>
              <a:buNone/>
              <a:defRPr sz="1600"/>
            </a:lvl1pPr>
            <a:lvl2pPr marL="228594" indent="-228594">
              <a:spcBef>
                <a:spcPts val="1200"/>
              </a:spcBef>
              <a:buFont typeface="Arial" panose="020B0604020202020204" pitchFamily="34" charset="0"/>
              <a:buChar char="•"/>
              <a:defRPr sz="1600"/>
            </a:lvl2pPr>
            <a:lvl3pPr marL="457189" indent="-228594">
              <a:spcBef>
                <a:spcPts val="1200"/>
              </a:spcBef>
              <a:buFont typeface="Open Sans Light" panose="020B0306030504020204" pitchFamily="34" charset="0"/>
              <a:buChar char="–"/>
              <a:defRPr sz="1600"/>
            </a:lvl3pPr>
            <a:lvl4pPr marL="685783" indent="-228594">
              <a:spcBef>
                <a:spcPts val="1200"/>
              </a:spcBef>
              <a:buFont typeface="Arial" panose="020B0604020202020204" pitchFamily="34" charset="0"/>
              <a:buChar char="•"/>
              <a:defRPr sz="1600"/>
            </a:lvl4pPr>
            <a:lvl5pPr marL="914377" indent="-228594">
              <a:spcBef>
                <a:spcPts val="1200"/>
              </a:spcBef>
              <a:buFont typeface="Open Sans Light" panose="020B0306030504020204"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0"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210316036"/>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452420"/>
            <a:ext cx="5080000" cy="4525963"/>
          </a:xfrm>
        </p:spPr>
        <p:txBody>
          <a:bodyPr>
            <a:normAutofit/>
          </a:bodyPr>
          <a:lstStyle>
            <a:lvl1pPr>
              <a:defRPr sz="2000"/>
            </a:lvl1pPr>
            <a:lvl2pPr>
              <a:defRPr sz="1600"/>
            </a:lvl2pPr>
            <a:lvl3pPr>
              <a:defRPr sz="1600"/>
            </a:lvl3pPr>
            <a:lvl4pPr>
              <a:defRPr sz="1600"/>
            </a:lvl4pPr>
            <a:lvl5pPr>
              <a:defRPr sz="1600"/>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452420"/>
            <a:ext cx="5080000" cy="4525963"/>
          </a:xfrm>
        </p:spPr>
        <p:txBody>
          <a:bodyPr>
            <a:normAutofit/>
          </a:bodyPr>
          <a:lstStyle>
            <a:lvl1pPr>
              <a:defRPr sz="2000"/>
            </a:lvl1pPr>
            <a:lvl2pPr>
              <a:defRPr sz="1600"/>
            </a:lvl2pPr>
            <a:lvl3pPr>
              <a:defRPr sz="1600"/>
            </a:lvl3pPr>
            <a:lvl4pPr>
              <a:defRPr sz="1600"/>
            </a:lvl4pPr>
            <a:lvl5pPr>
              <a:defRPr sz="1600"/>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p:cNvSpPr>
            <a:spLocks noGrp="1"/>
          </p:cNvSpPr>
          <p:nvPr>
            <p:ph type="body" sz="quarter" idx="10"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4064065199"/>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1_Title Sub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Text Placeholder 4"/>
          <p:cNvSpPr>
            <a:spLocks noGrp="1"/>
          </p:cNvSpPr>
          <p:nvPr>
            <p:ph type="body" sz="quarter" idx="10"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6578016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Four Image Text ">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2438400" cy="3407438"/>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3556000" y="1397000"/>
            <a:ext cx="2438400" cy="3407438"/>
          </a:xfrm>
          <a:solidFill>
            <a:schemeClr val="bg1">
              <a:lumMod val="90000"/>
              <a:lumOff val="10000"/>
            </a:schemeClr>
          </a:solidFill>
          <a:ln w="3175">
            <a:solidFill>
              <a:schemeClr val="bg1">
                <a:lumMod val="50000"/>
                <a:alpha val="40000"/>
              </a:schemeClr>
            </a:solidFill>
          </a:ln>
          <a:effectLst>
            <a:outerShdw dist="50800" dir="5400000" algn="t" rotWithShape="0">
              <a:schemeClr val="accent3"/>
            </a:outerShdw>
          </a:effectLst>
        </p:spPr>
        <p:txBody>
          <a:bodyPr vert="horz" lIns="0" tIns="0" rIns="0" bIns="0" rtlCol="0" anchor="ctr">
            <a:normAutofit/>
          </a:bodyPr>
          <a:lstStyle>
            <a:lvl1pPr marL="0" indent="0" algn="ctr">
              <a:buNone/>
              <a:defRPr lang="en-US" sz="1400"/>
            </a:lvl1pPr>
          </a:lstStyle>
          <a:p>
            <a:pPr lvl="0"/>
            <a:endParaRPr lang="en-US"/>
          </a:p>
        </p:txBody>
      </p:sp>
      <p:sp>
        <p:nvSpPr>
          <p:cNvPr id="6" name="Picture Placeholder 3"/>
          <p:cNvSpPr>
            <a:spLocks noGrp="1"/>
          </p:cNvSpPr>
          <p:nvPr>
            <p:ph type="pic" sz="quarter" idx="12"/>
          </p:nvPr>
        </p:nvSpPr>
        <p:spPr>
          <a:xfrm>
            <a:off x="6197600" y="1397000"/>
            <a:ext cx="2438400" cy="3407438"/>
          </a:xfrm>
          <a:solidFill>
            <a:schemeClr val="bg1">
              <a:lumMod val="90000"/>
              <a:lumOff val="10000"/>
            </a:schemeClr>
          </a:solidFill>
          <a:ln w="3175">
            <a:solidFill>
              <a:schemeClr val="bg1">
                <a:lumMod val="50000"/>
                <a:alpha val="40000"/>
              </a:schemeClr>
            </a:solidFill>
          </a:ln>
          <a:effectLst>
            <a:outerShdw dist="50800" dir="5400000" algn="t" rotWithShape="0">
              <a:schemeClr val="accent5"/>
            </a:outerShdw>
          </a:effectLst>
        </p:spPr>
        <p:txBody>
          <a:bodyPr vert="horz" lIns="0" tIns="0" rIns="0" bIns="0" rtlCol="0" anchor="ctr">
            <a:normAutofit/>
          </a:bodyPr>
          <a:lstStyle>
            <a:lvl1pPr marL="0" indent="0" algn="ctr">
              <a:buNone/>
              <a:defRPr lang="en-US" sz="1400"/>
            </a:lvl1pPr>
          </a:lstStyle>
          <a:p>
            <a:pPr lvl="0"/>
            <a:endParaRPr lang="en-US"/>
          </a:p>
        </p:txBody>
      </p:sp>
      <p:sp>
        <p:nvSpPr>
          <p:cNvPr id="7" name="Picture Placeholder 3"/>
          <p:cNvSpPr>
            <a:spLocks noGrp="1"/>
          </p:cNvSpPr>
          <p:nvPr>
            <p:ph type="pic" sz="quarter" idx="13"/>
          </p:nvPr>
        </p:nvSpPr>
        <p:spPr>
          <a:xfrm>
            <a:off x="8839200" y="1397000"/>
            <a:ext cx="2438400" cy="3407438"/>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10" name="Text Placeholder 9"/>
          <p:cNvSpPr>
            <a:spLocks noGrp="1"/>
          </p:cNvSpPr>
          <p:nvPr>
            <p:ph type="body" sz="quarter" idx="14"/>
          </p:nvPr>
        </p:nvSpPr>
        <p:spPr>
          <a:xfrm>
            <a:off x="914400" y="4980565"/>
            <a:ext cx="2438400"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9"/>
          <p:cNvSpPr>
            <a:spLocks noGrp="1"/>
          </p:cNvSpPr>
          <p:nvPr>
            <p:ph type="body" sz="quarter" idx="15"/>
          </p:nvPr>
        </p:nvSpPr>
        <p:spPr>
          <a:xfrm>
            <a:off x="3556000" y="4980565"/>
            <a:ext cx="2438400"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9"/>
          <p:cNvSpPr>
            <a:spLocks noGrp="1"/>
          </p:cNvSpPr>
          <p:nvPr>
            <p:ph type="body" sz="quarter" idx="16"/>
          </p:nvPr>
        </p:nvSpPr>
        <p:spPr>
          <a:xfrm>
            <a:off x="6197600" y="4980565"/>
            <a:ext cx="2438400"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9"/>
          <p:cNvSpPr>
            <a:spLocks noGrp="1"/>
          </p:cNvSpPr>
          <p:nvPr>
            <p:ph type="body" sz="quarter" idx="17"/>
          </p:nvPr>
        </p:nvSpPr>
        <p:spPr>
          <a:xfrm>
            <a:off x="8839200" y="4980565"/>
            <a:ext cx="2438400"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011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hree Image Text ">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3328416" cy="3407439"/>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4431792" y="1396999"/>
            <a:ext cx="3328416" cy="3407439"/>
          </a:xfrm>
          <a:solidFill>
            <a:schemeClr val="bg1">
              <a:lumMod val="90000"/>
              <a:lumOff val="10000"/>
            </a:schemeClr>
          </a:solidFill>
          <a:ln w="3175">
            <a:solidFill>
              <a:schemeClr val="bg1">
                <a:lumMod val="50000"/>
                <a:alpha val="40000"/>
              </a:schemeClr>
            </a:solidFill>
          </a:ln>
          <a:effectLst>
            <a:outerShdw dist="50800" dir="5400000" algn="t" rotWithShape="0">
              <a:schemeClr val="accent4"/>
            </a:outerShdw>
          </a:effectLst>
        </p:spPr>
        <p:txBody>
          <a:bodyPr vert="horz" lIns="0" tIns="0" rIns="0" bIns="0" rtlCol="0" anchor="ctr">
            <a:normAutofit/>
          </a:bodyPr>
          <a:lstStyle>
            <a:lvl1pPr marL="0" indent="0" algn="ctr">
              <a:buNone/>
              <a:defRPr lang="en-US" sz="1400"/>
            </a:lvl1pPr>
          </a:lstStyle>
          <a:p>
            <a:pPr lvl="0"/>
            <a:endParaRPr lang="en-US"/>
          </a:p>
        </p:txBody>
      </p:sp>
      <p:sp>
        <p:nvSpPr>
          <p:cNvPr id="6" name="Picture Placeholder 3"/>
          <p:cNvSpPr>
            <a:spLocks noGrp="1"/>
          </p:cNvSpPr>
          <p:nvPr>
            <p:ph type="pic" sz="quarter" idx="12"/>
          </p:nvPr>
        </p:nvSpPr>
        <p:spPr>
          <a:xfrm>
            <a:off x="7949184" y="1396999"/>
            <a:ext cx="3328416" cy="3407439"/>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8" name="Text Placeholder 9"/>
          <p:cNvSpPr>
            <a:spLocks noGrp="1"/>
          </p:cNvSpPr>
          <p:nvPr>
            <p:ph type="body" sz="quarter" idx="14"/>
          </p:nvPr>
        </p:nvSpPr>
        <p:spPr>
          <a:xfrm>
            <a:off x="914400" y="4980565"/>
            <a:ext cx="3328416"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9"/>
          <p:cNvSpPr>
            <a:spLocks noGrp="1"/>
          </p:cNvSpPr>
          <p:nvPr>
            <p:ph type="body" sz="quarter" idx="15"/>
          </p:nvPr>
        </p:nvSpPr>
        <p:spPr>
          <a:xfrm>
            <a:off x="4431792" y="4980565"/>
            <a:ext cx="3328416"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6"/>
          </p:nvPr>
        </p:nvSpPr>
        <p:spPr>
          <a:xfrm>
            <a:off x="7949184" y="4980565"/>
            <a:ext cx="3328416"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814077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wo Image Text ">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5085589" cy="3407439"/>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6192011" y="1396999"/>
            <a:ext cx="5085589" cy="3407439"/>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8" name="Text Placeholder 9"/>
          <p:cNvSpPr>
            <a:spLocks noGrp="1"/>
          </p:cNvSpPr>
          <p:nvPr>
            <p:ph type="body" sz="quarter" idx="14"/>
          </p:nvPr>
        </p:nvSpPr>
        <p:spPr>
          <a:xfrm>
            <a:off x="914400" y="4980565"/>
            <a:ext cx="5085589"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9"/>
          <p:cNvSpPr>
            <a:spLocks noGrp="1"/>
          </p:cNvSpPr>
          <p:nvPr>
            <p:ph type="body" sz="quarter" idx="15"/>
          </p:nvPr>
        </p:nvSpPr>
        <p:spPr>
          <a:xfrm>
            <a:off x="6192011" y="4980565"/>
            <a:ext cx="5085589"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73739192"/>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wo Image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5085589" cy="3407439"/>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6192011" y="1396999"/>
            <a:ext cx="5085589" cy="3407439"/>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8" name="Text Placeholder 9"/>
          <p:cNvSpPr>
            <a:spLocks noGrp="1"/>
          </p:cNvSpPr>
          <p:nvPr>
            <p:ph type="body" sz="quarter" idx="14"/>
          </p:nvPr>
        </p:nvSpPr>
        <p:spPr>
          <a:xfrm>
            <a:off x="914400" y="4980565"/>
            <a:ext cx="5085589"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9"/>
          <p:cNvSpPr>
            <a:spLocks noGrp="1"/>
          </p:cNvSpPr>
          <p:nvPr>
            <p:ph type="body" sz="quarter" idx="15"/>
          </p:nvPr>
        </p:nvSpPr>
        <p:spPr>
          <a:xfrm>
            <a:off x="6192011" y="4980565"/>
            <a:ext cx="5085589"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4"/>
          <p:cNvSpPr>
            <a:spLocks noGrp="1"/>
          </p:cNvSpPr>
          <p:nvPr>
            <p:ph type="body" sz="quarter" idx="18"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476211869"/>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Four Tall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anchor="ctr">
            <a:normAutofit/>
          </a:bodyPr>
          <a:lstStyle>
            <a:lvl1pPr marL="0" indent="0" algn="ctr">
              <a:buNone/>
              <a:defRPr sz="1400"/>
            </a:lvl1pPr>
          </a:lstStyle>
          <a:p>
            <a:endParaRPr lang="en-US" dirty="0"/>
          </a:p>
        </p:txBody>
      </p:sp>
      <p:sp>
        <p:nvSpPr>
          <p:cNvPr id="5" name="Picture Placeholder 3"/>
          <p:cNvSpPr>
            <a:spLocks noGrp="1"/>
          </p:cNvSpPr>
          <p:nvPr>
            <p:ph type="pic" sz="quarter" idx="11"/>
          </p:nvPr>
        </p:nvSpPr>
        <p:spPr>
          <a:xfrm>
            <a:off x="35560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accent3"/>
            </a:outerShdw>
          </a:effectLst>
        </p:spPr>
        <p:txBody>
          <a:bodyPr anchor="ctr">
            <a:normAutofit/>
          </a:bodyPr>
          <a:lstStyle>
            <a:lvl1pPr marL="0" indent="0" algn="ctr">
              <a:buNone/>
              <a:defRPr sz="1400"/>
            </a:lvl1pPr>
          </a:lstStyle>
          <a:p>
            <a:endParaRPr lang="en-US"/>
          </a:p>
        </p:txBody>
      </p:sp>
      <p:sp>
        <p:nvSpPr>
          <p:cNvPr id="6" name="Picture Placeholder 3"/>
          <p:cNvSpPr>
            <a:spLocks noGrp="1"/>
          </p:cNvSpPr>
          <p:nvPr>
            <p:ph type="pic" sz="quarter" idx="12"/>
          </p:nvPr>
        </p:nvSpPr>
        <p:spPr>
          <a:xfrm>
            <a:off x="61976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accent5"/>
            </a:outerShdw>
          </a:effectLst>
        </p:spPr>
        <p:txBody>
          <a:bodyPr anchor="ctr">
            <a:normAutofit/>
          </a:bodyPr>
          <a:lstStyle>
            <a:lvl1pPr marL="0" indent="0" algn="ctr">
              <a:buNone/>
              <a:defRPr sz="1400"/>
            </a:lvl1pPr>
          </a:lstStyle>
          <a:p>
            <a:endParaRPr lang="en-US"/>
          </a:p>
        </p:txBody>
      </p:sp>
      <p:sp>
        <p:nvSpPr>
          <p:cNvPr id="7" name="Picture Placeholder 3"/>
          <p:cNvSpPr>
            <a:spLocks noGrp="1"/>
          </p:cNvSpPr>
          <p:nvPr>
            <p:ph type="pic" sz="quarter" idx="13"/>
          </p:nvPr>
        </p:nvSpPr>
        <p:spPr>
          <a:xfrm>
            <a:off x="88392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anchor="ctr">
            <a:normAutofit/>
          </a:bodyPr>
          <a:lstStyle>
            <a:lvl1pPr marL="0" indent="0" algn="ctr">
              <a:buNone/>
              <a:defRPr sz="1400"/>
            </a:lvl1pPr>
          </a:lstStyle>
          <a:p>
            <a:endParaRPr lang="en-US"/>
          </a:p>
        </p:txBody>
      </p:sp>
      <p:sp>
        <p:nvSpPr>
          <p:cNvPr id="14" name="Content Placeholder 13"/>
          <p:cNvSpPr>
            <a:spLocks noGrp="1"/>
          </p:cNvSpPr>
          <p:nvPr>
            <p:ph sz="quarter" idx="18"/>
          </p:nvPr>
        </p:nvSpPr>
        <p:spPr>
          <a:xfrm>
            <a:off x="914400"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3"/>
          <p:cNvSpPr>
            <a:spLocks noGrp="1"/>
          </p:cNvSpPr>
          <p:nvPr>
            <p:ph sz="quarter" idx="19"/>
          </p:nvPr>
        </p:nvSpPr>
        <p:spPr>
          <a:xfrm>
            <a:off x="3554984"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3"/>
          <p:cNvSpPr>
            <a:spLocks noGrp="1"/>
          </p:cNvSpPr>
          <p:nvPr>
            <p:ph sz="quarter" idx="20"/>
          </p:nvPr>
        </p:nvSpPr>
        <p:spPr>
          <a:xfrm>
            <a:off x="6195568"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3"/>
          <p:cNvSpPr>
            <a:spLocks noGrp="1"/>
          </p:cNvSpPr>
          <p:nvPr>
            <p:ph sz="quarter" idx="21"/>
          </p:nvPr>
        </p:nvSpPr>
        <p:spPr>
          <a:xfrm>
            <a:off x="8836152"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93072548"/>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Four Tall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anchor="ctr">
            <a:normAutofit/>
          </a:bodyPr>
          <a:lstStyle>
            <a:lvl1pPr marL="0" indent="0" algn="ctr">
              <a:buNone/>
              <a:defRPr sz="1400"/>
            </a:lvl1pPr>
          </a:lstStyle>
          <a:p>
            <a:endParaRPr lang="en-US" dirty="0"/>
          </a:p>
        </p:txBody>
      </p:sp>
      <p:sp>
        <p:nvSpPr>
          <p:cNvPr id="5" name="Picture Placeholder 3"/>
          <p:cNvSpPr>
            <a:spLocks noGrp="1"/>
          </p:cNvSpPr>
          <p:nvPr>
            <p:ph type="pic" sz="quarter" idx="11"/>
          </p:nvPr>
        </p:nvSpPr>
        <p:spPr>
          <a:xfrm>
            <a:off x="35560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accent3"/>
            </a:outerShdw>
          </a:effectLst>
        </p:spPr>
        <p:txBody>
          <a:bodyPr anchor="ctr">
            <a:normAutofit/>
          </a:bodyPr>
          <a:lstStyle>
            <a:lvl1pPr marL="0" indent="0" algn="ctr">
              <a:buNone/>
              <a:defRPr sz="1400"/>
            </a:lvl1pPr>
          </a:lstStyle>
          <a:p>
            <a:endParaRPr lang="en-US"/>
          </a:p>
        </p:txBody>
      </p:sp>
      <p:sp>
        <p:nvSpPr>
          <p:cNvPr id="6" name="Picture Placeholder 3"/>
          <p:cNvSpPr>
            <a:spLocks noGrp="1"/>
          </p:cNvSpPr>
          <p:nvPr>
            <p:ph type="pic" sz="quarter" idx="12"/>
          </p:nvPr>
        </p:nvSpPr>
        <p:spPr>
          <a:xfrm>
            <a:off x="61976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accent5"/>
            </a:outerShdw>
          </a:effectLst>
        </p:spPr>
        <p:txBody>
          <a:bodyPr anchor="ctr">
            <a:normAutofit/>
          </a:bodyPr>
          <a:lstStyle>
            <a:lvl1pPr marL="0" indent="0" algn="ctr">
              <a:buNone/>
              <a:defRPr sz="1400"/>
            </a:lvl1pPr>
          </a:lstStyle>
          <a:p>
            <a:endParaRPr lang="en-US"/>
          </a:p>
        </p:txBody>
      </p:sp>
      <p:sp>
        <p:nvSpPr>
          <p:cNvPr id="7" name="Picture Placeholder 3"/>
          <p:cNvSpPr>
            <a:spLocks noGrp="1"/>
          </p:cNvSpPr>
          <p:nvPr>
            <p:ph type="pic" sz="quarter" idx="13"/>
          </p:nvPr>
        </p:nvSpPr>
        <p:spPr>
          <a:xfrm>
            <a:off x="88392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anchor="ctr">
            <a:normAutofit/>
          </a:bodyPr>
          <a:lstStyle>
            <a:lvl1pPr marL="0" indent="0" algn="ctr">
              <a:buNone/>
              <a:defRPr sz="1400"/>
            </a:lvl1pPr>
          </a:lstStyle>
          <a:p>
            <a:endParaRPr lang="en-US"/>
          </a:p>
        </p:txBody>
      </p:sp>
      <p:sp>
        <p:nvSpPr>
          <p:cNvPr id="14" name="Content Placeholder 13"/>
          <p:cNvSpPr>
            <a:spLocks noGrp="1"/>
          </p:cNvSpPr>
          <p:nvPr>
            <p:ph sz="quarter" idx="18"/>
          </p:nvPr>
        </p:nvSpPr>
        <p:spPr>
          <a:xfrm>
            <a:off x="914400"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3"/>
          <p:cNvSpPr>
            <a:spLocks noGrp="1"/>
          </p:cNvSpPr>
          <p:nvPr>
            <p:ph sz="quarter" idx="19"/>
          </p:nvPr>
        </p:nvSpPr>
        <p:spPr>
          <a:xfrm>
            <a:off x="3554984"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3"/>
          <p:cNvSpPr>
            <a:spLocks noGrp="1"/>
          </p:cNvSpPr>
          <p:nvPr>
            <p:ph sz="quarter" idx="20"/>
          </p:nvPr>
        </p:nvSpPr>
        <p:spPr>
          <a:xfrm>
            <a:off x="6195568"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3"/>
          <p:cNvSpPr>
            <a:spLocks noGrp="1"/>
          </p:cNvSpPr>
          <p:nvPr>
            <p:ph sz="quarter" idx="21"/>
          </p:nvPr>
        </p:nvSpPr>
        <p:spPr>
          <a:xfrm>
            <a:off x="8836152"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4"/>
          <p:cNvSpPr>
            <a:spLocks noGrp="1"/>
          </p:cNvSpPr>
          <p:nvPr>
            <p:ph type="body" sz="quarter" idx="22"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284869243"/>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hree Tall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3328416" cy="1472184"/>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4431792" y="1397000"/>
            <a:ext cx="3328416" cy="1472184"/>
          </a:xfrm>
          <a:solidFill>
            <a:schemeClr val="bg1">
              <a:lumMod val="90000"/>
              <a:lumOff val="10000"/>
            </a:schemeClr>
          </a:solidFill>
          <a:ln w="3175">
            <a:solidFill>
              <a:schemeClr val="bg1">
                <a:lumMod val="50000"/>
                <a:alpha val="40000"/>
              </a:schemeClr>
            </a:solidFill>
          </a:ln>
          <a:effectLst>
            <a:outerShdw dist="50800" dir="5400000" algn="t" rotWithShape="0">
              <a:schemeClr val="accent4"/>
            </a:outerShdw>
          </a:effectLst>
        </p:spPr>
        <p:txBody>
          <a:bodyPr vert="horz" lIns="0" tIns="0" rIns="0" bIns="0" rtlCol="0" anchor="ctr">
            <a:normAutofit/>
          </a:bodyPr>
          <a:lstStyle>
            <a:lvl1pPr marL="0" indent="0" algn="ctr">
              <a:buNone/>
              <a:defRPr lang="en-US" sz="1400"/>
            </a:lvl1pPr>
          </a:lstStyle>
          <a:p>
            <a:pPr lvl="0"/>
            <a:endParaRPr lang="en-US"/>
          </a:p>
        </p:txBody>
      </p:sp>
      <p:sp>
        <p:nvSpPr>
          <p:cNvPr id="6" name="Picture Placeholder 3"/>
          <p:cNvSpPr>
            <a:spLocks noGrp="1"/>
          </p:cNvSpPr>
          <p:nvPr>
            <p:ph type="pic" sz="quarter" idx="12"/>
          </p:nvPr>
        </p:nvSpPr>
        <p:spPr>
          <a:xfrm>
            <a:off x="7949184" y="1397000"/>
            <a:ext cx="3328416" cy="1472184"/>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11" name="Content Placeholder 13"/>
          <p:cNvSpPr>
            <a:spLocks noGrp="1"/>
          </p:cNvSpPr>
          <p:nvPr>
            <p:ph sz="quarter" idx="18"/>
          </p:nvPr>
        </p:nvSpPr>
        <p:spPr>
          <a:xfrm>
            <a:off x="914400" y="3055281"/>
            <a:ext cx="3328416"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3"/>
          <p:cNvSpPr>
            <a:spLocks noGrp="1"/>
          </p:cNvSpPr>
          <p:nvPr>
            <p:ph sz="quarter" idx="19"/>
          </p:nvPr>
        </p:nvSpPr>
        <p:spPr>
          <a:xfrm>
            <a:off x="4431792" y="3055281"/>
            <a:ext cx="3328416"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3"/>
          <p:cNvSpPr>
            <a:spLocks noGrp="1"/>
          </p:cNvSpPr>
          <p:nvPr>
            <p:ph sz="quarter" idx="20"/>
          </p:nvPr>
        </p:nvSpPr>
        <p:spPr>
          <a:xfrm>
            <a:off x="7949184" y="3055281"/>
            <a:ext cx="3328416"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5569990"/>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hree Tall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3328416" cy="1472184"/>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4431792" y="1397000"/>
            <a:ext cx="3328416" cy="1472184"/>
          </a:xfrm>
          <a:solidFill>
            <a:schemeClr val="bg1">
              <a:lumMod val="90000"/>
              <a:lumOff val="10000"/>
            </a:schemeClr>
          </a:solidFill>
          <a:ln w="3175">
            <a:solidFill>
              <a:schemeClr val="bg1">
                <a:lumMod val="50000"/>
                <a:alpha val="40000"/>
              </a:schemeClr>
            </a:solidFill>
          </a:ln>
          <a:effectLst>
            <a:outerShdw dist="50800" dir="5400000" algn="t" rotWithShape="0">
              <a:schemeClr val="accent4"/>
            </a:outerShdw>
          </a:effectLst>
        </p:spPr>
        <p:txBody>
          <a:bodyPr vert="horz" lIns="0" tIns="0" rIns="0" bIns="0" rtlCol="0" anchor="ctr">
            <a:normAutofit/>
          </a:bodyPr>
          <a:lstStyle>
            <a:lvl1pPr marL="0" indent="0" algn="ctr">
              <a:buNone/>
              <a:defRPr lang="en-US" sz="1400"/>
            </a:lvl1pPr>
          </a:lstStyle>
          <a:p>
            <a:pPr lvl="0"/>
            <a:endParaRPr lang="en-US"/>
          </a:p>
        </p:txBody>
      </p:sp>
      <p:sp>
        <p:nvSpPr>
          <p:cNvPr id="6" name="Picture Placeholder 3"/>
          <p:cNvSpPr>
            <a:spLocks noGrp="1"/>
          </p:cNvSpPr>
          <p:nvPr>
            <p:ph type="pic" sz="quarter" idx="12"/>
          </p:nvPr>
        </p:nvSpPr>
        <p:spPr>
          <a:xfrm>
            <a:off x="7949184" y="1397000"/>
            <a:ext cx="3328416" cy="1472184"/>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11" name="Content Placeholder 13"/>
          <p:cNvSpPr>
            <a:spLocks noGrp="1"/>
          </p:cNvSpPr>
          <p:nvPr>
            <p:ph sz="quarter" idx="18"/>
          </p:nvPr>
        </p:nvSpPr>
        <p:spPr>
          <a:xfrm>
            <a:off x="914400" y="3055281"/>
            <a:ext cx="3328416"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3"/>
          <p:cNvSpPr>
            <a:spLocks noGrp="1"/>
          </p:cNvSpPr>
          <p:nvPr>
            <p:ph sz="quarter" idx="19"/>
          </p:nvPr>
        </p:nvSpPr>
        <p:spPr>
          <a:xfrm>
            <a:off x="4431792" y="3055281"/>
            <a:ext cx="3328416"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3"/>
          <p:cNvSpPr>
            <a:spLocks noGrp="1"/>
          </p:cNvSpPr>
          <p:nvPr>
            <p:ph sz="quarter" idx="20"/>
          </p:nvPr>
        </p:nvSpPr>
        <p:spPr>
          <a:xfrm>
            <a:off x="7949184" y="3055281"/>
            <a:ext cx="3328416"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4"/>
          <p:cNvSpPr>
            <a:spLocks noGrp="1"/>
          </p:cNvSpPr>
          <p:nvPr>
            <p:ph type="body" sz="quarter" idx="2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3628744088"/>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wo Tall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5085589" cy="1472184"/>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6192011" y="1397000"/>
            <a:ext cx="5085589" cy="1472184"/>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7" name="Content Placeholder 13"/>
          <p:cNvSpPr>
            <a:spLocks noGrp="1"/>
          </p:cNvSpPr>
          <p:nvPr>
            <p:ph sz="quarter" idx="18"/>
          </p:nvPr>
        </p:nvSpPr>
        <p:spPr>
          <a:xfrm>
            <a:off x="914400" y="3055281"/>
            <a:ext cx="5084064"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3"/>
          <p:cNvSpPr>
            <a:spLocks noGrp="1"/>
          </p:cNvSpPr>
          <p:nvPr>
            <p:ph sz="quarter" idx="19"/>
          </p:nvPr>
        </p:nvSpPr>
        <p:spPr>
          <a:xfrm>
            <a:off x="6193536" y="3055281"/>
            <a:ext cx="5084064"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96736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wo Tall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5085589" cy="1472184"/>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6192011" y="1397000"/>
            <a:ext cx="5085589" cy="1472184"/>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7" name="Content Placeholder 13"/>
          <p:cNvSpPr>
            <a:spLocks noGrp="1"/>
          </p:cNvSpPr>
          <p:nvPr>
            <p:ph sz="quarter" idx="18"/>
          </p:nvPr>
        </p:nvSpPr>
        <p:spPr>
          <a:xfrm>
            <a:off x="914400" y="3055281"/>
            <a:ext cx="5084064"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3"/>
          <p:cNvSpPr>
            <a:spLocks noGrp="1"/>
          </p:cNvSpPr>
          <p:nvPr>
            <p:ph sz="quarter" idx="19"/>
          </p:nvPr>
        </p:nvSpPr>
        <p:spPr>
          <a:xfrm>
            <a:off x="6193536" y="3055281"/>
            <a:ext cx="5084064"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4"/>
          <p:cNvSpPr>
            <a:spLocks noGrp="1"/>
          </p:cNvSpPr>
          <p:nvPr>
            <p:ph type="body" sz="quarter" idx="20"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01733638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Eight Gri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3384" y="1397000"/>
            <a:ext cx="2438400" cy="1476165"/>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3554984" y="1397000"/>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6196584" y="1397000"/>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Picture Placeholder 3"/>
          <p:cNvSpPr>
            <a:spLocks noGrp="1"/>
          </p:cNvSpPr>
          <p:nvPr>
            <p:ph type="pic" sz="quarter" idx="13"/>
          </p:nvPr>
        </p:nvSpPr>
        <p:spPr>
          <a:xfrm>
            <a:off x="8838184" y="1397000"/>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4" name="Content Placeholder 13"/>
          <p:cNvSpPr>
            <a:spLocks noGrp="1"/>
          </p:cNvSpPr>
          <p:nvPr>
            <p:ph sz="quarter" idx="18"/>
          </p:nvPr>
        </p:nvSpPr>
        <p:spPr>
          <a:xfrm>
            <a:off x="913384" y="4717007"/>
            <a:ext cx="2441448" cy="1326605"/>
          </a:xfrm>
        </p:spPr>
        <p:txBody>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3"/>
          <p:cNvSpPr>
            <a:spLocks noGrp="1"/>
          </p:cNvSpPr>
          <p:nvPr>
            <p:ph sz="quarter" idx="19"/>
          </p:nvPr>
        </p:nvSpPr>
        <p:spPr>
          <a:xfrm>
            <a:off x="3553968" y="4717007"/>
            <a:ext cx="2441448" cy="1326605"/>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3"/>
          <p:cNvSpPr>
            <a:spLocks noGrp="1"/>
          </p:cNvSpPr>
          <p:nvPr>
            <p:ph sz="quarter" idx="20"/>
          </p:nvPr>
        </p:nvSpPr>
        <p:spPr>
          <a:xfrm>
            <a:off x="6194552" y="4717007"/>
            <a:ext cx="2441448" cy="1326605"/>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3"/>
          <p:cNvSpPr>
            <a:spLocks noGrp="1"/>
          </p:cNvSpPr>
          <p:nvPr>
            <p:ph sz="quarter" idx="21"/>
          </p:nvPr>
        </p:nvSpPr>
        <p:spPr>
          <a:xfrm>
            <a:off x="8835136" y="4717007"/>
            <a:ext cx="2441448" cy="1326605"/>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p:cNvSpPr>
            <a:spLocks noGrp="1"/>
          </p:cNvSpPr>
          <p:nvPr>
            <p:ph type="pic" sz="quarter" idx="22"/>
          </p:nvPr>
        </p:nvSpPr>
        <p:spPr>
          <a:xfrm>
            <a:off x="913384" y="3057004"/>
            <a:ext cx="2438400" cy="1476165"/>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12" name="Picture Placeholder 3"/>
          <p:cNvSpPr>
            <a:spLocks noGrp="1"/>
          </p:cNvSpPr>
          <p:nvPr>
            <p:ph type="pic" sz="quarter" idx="23"/>
          </p:nvPr>
        </p:nvSpPr>
        <p:spPr>
          <a:xfrm>
            <a:off x="3554984" y="3057004"/>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3" name="Picture Placeholder 3"/>
          <p:cNvSpPr>
            <a:spLocks noGrp="1"/>
          </p:cNvSpPr>
          <p:nvPr>
            <p:ph type="pic" sz="quarter" idx="24"/>
          </p:nvPr>
        </p:nvSpPr>
        <p:spPr>
          <a:xfrm>
            <a:off x="6196584" y="3057004"/>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6" name="Picture Placeholder 3"/>
          <p:cNvSpPr>
            <a:spLocks noGrp="1"/>
          </p:cNvSpPr>
          <p:nvPr>
            <p:ph type="pic" sz="quarter" idx="25"/>
          </p:nvPr>
        </p:nvSpPr>
        <p:spPr>
          <a:xfrm>
            <a:off x="8838184" y="3057004"/>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Tree>
    <p:extLst>
      <p:ext uri="{BB962C8B-B14F-4D97-AF65-F5344CB8AC3E}">
        <p14:creationId xmlns:p14="http://schemas.microsoft.com/office/powerpoint/2010/main" val="3006283694"/>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Eight Grid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3384" y="1397000"/>
            <a:ext cx="2438400" cy="1476165"/>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3554984" y="1397000"/>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6196584" y="1397000"/>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Picture Placeholder 3"/>
          <p:cNvSpPr>
            <a:spLocks noGrp="1"/>
          </p:cNvSpPr>
          <p:nvPr>
            <p:ph type="pic" sz="quarter" idx="13"/>
          </p:nvPr>
        </p:nvSpPr>
        <p:spPr>
          <a:xfrm>
            <a:off x="8838184" y="1397000"/>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4" name="Content Placeholder 13"/>
          <p:cNvSpPr>
            <a:spLocks noGrp="1"/>
          </p:cNvSpPr>
          <p:nvPr>
            <p:ph sz="quarter" idx="18"/>
          </p:nvPr>
        </p:nvSpPr>
        <p:spPr>
          <a:xfrm>
            <a:off x="913384" y="4717007"/>
            <a:ext cx="2441448" cy="1326605"/>
          </a:xfrm>
        </p:spPr>
        <p:txBody>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3"/>
          <p:cNvSpPr>
            <a:spLocks noGrp="1"/>
          </p:cNvSpPr>
          <p:nvPr>
            <p:ph sz="quarter" idx="19"/>
          </p:nvPr>
        </p:nvSpPr>
        <p:spPr>
          <a:xfrm>
            <a:off x="3553968" y="4717007"/>
            <a:ext cx="2441448" cy="1326605"/>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3"/>
          <p:cNvSpPr>
            <a:spLocks noGrp="1"/>
          </p:cNvSpPr>
          <p:nvPr>
            <p:ph sz="quarter" idx="20"/>
          </p:nvPr>
        </p:nvSpPr>
        <p:spPr>
          <a:xfrm>
            <a:off x="6194552" y="4717007"/>
            <a:ext cx="2441448" cy="1326605"/>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3"/>
          <p:cNvSpPr>
            <a:spLocks noGrp="1"/>
          </p:cNvSpPr>
          <p:nvPr>
            <p:ph sz="quarter" idx="21"/>
          </p:nvPr>
        </p:nvSpPr>
        <p:spPr>
          <a:xfrm>
            <a:off x="8835136" y="4717007"/>
            <a:ext cx="2441448" cy="1326605"/>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p:cNvSpPr>
            <a:spLocks noGrp="1"/>
          </p:cNvSpPr>
          <p:nvPr>
            <p:ph type="pic" sz="quarter" idx="22"/>
          </p:nvPr>
        </p:nvSpPr>
        <p:spPr>
          <a:xfrm>
            <a:off x="913384" y="3057004"/>
            <a:ext cx="2438400" cy="1476165"/>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12" name="Picture Placeholder 3"/>
          <p:cNvSpPr>
            <a:spLocks noGrp="1"/>
          </p:cNvSpPr>
          <p:nvPr>
            <p:ph type="pic" sz="quarter" idx="23"/>
          </p:nvPr>
        </p:nvSpPr>
        <p:spPr>
          <a:xfrm>
            <a:off x="3554984" y="3057004"/>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3" name="Picture Placeholder 3"/>
          <p:cNvSpPr>
            <a:spLocks noGrp="1"/>
          </p:cNvSpPr>
          <p:nvPr>
            <p:ph type="pic" sz="quarter" idx="24"/>
          </p:nvPr>
        </p:nvSpPr>
        <p:spPr>
          <a:xfrm>
            <a:off x="6196584" y="3057004"/>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6" name="Picture Placeholder 3"/>
          <p:cNvSpPr>
            <a:spLocks noGrp="1"/>
          </p:cNvSpPr>
          <p:nvPr>
            <p:ph type="pic" sz="quarter" idx="25"/>
          </p:nvPr>
        </p:nvSpPr>
        <p:spPr>
          <a:xfrm>
            <a:off x="8838184" y="3057004"/>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7" name="Text Placeholder 4"/>
          <p:cNvSpPr>
            <a:spLocks noGrp="1"/>
          </p:cNvSpPr>
          <p:nvPr>
            <p:ph type="body" sz="quarter" idx="26"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678755849"/>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Six Gri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4431792" y="1397000"/>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7949184" y="1397000"/>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1" name="Content Placeholder 13"/>
          <p:cNvSpPr>
            <a:spLocks noGrp="1"/>
          </p:cNvSpPr>
          <p:nvPr>
            <p:ph sz="quarter" idx="18"/>
          </p:nvPr>
        </p:nvSpPr>
        <p:spPr>
          <a:xfrm>
            <a:off x="914400" y="4720990"/>
            <a:ext cx="3328416" cy="1370248"/>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3"/>
          <p:cNvSpPr>
            <a:spLocks noGrp="1"/>
          </p:cNvSpPr>
          <p:nvPr>
            <p:ph sz="quarter" idx="19"/>
          </p:nvPr>
        </p:nvSpPr>
        <p:spPr>
          <a:xfrm>
            <a:off x="4431792" y="4720990"/>
            <a:ext cx="3328416" cy="1370248"/>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3"/>
          <p:cNvSpPr>
            <a:spLocks noGrp="1"/>
          </p:cNvSpPr>
          <p:nvPr>
            <p:ph sz="quarter" idx="20"/>
          </p:nvPr>
        </p:nvSpPr>
        <p:spPr>
          <a:xfrm>
            <a:off x="7949184" y="4720990"/>
            <a:ext cx="3328416" cy="1370248"/>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3"/>
          <p:cNvSpPr>
            <a:spLocks noGrp="1"/>
          </p:cNvSpPr>
          <p:nvPr>
            <p:ph type="pic" sz="quarter" idx="23"/>
          </p:nvPr>
        </p:nvSpPr>
        <p:spPr>
          <a:xfrm>
            <a:off x="914400" y="3060985"/>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5" name="Picture Placeholder 3"/>
          <p:cNvSpPr>
            <a:spLocks noGrp="1"/>
          </p:cNvSpPr>
          <p:nvPr>
            <p:ph type="pic" sz="quarter" idx="24"/>
          </p:nvPr>
        </p:nvSpPr>
        <p:spPr>
          <a:xfrm>
            <a:off x="4431792" y="3060985"/>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6" name="Picture Placeholder 3"/>
          <p:cNvSpPr>
            <a:spLocks noGrp="1"/>
          </p:cNvSpPr>
          <p:nvPr>
            <p:ph type="pic" sz="quarter" idx="25"/>
          </p:nvPr>
        </p:nvSpPr>
        <p:spPr>
          <a:xfrm>
            <a:off x="7949184" y="3060985"/>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Tree>
    <p:extLst>
      <p:ext uri="{BB962C8B-B14F-4D97-AF65-F5344CB8AC3E}">
        <p14:creationId xmlns:p14="http://schemas.microsoft.com/office/powerpoint/2010/main" val="2644532039"/>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Six Grid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4431792" y="1397000"/>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7949184" y="1397000"/>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1" name="Content Placeholder 13"/>
          <p:cNvSpPr>
            <a:spLocks noGrp="1"/>
          </p:cNvSpPr>
          <p:nvPr>
            <p:ph sz="quarter" idx="18"/>
          </p:nvPr>
        </p:nvSpPr>
        <p:spPr>
          <a:xfrm>
            <a:off x="914400" y="4720990"/>
            <a:ext cx="3328416" cy="1370248"/>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3"/>
          <p:cNvSpPr>
            <a:spLocks noGrp="1"/>
          </p:cNvSpPr>
          <p:nvPr>
            <p:ph sz="quarter" idx="19"/>
          </p:nvPr>
        </p:nvSpPr>
        <p:spPr>
          <a:xfrm>
            <a:off x="4431792" y="4720990"/>
            <a:ext cx="3328416" cy="1370248"/>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3"/>
          <p:cNvSpPr>
            <a:spLocks noGrp="1"/>
          </p:cNvSpPr>
          <p:nvPr>
            <p:ph sz="quarter" idx="20"/>
          </p:nvPr>
        </p:nvSpPr>
        <p:spPr>
          <a:xfrm>
            <a:off x="7949184" y="4720990"/>
            <a:ext cx="3328416" cy="1370248"/>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3"/>
          <p:cNvSpPr>
            <a:spLocks noGrp="1"/>
          </p:cNvSpPr>
          <p:nvPr>
            <p:ph type="pic" sz="quarter" idx="23"/>
          </p:nvPr>
        </p:nvSpPr>
        <p:spPr>
          <a:xfrm>
            <a:off x="914400" y="3060985"/>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5" name="Picture Placeholder 3"/>
          <p:cNvSpPr>
            <a:spLocks noGrp="1"/>
          </p:cNvSpPr>
          <p:nvPr>
            <p:ph type="pic" sz="quarter" idx="24"/>
          </p:nvPr>
        </p:nvSpPr>
        <p:spPr>
          <a:xfrm>
            <a:off x="4431792" y="3060985"/>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6" name="Picture Placeholder 3"/>
          <p:cNvSpPr>
            <a:spLocks noGrp="1"/>
          </p:cNvSpPr>
          <p:nvPr>
            <p:ph type="pic" sz="quarter" idx="25"/>
          </p:nvPr>
        </p:nvSpPr>
        <p:spPr>
          <a:xfrm>
            <a:off x="7949184" y="3060985"/>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7" name="Text Placeholder 4"/>
          <p:cNvSpPr>
            <a:spLocks noGrp="1"/>
          </p:cNvSpPr>
          <p:nvPr>
            <p:ph type="body" sz="quarter" idx="26"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861462334"/>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Four Gri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5925" y="1397000"/>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6193536" y="1397000"/>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Content Placeholder 13"/>
          <p:cNvSpPr>
            <a:spLocks noGrp="1"/>
          </p:cNvSpPr>
          <p:nvPr>
            <p:ph sz="quarter" idx="18"/>
          </p:nvPr>
        </p:nvSpPr>
        <p:spPr>
          <a:xfrm>
            <a:off x="914400" y="4704405"/>
            <a:ext cx="5084064" cy="1339207"/>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3"/>
          <p:cNvSpPr>
            <a:spLocks noGrp="1"/>
          </p:cNvSpPr>
          <p:nvPr>
            <p:ph sz="quarter" idx="19"/>
          </p:nvPr>
        </p:nvSpPr>
        <p:spPr>
          <a:xfrm>
            <a:off x="6193536" y="4704405"/>
            <a:ext cx="5084064" cy="1339207"/>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3"/>
          <p:cNvSpPr>
            <a:spLocks noGrp="1"/>
          </p:cNvSpPr>
          <p:nvPr>
            <p:ph type="pic" sz="quarter" idx="24"/>
          </p:nvPr>
        </p:nvSpPr>
        <p:spPr>
          <a:xfrm>
            <a:off x="915925" y="3060985"/>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1" name="Picture Placeholder 3"/>
          <p:cNvSpPr>
            <a:spLocks noGrp="1"/>
          </p:cNvSpPr>
          <p:nvPr>
            <p:ph type="pic" sz="quarter" idx="25"/>
          </p:nvPr>
        </p:nvSpPr>
        <p:spPr>
          <a:xfrm>
            <a:off x="6193536" y="3060985"/>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Tree>
    <p:extLst>
      <p:ext uri="{BB962C8B-B14F-4D97-AF65-F5344CB8AC3E}">
        <p14:creationId xmlns:p14="http://schemas.microsoft.com/office/powerpoint/2010/main" val="376734288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Four Grid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5925" y="1397000"/>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6193536" y="1397000"/>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Content Placeholder 13"/>
          <p:cNvSpPr>
            <a:spLocks noGrp="1"/>
          </p:cNvSpPr>
          <p:nvPr>
            <p:ph sz="quarter" idx="18"/>
          </p:nvPr>
        </p:nvSpPr>
        <p:spPr>
          <a:xfrm>
            <a:off x="914400" y="4704405"/>
            <a:ext cx="5084064" cy="1339207"/>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3"/>
          <p:cNvSpPr>
            <a:spLocks noGrp="1"/>
          </p:cNvSpPr>
          <p:nvPr>
            <p:ph sz="quarter" idx="19"/>
          </p:nvPr>
        </p:nvSpPr>
        <p:spPr>
          <a:xfrm>
            <a:off x="6193536" y="4704405"/>
            <a:ext cx="5084064" cy="1339207"/>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3"/>
          <p:cNvSpPr>
            <a:spLocks noGrp="1"/>
          </p:cNvSpPr>
          <p:nvPr>
            <p:ph type="pic" sz="quarter" idx="24"/>
          </p:nvPr>
        </p:nvSpPr>
        <p:spPr>
          <a:xfrm>
            <a:off x="915925" y="3060985"/>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1" name="Picture Placeholder 3"/>
          <p:cNvSpPr>
            <a:spLocks noGrp="1"/>
          </p:cNvSpPr>
          <p:nvPr>
            <p:ph type="pic" sz="quarter" idx="25"/>
          </p:nvPr>
        </p:nvSpPr>
        <p:spPr>
          <a:xfrm>
            <a:off x="6193536" y="3060985"/>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2" name="Text Placeholder 4"/>
          <p:cNvSpPr>
            <a:spLocks noGrp="1"/>
          </p:cNvSpPr>
          <p:nvPr>
            <p:ph type="body" sz="quarter" idx="26"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3677540723"/>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Four Bar">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2438400" cy="4266109"/>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3556000" y="1396999"/>
            <a:ext cx="2438400"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6197600" y="1396999"/>
            <a:ext cx="2438400"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Picture Placeholder 3"/>
          <p:cNvSpPr>
            <a:spLocks noGrp="1"/>
          </p:cNvSpPr>
          <p:nvPr>
            <p:ph type="pic" sz="quarter" idx="13"/>
          </p:nvPr>
        </p:nvSpPr>
        <p:spPr>
          <a:xfrm>
            <a:off x="8839200" y="1396999"/>
            <a:ext cx="2438400"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19"/>
          </p:nvPr>
        </p:nvSpPr>
        <p:spPr>
          <a:xfrm>
            <a:off x="914400" y="4604358"/>
            <a:ext cx="2441448"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3" name="Text Placeholder 7"/>
          <p:cNvSpPr>
            <a:spLocks noGrp="1"/>
          </p:cNvSpPr>
          <p:nvPr>
            <p:ph type="body" sz="quarter" idx="20"/>
          </p:nvPr>
        </p:nvSpPr>
        <p:spPr>
          <a:xfrm>
            <a:off x="3554984" y="4604358"/>
            <a:ext cx="2441448" cy="1058751"/>
          </a:xfrm>
          <a:solidFill>
            <a:schemeClr val="accent3">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6" name="Text Placeholder 7"/>
          <p:cNvSpPr>
            <a:spLocks noGrp="1"/>
          </p:cNvSpPr>
          <p:nvPr>
            <p:ph type="body" sz="quarter" idx="21"/>
          </p:nvPr>
        </p:nvSpPr>
        <p:spPr>
          <a:xfrm>
            <a:off x="6195568" y="4604358"/>
            <a:ext cx="2441448" cy="1058751"/>
          </a:xfrm>
          <a:solidFill>
            <a:schemeClr val="accent5">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7" name="Text Placeholder 7"/>
          <p:cNvSpPr>
            <a:spLocks noGrp="1"/>
          </p:cNvSpPr>
          <p:nvPr>
            <p:ph type="body" sz="quarter" idx="22"/>
          </p:nvPr>
        </p:nvSpPr>
        <p:spPr>
          <a:xfrm>
            <a:off x="8836152" y="4604358"/>
            <a:ext cx="2441448"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099639122"/>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Four Bar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2438400" cy="4266109"/>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3556000" y="1396999"/>
            <a:ext cx="2438400"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6197600" y="1396999"/>
            <a:ext cx="2438400"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Picture Placeholder 3"/>
          <p:cNvSpPr>
            <a:spLocks noGrp="1"/>
          </p:cNvSpPr>
          <p:nvPr>
            <p:ph type="pic" sz="quarter" idx="13"/>
          </p:nvPr>
        </p:nvSpPr>
        <p:spPr>
          <a:xfrm>
            <a:off x="8839200" y="1396999"/>
            <a:ext cx="2438400"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19"/>
          </p:nvPr>
        </p:nvSpPr>
        <p:spPr>
          <a:xfrm>
            <a:off x="914400" y="4604358"/>
            <a:ext cx="2441448"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3" name="Text Placeholder 7"/>
          <p:cNvSpPr>
            <a:spLocks noGrp="1"/>
          </p:cNvSpPr>
          <p:nvPr>
            <p:ph type="body" sz="quarter" idx="20"/>
          </p:nvPr>
        </p:nvSpPr>
        <p:spPr>
          <a:xfrm>
            <a:off x="3554984" y="4604358"/>
            <a:ext cx="2441448" cy="1058751"/>
          </a:xfrm>
          <a:solidFill>
            <a:schemeClr val="accent3">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6" name="Text Placeholder 7"/>
          <p:cNvSpPr>
            <a:spLocks noGrp="1"/>
          </p:cNvSpPr>
          <p:nvPr>
            <p:ph type="body" sz="quarter" idx="21"/>
          </p:nvPr>
        </p:nvSpPr>
        <p:spPr>
          <a:xfrm>
            <a:off x="6195568" y="4604358"/>
            <a:ext cx="2441448" cy="1058751"/>
          </a:xfrm>
          <a:solidFill>
            <a:schemeClr val="accent5">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7" name="Text Placeholder 7"/>
          <p:cNvSpPr>
            <a:spLocks noGrp="1"/>
          </p:cNvSpPr>
          <p:nvPr>
            <p:ph type="body" sz="quarter" idx="22"/>
          </p:nvPr>
        </p:nvSpPr>
        <p:spPr>
          <a:xfrm>
            <a:off x="8836152" y="4604358"/>
            <a:ext cx="2441448"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1" name="Text Placeholder 4"/>
          <p:cNvSpPr>
            <a:spLocks noGrp="1"/>
          </p:cNvSpPr>
          <p:nvPr>
            <p:ph type="body" sz="quarter" idx="18"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3952864544"/>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Three Bar">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3328416" cy="4266109"/>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4431792" y="1396999"/>
            <a:ext cx="3328416"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7949184" y="1396999"/>
            <a:ext cx="3328416"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9" name="Text Placeholder 7"/>
          <p:cNvSpPr>
            <a:spLocks noGrp="1"/>
          </p:cNvSpPr>
          <p:nvPr>
            <p:ph type="body" sz="quarter" idx="21"/>
          </p:nvPr>
        </p:nvSpPr>
        <p:spPr>
          <a:xfrm>
            <a:off x="914400" y="4604358"/>
            <a:ext cx="3328416"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0" name="Text Placeholder 7"/>
          <p:cNvSpPr>
            <a:spLocks noGrp="1"/>
          </p:cNvSpPr>
          <p:nvPr>
            <p:ph type="body" sz="quarter" idx="22"/>
          </p:nvPr>
        </p:nvSpPr>
        <p:spPr>
          <a:xfrm>
            <a:off x="4431792" y="4604358"/>
            <a:ext cx="3328416" cy="1058751"/>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4" name="Text Placeholder 7"/>
          <p:cNvSpPr>
            <a:spLocks noGrp="1"/>
          </p:cNvSpPr>
          <p:nvPr>
            <p:ph type="body" sz="quarter" idx="23"/>
          </p:nvPr>
        </p:nvSpPr>
        <p:spPr>
          <a:xfrm>
            <a:off x="7949184" y="4604358"/>
            <a:ext cx="3328416"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973167848"/>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hree Bar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3328416" cy="4266109"/>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4431792" y="1396999"/>
            <a:ext cx="3328416"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7949184" y="1396999"/>
            <a:ext cx="3328416"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9" name="Text Placeholder 7"/>
          <p:cNvSpPr>
            <a:spLocks noGrp="1"/>
          </p:cNvSpPr>
          <p:nvPr>
            <p:ph type="body" sz="quarter" idx="21"/>
          </p:nvPr>
        </p:nvSpPr>
        <p:spPr>
          <a:xfrm>
            <a:off x="914400" y="4604358"/>
            <a:ext cx="3328416"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0" name="Text Placeholder 7"/>
          <p:cNvSpPr>
            <a:spLocks noGrp="1"/>
          </p:cNvSpPr>
          <p:nvPr>
            <p:ph type="body" sz="quarter" idx="22"/>
          </p:nvPr>
        </p:nvSpPr>
        <p:spPr>
          <a:xfrm>
            <a:off x="4431792" y="4604358"/>
            <a:ext cx="3328416" cy="1058751"/>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4" name="Text Placeholder 7"/>
          <p:cNvSpPr>
            <a:spLocks noGrp="1"/>
          </p:cNvSpPr>
          <p:nvPr>
            <p:ph type="body" sz="quarter" idx="23"/>
          </p:nvPr>
        </p:nvSpPr>
        <p:spPr>
          <a:xfrm>
            <a:off x="7949184" y="4604358"/>
            <a:ext cx="3328416"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1" name="Text Placeholder 4"/>
          <p:cNvSpPr>
            <a:spLocks noGrp="1"/>
          </p:cNvSpPr>
          <p:nvPr>
            <p:ph type="body" sz="quarter" idx="18"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690970794"/>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2 Bar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5085589"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6192011" y="1396999"/>
            <a:ext cx="5085589"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21"/>
          </p:nvPr>
        </p:nvSpPr>
        <p:spPr>
          <a:xfrm>
            <a:off x="914400" y="4912134"/>
            <a:ext cx="5084064" cy="750975"/>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9" name="Text Placeholder 7"/>
          <p:cNvSpPr>
            <a:spLocks noGrp="1"/>
          </p:cNvSpPr>
          <p:nvPr>
            <p:ph type="body" sz="quarter" idx="22"/>
          </p:nvPr>
        </p:nvSpPr>
        <p:spPr>
          <a:xfrm>
            <a:off x="6193536" y="4912134"/>
            <a:ext cx="5084064" cy="750975"/>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7" name="Text Placeholder 4"/>
          <p:cNvSpPr>
            <a:spLocks noGrp="1"/>
          </p:cNvSpPr>
          <p:nvPr>
            <p:ph type="body" sz="quarter" idx="18"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316058207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wo Bar">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5085589"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6192011" y="1396999"/>
            <a:ext cx="5085589"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21"/>
          </p:nvPr>
        </p:nvSpPr>
        <p:spPr>
          <a:xfrm>
            <a:off x="914400" y="4912134"/>
            <a:ext cx="5084064" cy="750975"/>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9" name="Text Placeholder 7"/>
          <p:cNvSpPr>
            <a:spLocks noGrp="1"/>
          </p:cNvSpPr>
          <p:nvPr>
            <p:ph type="body" sz="quarter" idx="22"/>
          </p:nvPr>
        </p:nvSpPr>
        <p:spPr>
          <a:xfrm>
            <a:off x="6193536" y="4912134"/>
            <a:ext cx="5084064" cy="750975"/>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403925911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4 Ba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2438400" cy="2644068"/>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3556000" y="1397000"/>
            <a:ext cx="2438400"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6197600" y="1397000"/>
            <a:ext cx="2438400"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Picture Placeholder 3"/>
          <p:cNvSpPr>
            <a:spLocks noGrp="1"/>
          </p:cNvSpPr>
          <p:nvPr>
            <p:ph type="pic" sz="quarter" idx="13"/>
          </p:nvPr>
        </p:nvSpPr>
        <p:spPr>
          <a:xfrm>
            <a:off x="8839200" y="1397000"/>
            <a:ext cx="2438400"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19"/>
          </p:nvPr>
        </p:nvSpPr>
        <p:spPr>
          <a:xfrm>
            <a:off x="914400" y="2982317"/>
            <a:ext cx="2441448"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3" name="Text Placeholder 7"/>
          <p:cNvSpPr>
            <a:spLocks noGrp="1"/>
          </p:cNvSpPr>
          <p:nvPr>
            <p:ph type="body" sz="quarter" idx="20"/>
          </p:nvPr>
        </p:nvSpPr>
        <p:spPr>
          <a:xfrm>
            <a:off x="3554984" y="2982317"/>
            <a:ext cx="2441448" cy="1058751"/>
          </a:xfrm>
          <a:solidFill>
            <a:schemeClr val="accent3">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6" name="Text Placeholder 7"/>
          <p:cNvSpPr>
            <a:spLocks noGrp="1"/>
          </p:cNvSpPr>
          <p:nvPr>
            <p:ph type="body" sz="quarter" idx="21"/>
          </p:nvPr>
        </p:nvSpPr>
        <p:spPr>
          <a:xfrm>
            <a:off x="6195568" y="2982317"/>
            <a:ext cx="2441448" cy="1058751"/>
          </a:xfrm>
          <a:solidFill>
            <a:schemeClr val="accent5">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7" name="Text Placeholder 7"/>
          <p:cNvSpPr>
            <a:spLocks noGrp="1"/>
          </p:cNvSpPr>
          <p:nvPr>
            <p:ph type="body" sz="quarter" idx="22"/>
          </p:nvPr>
        </p:nvSpPr>
        <p:spPr>
          <a:xfrm>
            <a:off x="8836152" y="2982317"/>
            <a:ext cx="2441448"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8" name="Content Placeholder 13"/>
          <p:cNvSpPr>
            <a:spLocks noGrp="1"/>
          </p:cNvSpPr>
          <p:nvPr>
            <p:ph sz="quarter" idx="18"/>
          </p:nvPr>
        </p:nvSpPr>
        <p:spPr>
          <a:xfrm>
            <a:off x="914400" y="4212305"/>
            <a:ext cx="2441448" cy="1713558"/>
          </a:xfrm>
        </p:spPr>
        <p:txBody>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3"/>
          <p:cNvSpPr>
            <a:spLocks noGrp="1"/>
          </p:cNvSpPr>
          <p:nvPr>
            <p:ph sz="quarter" idx="24"/>
          </p:nvPr>
        </p:nvSpPr>
        <p:spPr>
          <a:xfrm>
            <a:off x="3554984" y="4212305"/>
            <a:ext cx="2441448" cy="1713558"/>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13"/>
          <p:cNvSpPr>
            <a:spLocks noGrp="1"/>
          </p:cNvSpPr>
          <p:nvPr>
            <p:ph sz="quarter" idx="25"/>
          </p:nvPr>
        </p:nvSpPr>
        <p:spPr>
          <a:xfrm>
            <a:off x="6195568" y="4212305"/>
            <a:ext cx="2441448" cy="1713558"/>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13"/>
          <p:cNvSpPr>
            <a:spLocks noGrp="1"/>
          </p:cNvSpPr>
          <p:nvPr>
            <p:ph sz="quarter" idx="26"/>
          </p:nvPr>
        </p:nvSpPr>
        <p:spPr>
          <a:xfrm>
            <a:off x="8836152" y="4212305"/>
            <a:ext cx="2441448" cy="1713558"/>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3187415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4 Bar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2438400" cy="2644068"/>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3556000" y="1397000"/>
            <a:ext cx="2438400"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6197600" y="1397000"/>
            <a:ext cx="2438400"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Picture Placeholder 3"/>
          <p:cNvSpPr>
            <a:spLocks noGrp="1"/>
          </p:cNvSpPr>
          <p:nvPr>
            <p:ph type="pic" sz="quarter" idx="13"/>
          </p:nvPr>
        </p:nvSpPr>
        <p:spPr>
          <a:xfrm>
            <a:off x="8839200" y="1397000"/>
            <a:ext cx="2438400"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19"/>
          </p:nvPr>
        </p:nvSpPr>
        <p:spPr>
          <a:xfrm>
            <a:off x="914400" y="2982317"/>
            <a:ext cx="2441448"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3" name="Text Placeholder 7"/>
          <p:cNvSpPr>
            <a:spLocks noGrp="1"/>
          </p:cNvSpPr>
          <p:nvPr>
            <p:ph type="body" sz="quarter" idx="20"/>
          </p:nvPr>
        </p:nvSpPr>
        <p:spPr>
          <a:xfrm>
            <a:off x="3554984" y="2982317"/>
            <a:ext cx="2441448" cy="1058751"/>
          </a:xfrm>
          <a:solidFill>
            <a:schemeClr val="accent3">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6" name="Text Placeholder 7"/>
          <p:cNvSpPr>
            <a:spLocks noGrp="1"/>
          </p:cNvSpPr>
          <p:nvPr>
            <p:ph type="body" sz="quarter" idx="21"/>
          </p:nvPr>
        </p:nvSpPr>
        <p:spPr>
          <a:xfrm>
            <a:off x="6195568" y="2982317"/>
            <a:ext cx="2441448" cy="1058751"/>
          </a:xfrm>
          <a:solidFill>
            <a:schemeClr val="accent5">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7" name="Text Placeholder 7"/>
          <p:cNvSpPr>
            <a:spLocks noGrp="1"/>
          </p:cNvSpPr>
          <p:nvPr>
            <p:ph type="body" sz="quarter" idx="22"/>
          </p:nvPr>
        </p:nvSpPr>
        <p:spPr>
          <a:xfrm>
            <a:off x="8836152" y="2982317"/>
            <a:ext cx="2441448"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8" name="Content Placeholder 13"/>
          <p:cNvSpPr>
            <a:spLocks noGrp="1"/>
          </p:cNvSpPr>
          <p:nvPr>
            <p:ph sz="quarter" idx="18"/>
          </p:nvPr>
        </p:nvSpPr>
        <p:spPr>
          <a:xfrm>
            <a:off x="914400" y="4212305"/>
            <a:ext cx="2441448" cy="1713558"/>
          </a:xfrm>
        </p:spPr>
        <p:txBody>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3"/>
          <p:cNvSpPr>
            <a:spLocks noGrp="1"/>
          </p:cNvSpPr>
          <p:nvPr>
            <p:ph sz="quarter" idx="24"/>
          </p:nvPr>
        </p:nvSpPr>
        <p:spPr>
          <a:xfrm>
            <a:off x="3554984" y="4212305"/>
            <a:ext cx="2441448" cy="1713558"/>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13"/>
          <p:cNvSpPr>
            <a:spLocks noGrp="1"/>
          </p:cNvSpPr>
          <p:nvPr>
            <p:ph sz="quarter" idx="25"/>
          </p:nvPr>
        </p:nvSpPr>
        <p:spPr>
          <a:xfrm>
            <a:off x="6195568" y="4212305"/>
            <a:ext cx="2441448" cy="1713558"/>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13"/>
          <p:cNvSpPr>
            <a:spLocks noGrp="1"/>
          </p:cNvSpPr>
          <p:nvPr>
            <p:ph sz="quarter" idx="26"/>
          </p:nvPr>
        </p:nvSpPr>
        <p:spPr>
          <a:xfrm>
            <a:off x="8836152" y="4212305"/>
            <a:ext cx="2441448" cy="1713558"/>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p:cNvSpPr>
            <a:spLocks noGrp="1"/>
          </p:cNvSpPr>
          <p:nvPr>
            <p:ph type="body" sz="quarter" idx="27"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43270361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hree Bar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3328416" cy="2644068"/>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4431792" y="1397000"/>
            <a:ext cx="3328416"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7949184" y="1397000"/>
            <a:ext cx="3328416"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9" name="Text Placeholder 7"/>
          <p:cNvSpPr>
            <a:spLocks noGrp="1"/>
          </p:cNvSpPr>
          <p:nvPr>
            <p:ph type="body" sz="quarter" idx="21"/>
          </p:nvPr>
        </p:nvSpPr>
        <p:spPr>
          <a:xfrm>
            <a:off x="914400" y="2982317"/>
            <a:ext cx="3328416"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0" name="Text Placeholder 7"/>
          <p:cNvSpPr>
            <a:spLocks noGrp="1"/>
          </p:cNvSpPr>
          <p:nvPr>
            <p:ph type="body" sz="quarter" idx="22"/>
          </p:nvPr>
        </p:nvSpPr>
        <p:spPr>
          <a:xfrm>
            <a:off x="4431792" y="2982317"/>
            <a:ext cx="3328416" cy="1058751"/>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4" name="Text Placeholder 7"/>
          <p:cNvSpPr>
            <a:spLocks noGrp="1"/>
          </p:cNvSpPr>
          <p:nvPr>
            <p:ph type="body" sz="quarter" idx="23"/>
          </p:nvPr>
        </p:nvSpPr>
        <p:spPr>
          <a:xfrm>
            <a:off x="7949184" y="2982317"/>
            <a:ext cx="3328416"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3" name="Content Placeholder 13"/>
          <p:cNvSpPr>
            <a:spLocks noGrp="1"/>
          </p:cNvSpPr>
          <p:nvPr>
            <p:ph sz="quarter" idx="18"/>
          </p:nvPr>
        </p:nvSpPr>
        <p:spPr>
          <a:xfrm>
            <a:off x="914400" y="4212305"/>
            <a:ext cx="3328416" cy="175069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3"/>
          <p:cNvSpPr>
            <a:spLocks noGrp="1"/>
          </p:cNvSpPr>
          <p:nvPr>
            <p:ph sz="quarter" idx="19"/>
          </p:nvPr>
        </p:nvSpPr>
        <p:spPr>
          <a:xfrm>
            <a:off x="4431792" y="4212305"/>
            <a:ext cx="3328416" cy="175069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3"/>
          <p:cNvSpPr>
            <a:spLocks noGrp="1"/>
          </p:cNvSpPr>
          <p:nvPr>
            <p:ph sz="quarter" idx="20"/>
          </p:nvPr>
        </p:nvSpPr>
        <p:spPr>
          <a:xfrm>
            <a:off x="7949184" y="4212305"/>
            <a:ext cx="3328416" cy="175069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p:cNvSpPr>
            <a:spLocks noGrp="1"/>
          </p:cNvSpPr>
          <p:nvPr>
            <p:ph type="body" sz="quarter" idx="24"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62574852"/>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hree Ba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3328416" cy="2644068"/>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4431792" y="1397000"/>
            <a:ext cx="3328416"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7949184" y="1397000"/>
            <a:ext cx="3328416"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9" name="Text Placeholder 7"/>
          <p:cNvSpPr>
            <a:spLocks noGrp="1"/>
          </p:cNvSpPr>
          <p:nvPr>
            <p:ph type="body" sz="quarter" idx="21"/>
          </p:nvPr>
        </p:nvSpPr>
        <p:spPr>
          <a:xfrm>
            <a:off x="914400" y="2982317"/>
            <a:ext cx="3328416"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0" name="Text Placeholder 7"/>
          <p:cNvSpPr>
            <a:spLocks noGrp="1"/>
          </p:cNvSpPr>
          <p:nvPr>
            <p:ph type="body" sz="quarter" idx="22"/>
          </p:nvPr>
        </p:nvSpPr>
        <p:spPr>
          <a:xfrm>
            <a:off x="4431792" y="2982317"/>
            <a:ext cx="3328416" cy="1058751"/>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4" name="Text Placeholder 7"/>
          <p:cNvSpPr>
            <a:spLocks noGrp="1"/>
          </p:cNvSpPr>
          <p:nvPr>
            <p:ph type="body" sz="quarter" idx="23"/>
          </p:nvPr>
        </p:nvSpPr>
        <p:spPr>
          <a:xfrm>
            <a:off x="7949184" y="2982317"/>
            <a:ext cx="3328416"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3" name="Content Placeholder 13"/>
          <p:cNvSpPr>
            <a:spLocks noGrp="1"/>
          </p:cNvSpPr>
          <p:nvPr>
            <p:ph sz="quarter" idx="18"/>
          </p:nvPr>
        </p:nvSpPr>
        <p:spPr>
          <a:xfrm>
            <a:off x="914400" y="4212305"/>
            <a:ext cx="3328416" cy="175069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3"/>
          <p:cNvSpPr>
            <a:spLocks noGrp="1"/>
          </p:cNvSpPr>
          <p:nvPr>
            <p:ph sz="quarter" idx="19"/>
          </p:nvPr>
        </p:nvSpPr>
        <p:spPr>
          <a:xfrm>
            <a:off x="4431792" y="4212305"/>
            <a:ext cx="3328416" cy="175069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3"/>
          <p:cNvSpPr>
            <a:spLocks noGrp="1"/>
          </p:cNvSpPr>
          <p:nvPr>
            <p:ph sz="quarter" idx="20"/>
          </p:nvPr>
        </p:nvSpPr>
        <p:spPr>
          <a:xfrm>
            <a:off x="7949184" y="4212305"/>
            <a:ext cx="3328416" cy="175069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456436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wo Bar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5085589"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6192011" y="1397000"/>
            <a:ext cx="5085589"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21"/>
          </p:nvPr>
        </p:nvSpPr>
        <p:spPr>
          <a:xfrm>
            <a:off x="914400" y="3290093"/>
            <a:ext cx="5084064" cy="750975"/>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9" name="Text Placeholder 7"/>
          <p:cNvSpPr>
            <a:spLocks noGrp="1"/>
          </p:cNvSpPr>
          <p:nvPr>
            <p:ph type="body" sz="quarter" idx="22"/>
          </p:nvPr>
        </p:nvSpPr>
        <p:spPr>
          <a:xfrm>
            <a:off x="6193536" y="3290093"/>
            <a:ext cx="5084064" cy="750975"/>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1" name="Content Placeholder 13"/>
          <p:cNvSpPr>
            <a:spLocks noGrp="1"/>
          </p:cNvSpPr>
          <p:nvPr>
            <p:ph sz="quarter" idx="18"/>
          </p:nvPr>
        </p:nvSpPr>
        <p:spPr>
          <a:xfrm>
            <a:off x="914400" y="4212305"/>
            <a:ext cx="5084064" cy="1703066"/>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3"/>
          <p:cNvSpPr>
            <a:spLocks noGrp="1"/>
          </p:cNvSpPr>
          <p:nvPr>
            <p:ph sz="quarter" idx="19"/>
          </p:nvPr>
        </p:nvSpPr>
        <p:spPr>
          <a:xfrm>
            <a:off x="6193536" y="4212305"/>
            <a:ext cx="5084064" cy="1703066"/>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p:cNvSpPr>
            <a:spLocks noGrp="1"/>
          </p:cNvSpPr>
          <p:nvPr>
            <p:ph type="body" sz="quarter" idx="23"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037126095"/>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12 team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575387"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1637916" y="1639789"/>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3483710"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4546239" y="1639789"/>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9" name="Picture Placeholder 3"/>
          <p:cNvSpPr>
            <a:spLocks noGrp="1"/>
          </p:cNvSpPr>
          <p:nvPr>
            <p:ph type="pic" sz="quarter" idx="21"/>
          </p:nvPr>
        </p:nvSpPr>
        <p:spPr>
          <a:xfrm>
            <a:off x="6392033"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0" name="Content Placeholder 13"/>
          <p:cNvSpPr>
            <a:spLocks noGrp="1"/>
          </p:cNvSpPr>
          <p:nvPr>
            <p:ph sz="quarter" idx="22" hasCustomPrompt="1"/>
          </p:nvPr>
        </p:nvSpPr>
        <p:spPr>
          <a:xfrm>
            <a:off x="7454562" y="1639789"/>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1" name="Picture Placeholder 3"/>
          <p:cNvSpPr>
            <a:spLocks noGrp="1"/>
          </p:cNvSpPr>
          <p:nvPr>
            <p:ph type="pic" sz="quarter" idx="23"/>
          </p:nvPr>
        </p:nvSpPr>
        <p:spPr>
          <a:xfrm>
            <a:off x="9300356"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bg2"/>
            </a:outerShdw>
          </a:effectLst>
        </p:spPr>
        <p:txBody>
          <a:bodyPr anchor="ctr" anchorCtr="0">
            <a:normAutofit/>
          </a:bodyPr>
          <a:lstStyle>
            <a:lvl1pPr marL="0" indent="0" algn="ctr">
              <a:buNone/>
              <a:defRPr sz="1050"/>
            </a:lvl1pPr>
          </a:lstStyle>
          <a:p>
            <a:endParaRPr lang="en-US" dirty="0"/>
          </a:p>
        </p:txBody>
      </p:sp>
      <p:sp>
        <p:nvSpPr>
          <p:cNvPr id="32" name="Content Placeholder 13"/>
          <p:cNvSpPr>
            <a:spLocks noGrp="1"/>
          </p:cNvSpPr>
          <p:nvPr>
            <p:ph sz="quarter" idx="24" hasCustomPrompt="1"/>
          </p:nvPr>
        </p:nvSpPr>
        <p:spPr>
          <a:xfrm>
            <a:off x="10362885" y="1639789"/>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3" name="Picture Placeholder 3"/>
          <p:cNvSpPr>
            <a:spLocks noGrp="1"/>
          </p:cNvSpPr>
          <p:nvPr>
            <p:ph type="pic" sz="quarter" idx="25"/>
          </p:nvPr>
        </p:nvSpPr>
        <p:spPr>
          <a:xfrm>
            <a:off x="575387"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34" name="Content Placeholder 13"/>
          <p:cNvSpPr>
            <a:spLocks noGrp="1"/>
          </p:cNvSpPr>
          <p:nvPr>
            <p:ph sz="quarter" idx="26" hasCustomPrompt="1"/>
          </p:nvPr>
        </p:nvSpPr>
        <p:spPr>
          <a:xfrm>
            <a:off x="1637916" y="3153547"/>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5" name="Picture Placeholder 3"/>
          <p:cNvSpPr>
            <a:spLocks noGrp="1"/>
          </p:cNvSpPr>
          <p:nvPr>
            <p:ph type="pic" sz="quarter" idx="27"/>
          </p:nvPr>
        </p:nvSpPr>
        <p:spPr>
          <a:xfrm>
            <a:off x="3483710"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36" name="Content Placeholder 13"/>
          <p:cNvSpPr>
            <a:spLocks noGrp="1"/>
          </p:cNvSpPr>
          <p:nvPr>
            <p:ph sz="quarter" idx="28" hasCustomPrompt="1"/>
          </p:nvPr>
        </p:nvSpPr>
        <p:spPr>
          <a:xfrm>
            <a:off x="4546239" y="3153547"/>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7" name="Picture Placeholder 3"/>
          <p:cNvSpPr>
            <a:spLocks noGrp="1"/>
          </p:cNvSpPr>
          <p:nvPr>
            <p:ph type="pic" sz="quarter" idx="29"/>
          </p:nvPr>
        </p:nvSpPr>
        <p:spPr>
          <a:xfrm>
            <a:off x="6392033"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8" name="Content Placeholder 13"/>
          <p:cNvSpPr>
            <a:spLocks noGrp="1"/>
          </p:cNvSpPr>
          <p:nvPr>
            <p:ph sz="quarter" idx="30" hasCustomPrompt="1"/>
          </p:nvPr>
        </p:nvSpPr>
        <p:spPr>
          <a:xfrm>
            <a:off x="7454562" y="3153547"/>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9" name="Picture Placeholder 3"/>
          <p:cNvSpPr>
            <a:spLocks noGrp="1"/>
          </p:cNvSpPr>
          <p:nvPr>
            <p:ph type="pic" sz="quarter" idx="31"/>
          </p:nvPr>
        </p:nvSpPr>
        <p:spPr>
          <a:xfrm>
            <a:off x="9300356"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bg2"/>
            </a:outerShdw>
          </a:effectLst>
        </p:spPr>
        <p:txBody>
          <a:bodyPr anchor="ctr" anchorCtr="0">
            <a:normAutofit/>
          </a:bodyPr>
          <a:lstStyle>
            <a:lvl1pPr marL="0" indent="0" algn="ctr">
              <a:buNone/>
              <a:defRPr sz="1050"/>
            </a:lvl1pPr>
          </a:lstStyle>
          <a:p>
            <a:endParaRPr lang="en-US" dirty="0"/>
          </a:p>
        </p:txBody>
      </p:sp>
      <p:sp>
        <p:nvSpPr>
          <p:cNvPr id="40" name="Content Placeholder 13"/>
          <p:cNvSpPr>
            <a:spLocks noGrp="1"/>
          </p:cNvSpPr>
          <p:nvPr>
            <p:ph sz="quarter" idx="32" hasCustomPrompt="1"/>
          </p:nvPr>
        </p:nvSpPr>
        <p:spPr>
          <a:xfrm>
            <a:off x="10362885" y="3153547"/>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1" name="Picture Placeholder 3"/>
          <p:cNvSpPr>
            <a:spLocks noGrp="1"/>
          </p:cNvSpPr>
          <p:nvPr>
            <p:ph type="pic" sz="quarter" idx="33"/>
          </p:nvPr>
        </p:nvSpPr>
        <p:spPr>
          <a:xfrm>
            <a:off x="575387"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42" name="Content Placeholder 13"/>
          <p:cNvSpPr>
            <a:spLocks noGrp="1"/>
          </p:cNvSpPr>
          <p:nvPr>
            <p:ph sz="quarter" idx="34" hasCustomPrompt="1"/>
          </p:nvPr>
        </p:nvSpPr>
        <p:spPr>
          <a:xfrm>
            <a:off x="1637916" y="4667304"/>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3" name="Picture Placeholder 3"/>
          <p:cNvSpPr>
            <a:spLocks noGrp="1"/>
          </p:cNvSpPr>
          <p:nvPr>
            <p:ph type="pic" sz="quarter" idx="35"/>
          </p:nvPr>
        </p:nvSpPr>
        <p:spPr>
          <a:xfrm>
            <a:off x="3483710"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44" name="Content Placeholder 13"/>
          <p:cNvSpPr>
            <a:spLocks noGrp="1"/>
          </p:cNvSpPr>
          <p:nvPr>
            <p:ph sz="quarter" idx="36" hasCustomPrompt="1"/>
          </p:nvPr>
        </p:nvSpPr>
        <p:spPr>
          <a:xfrm>
            <a:off x="4546239" y="4667304"/>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5" name="Picture Placeholder 3"/>
          <p:cNvSpPr>
            <a:spLocks noGrp="1"/>
          </p:cNvSpPr>
          <p:nvPr>
            <p:ph type="pic" sz="quarter" idx="37"/>
          </p:nvPr>
        </p:nvSpPr>
        <p:spPr>
          <a:xfrm>
            <a:off x="6392033"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46" name="Content Placeholder 13"/>
          <p:cNvSpPr>
            <a:spLocks noGrp="1"/>
          </p:cNvSpPr>
          <p:nvPr>
            <p:ph sz="quarter" idx="38" hasCustomPrompt="1"/>
          </p:nvPr>
        </p:nvSpPr>
        <p:spPr>
          <a:xfrm>
            <a:off x="7454562" y="4667304"/>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7" name="Picture Placeholder 3"/>
          <p:cNvSpPr>
            <a:spLocks noGrp="1"/>
          </p:cNvSpPr>
          <p:nvPr>
            <p:ph type="pic" sz="quarter" idx="39"/>
          </p:nvPr>
        </p:nvSpPr>
        <p:spPr>
          <a:xfrm>
            <a:off x="9300356"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bg2"/>
            </a:outerShdw>
          </a:effectLst>
        </p:spPr>
        <p:txBody>
          <a:bodyPr anchor="ctr" anchorCtr="0">
            <a:normAutofit/>
          </a:bodyPr>
          <a:lstStyle>
            <a:lvl1pPr marL="0" indent="0" algn="ctr">
              <a:buNone/>
              <a:defRPr sz="1050"/>
            </a:lvl1pPr>
          </a:lstStyle>
          <a:p>
            <a:endParaRPr lang="en-US" dirty="0"/>
          </a:p>
        </p:txBody>
      </p:sp>
      <p:sp>
        <p:nvSpPr>
          <p:cNvPr id="48" name="Content Placeholder 13"/>
          <p:cNvSpPr>
            <a:spLocks noGrp="1"/>
          </p:cNvSpPr>
          <p:nvPr>
            <p:ph sz="quarter" idx="40" hasCustomPrompt="1"/>
          </p:nvPr>
        </p:nvSpPr>
        <p:spPr>
          <a:xfrm>
            <a:off x="10362885" y="4667304"/>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9" name="Text Placeholder 4"/>
          <p:cNvSpPr>
            <a:spLocks noGrp="1"/>
          </p:cNvSpPr>
          <p:nvPr>
            <p:ph type="body" sz="quarter" idx="4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729331070"/>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9 Team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575387"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1637916" y="1639789"/>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4360325"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5426633" y="1639789"/>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9" name="Picture Placeholder 3"/>
          <p:cNvSpPr>
            <a:spLocks noGrp="1"/>
          </p:cNvSpPr>
          <p:nvPr>
            <p:ph type="pic" sz="quarter" idx="21"/>
          </p:nvPr>
        </p:nvSpPr>
        <p:spPr>
          <a:xfrm>
            <a:off x="8145262" y="1639789"/>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0" name="Content Placeholder 13"/>
          <p:cNvSpPr>
            <a:spLocks noGrp="1"/>
          </p:cNvSpPr>
          <p:nvPr>
            <p:ph sz="quarter" idx="22" hasCustomPrompt="1"/>
          </p:nvPr>
        </p:nvSpPr>
        <p:spPr>
          <a:xfrm>
            <a:off x="9215349" y="1639789"/>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3" name="Picture Placeholder 3"/>
          <p:cNvSpPr>
            <a:spLocks noGrp="1"/>
          </p:cNvSpPr>
          <p:nvPr>
            <p:ph type="pic" sz="quarter" idx="25"/>
          </p:nvPr>
        </p:nvSpPr>
        <p:spPr>
          <a:xfrm>
            <a:off x="575387"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34" name="Content Placeholder 13"/>
          <p:cNvSpPr>
            <a:spLocks noGrp="1"/>
          </p:cNvSpPr>
          <p:nvPr>
            <p:ph sz="quarter" idx="26" hasCustomPrompt="1"/>
          </p:nvPr>
        </p:nvSpPr>
        <p:spPr>
          <a:xfrm>
            <a:off x="1637916" y="3153547"/>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5" name="Picture Placeholder 3"/>
          <p:cNvSpPr>
            <a:spLocks noGrp="1"/>
          </p:cNvSpPr>
          <p:nvPr>
            <p:ph type="pic" sz="quarter" idx="27"/>
          </p:nvPr>
        </p:nvSpPr>
        <p:spPr>
          <a:xfrm>
            <a:off x="4360325"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36" name="Content Placeholder 13"/>
          <p:cNvSpPr>
            <a:spLocks noGrp="1"/>
          </p:cNvSpPr>
          <p:nvPr>
            <p:ph sz="quarter" idx="28" hasCustomPrompt="1"/>
          </p:nvPr>
        </p:nvSpPr>
        <p:spPr>
          <a:xfrm>
            <a:off x="5426633" y="3153547"/>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7" name="Picture Placeholder 3"/>
          <p:cNvSpPr>
            <a:spLocks noGrp="1"/>
          </p:cNvSpPr>
          <p:nvPr>
            <p:ph type="pic" sz="quarter" idx="29"/>
          </p:nvPr>
        </p:nvSpPr>
        <p:spPr>
          <a:xfrm>
            <a:off x="8145262" y="3153547"/>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8" name="Content Placeholder 13"/>
          <p:cNvSpPr>
            <a:spLocks noGrp="1"/>
          </p:cNvSpPr>
          <p:nvPr>
            <p:ph sz="quarter" idx="30" hasCustomPrompt="1"/>
          </p:nvPr>
        </p:nvSpPr>
        <p:spPr>
          <a:xfrm>
            <a:off x="9215349" y="3153547"/>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1" name="Picture Placeholder 3"/>
          <p:cNvSpPr>
            <a:spLocks noGrp="1"/>
          </p:cNvSpPr>
          <p:nvPr>
            <p:ph type="pic" sz="quarter" idx="33"/>
          </p:nvPr>
        </p:nvSpPr>
        <p:spPr>
          <a:xfrm>
            <a:off x="575387"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42" name="Content Placeholder 13"/>
          <p:cNvSpPr>
            <a:spLocks noGrp="1"/>
          </p:cNvSpPr>
          <p:nvPr>
            <p:ph sz="quarter" idx="34" hasCustomPrompt="1"/>
          </p:nvPr>
        </p:nvSpPr>
        <p:spPr>
          <a:xfrm>
            <a:off x="1637916" y="4667304"/>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3" name="Picture Placeholder 3"/>
          <p:cNvSpPr>
            <a:spLocks noGrp="1"/>
          </p:cNvSpPr>
          <p:nvPr>
            <p:ph type="pic" sz="quarter" idx="35"/>
          </p:nvPr>
        </p:nvSpPr>
        <p:spPr>
          <a:xfrm>
            <a:off x="4360325"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44" name="Content Placeholder 13"/>
          <p:cNvSpPr>
            <a:spLocks noGrp="1"/>
          </p:cNvSpPr>
          <p:nvPr>
            <p:ph sz="quarter" idx="36" hasCustomPrompt="1"/>
          </p:nvPr>
        </p:nvSpPr>
        <p:spPr>
          <a:xfrm>
            <a:off x="5426633" y="4667304"/>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5" name="Picture Placeholder 3"/>
          <p:cNvSpPr>
            <a:spLocks noGrp="1"/>
          </p:cNvSpPr>
          <p:nvPr>
            <p:ph type="pic" sz="quarter" idx="37"/>
          </p:nvPr>
        </p:nvSpPr>
        <p:spPr>
          <a:xfrm>
            <a:off x="8145262" y="4667304"/>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46" name="Content Placeholder 13"/>
          <p:cNvSpPr>
            <a:spLocks noGrp="1"/>
          </p:cNvSpPr>
          <p:nvPr>
            <p:ph sz="quarter" idx="38" hasCustomPrompt="1"/>
          </p:nvPr>
        </p:nvSpPr>
        <p:spPr>
          <a:xfrm>
            <a:off x="9215349" y="4667304"/>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9" name="Text Placeholder 4"/>
          <p:cNvSpPr>
            <a:spLocks noGrp="1"/>
          </p:cNvSpPr>
          <p:nvPr>
            <p:ph type="body" sz="quarter" idx="4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121176810"/>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9 Team ">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575387"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1637916" y="1639789"/>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4360325"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5426633" y="1639789"/>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9" name="Picture Placeholder 3"/>
          <p:cNvSpPr>
            <a:spLocks noGrp="1"/>
          </p:cNvSpPr>
          <p:nvPr>
            <p:ph type="pic" sz="quarter" idx="21"/>
          </p:nvPr>
        </p:nvSpPr>
        <p:spPr>
          <a:xfrm>
            <a:off x="8145262" y="1639789"/>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0" name="Content Placeholder 13"/>
          <p:cNvSpPr>
            <a:spLocks noGrp="1"/>
          </p:cNvSpPr>
          <p:nvPr>
            <p:ph sz="quarter" idx="22" hasCustomPrompt="1"/>
          </p:nvPr>
        </p:nvSpPr>
        <p:spPr>
          <a:xfrm>
            <a:off x="9215349" y="1639789"/>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3" name="Picture Placeholder 3"/>
          <p:cNvSpPr>
            <a:spLocks noGrp="1"/>
          </p:cNvSpPr>
          <p:nvPr>
            <p:ph type="pic" sz="quarter" idx="25"/>
          </p:nvPr>
        </p:nvSpPr>
        <p:spPr>
          <a:xfrm>
            <a:off x="575387"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34" name="Content Placeholder 13"/>
          <p:cNvSpPr>
            <a:spLocks noGrp="1"/>
          </p:cNvSpPr>
          <p:nvPr>
            <p:ph sz="quarter" idx="26" hasCustomPrompt="1"/>
          </p:nvPr>
        </p:nvSpPr>
        <p:spPr>
          <a:xfrm>
            <a:off x="1637916" y="3153547"/>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5" name="Picture Placeholder 3"/>
          <p:cNvSpPr>
            <a:spLocks noGrp="1"/>
          </p:cNvSpPr>
          <p:nvPr>
            <p:ph type="pic" sz="quarter" idx="27"/>
          </p:nvPr>
        </p:nvSpPr>
        <p:spPr>
          <a:xfrm>
            <a:off x="4360325"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36" name="Content Placeholder 13"/>
          <p:cNvSpPr>
            <a:spLocks noGrp="1"/>
          </p:cNvSpPr>
          <p:nvPr>
            <p:ph sz="quarter" idx="28" hasCustomPrompt="1"/>
          </p:nvPr>
        </p:nvSpPr>
        <p:spPr>
          <a:xfrm>
            <a:off x="5426633" y="3153547"/>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7" name="Picture Placeholder 3"/>
          <p:cNvSpPr>
            <a:spLocks noGrp="1"/>
          </p:cNvSpPr>
          <p:nvPr>
            <p:ph type="pic" sz="quarter" idx="29"/>
          </p:nvPr>
        </p:nvSpPr>
        <p:spPr>
          <a:xfrm>
            <a:off x="8145262" y="3153547"/>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8" name="Content Placeholder 13"/>
          <p:cNvSpPr>
            <a:spLocks noGrp="1"/>
          </p:cNvSpPr>
          <p:nvPr>
            <p:ph sz="quarter" idx="30" hasCustomPrompt="1"/>
          </p:nvPr>
        </p:nvSpPr>
        <p:spPr>
          <a:xfrm>
            <a:off x="9215349" y="3153547"/>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1" name="Picture Placeholder 3"/>
          <p:cNvSpPr>
            <a:spLocks noGrp="1"/>
          </p:cNvSpPr>
          <p:nvPr>
            <p:ph type="pic" sz="quarter" idx="33"/>
          </p:nvPr>
        </p:nvSpPr>
        <p:spPr>
          <a:xfrm>
            <a:off x="575387"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42" name="Content Placeholder 13"/>
          <p:cNvSpPr>
            <a:spLocks noGrp="1"/>
          </p:cNvSpPr>
          <p:nvPr>
            <p:ph sz="quarter" idx="34" hasCustomPrompt="1"/>
          </p:nvPr>
        </p:nvSpPr>
        <p:spPr>
          <a:xfrm>
            <a:off x="1637916" y="4667304"/>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3" name="Picture Placeholder 3"/>
          <p:cNvSpPr>
            <a:spLocks noGrp="1"/>
          </p:cNvSpPr>
          <p:nvPr>
            <p:ph type="pic" sz="quarter" idx="35"/>
          </p:nvPr>
        </p:nvSpPr>
        <p:spPr>
          <a:xfrm>
            <a:off x="4360325"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44" name="Content Placeholder 13"/>
          <p:cNvSpPr>
            <a:spLocks noGrp="1"/>
          </p:cNvSpPr>
          <p:nvPr>
            <p:ph sz="quarter" idx="36" hasCustomPrompt="1"/>
          </p:nvPr>
        </p:nvSpPr>
        <p:spPr>
          <a:xfrm>
            <a:off x="5426633" y="4667304"/>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5" name="Picture Placeholder 3"/>
          <p:cNvSpPr>
            <a:spLocks noGrp="1"/>
          </p:cNvSpPr>
          <p:nvPr>
            <p:ph type="pic" sz="quarter" idx="37"/>
          </p:nvPr>
        </p:nvSpPr>
        <p:spPr>
          <a:xfrm>
            <a:off x="8145262" y="4667304"/>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46" name="Content Placeholder 13"/>
          <p:cNvSpPr>
            <a:spLocks noGrp="1"/>
          </p:cNvSpPr>
          <p:nvPr>
            <p:ph sz="quarter" idx="38" hasCustomPrompt="1"/>
          </p:nvPr>
        </p:nvSpPr>
        <p:spPr>
          <a:xfrm>
            <a:off x="9215349" y="4667304"/>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Tree>
    <p:extLst>
      <p:ext uri="{BB962C8B-B14F-4D97-AF65-F5344CB8AC3E}">
        <p14:creationId xmlns:p14="http://schemas.microsoft.com/office/powerpoint/2010/main" val="1042380485"/>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6 Team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575387"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1637916" y="1639788"/>
            <a:ext cx="231440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4360325"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5426633" y="1639788"/>
            <a:ext cx="231440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9" name="Picture Placeholder 3"/>
          <p:cNvSpPr>
            <a:spLocks noGrp="1"/>
          </p:cNvSpPr>
          <p:nvPr>
            <p:ph type="pic" sz="quarter" idx="21"/>
          </p:nvPr>
        </p:nvSpPr>
        <p:spPr>
          <a:xfrm>
            <a:off x="8145262" y="1639789"/>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0" name="Content Placeholder 13"/>
          <p:cNvSpPr>
            <a:spLocks noGrp="1"/>
          </p:cNvSpPr>
          <p:nvPr>
            <p:ph sz="quarter" idx="22" hasCustomPrompt="1"/>
          </p:nvPr>
        </p:nvSpPr>
        <p:spPr>
          <a:xfrm>
            <a:off x="9215349" y="1639788"/>
            <a:ext cx="231440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3" name="Picture Placeholder 3"/>
          <p:cNvSpPr>
            <a:spLocks noGrp="1"/>
          </p:cNvSpPr>
          <p:nvPr>
            <p:ph type="pic" sz="quarter" idx="25"/>
          </p:nvPr>
        </p:nvSpPr>
        <p:spPr>
          <a:xfrm>
            <a:off x="575387" y="3886577"/>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34" name="Content Placeholder 13"/>
          <p:cNvSpPr>
            <a:spLocks noGrp="1"/>
          </p:cNvSpPr>
          <p:nvPr>
            <p:ph sz="quarter" idx="26" hasCustomPrompt="1"/>
          </p:nvPr>
        </p:nvSpPr>
        <p:spPr>
          <a:xfrm>
            <a:off x="1637916" y="3886575"/>
            <a:ext cx="231440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5" name="Picture Placeholder 3"/>
          <p:cNvSpPr>
            <a:spLocks noGrp="1"/>
          </p:cNvSpPr>
          <p:nvPr>
            <p:ph type="pic" sz="quarter" idx="27"/>
          </p:nvPr>
        </p:nvSpPr>
        <p:spPr>
          <a:xfrm>
            <a:off x="4360325" y="3886577"/>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36" name="Content Placeholder 13"/>
          <p:cNvSpPr>
            <a:spLocks noGrp="1"/>
          </p:cNvSpPr>
          <p:nvPr>
            <p:ph sz="quarter" idx="28" hasCustomPrompt="1"/>
          </p:nvPr>
        </p:nvSpPr>
        <p:spPr>
          <a:xfrm>
            <a:off x="5426633" y="3886575"/>
            <a:ext cx="231440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7" name="Picture Placeholder 3"/>
          <p:cNvSpPr>
            <a:spLocks noGrp="1"/>
          </p:cNvSpPr>
          <p:nvPr>
            <p:ph type="pic" sz="quarter" idx="29"/>
          </p:nvPr>
        </p:nvSpPr>
        <p:spPr>
          <a:xfrm>
            <a:off x="8145262" y="3886576"/>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8" name="Content Placeholder 13"/>
          <p:cNvSpPr>
            <a:spLocks noGrp="1"/>
          </p:cNvSpPr>
          <p:nvPr>
            <p:ph sz="quarter" idx="30" hasCustomPrompt="1"/>
          </p:nvPr>
        </p:nvSpPr>
        <p:spPr>
          <a:xfrm>
            <a:off x="9215349" y="3886575"/>
            <a:ext cx="231440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9" name="Text Placeholder 4"/>
          <p:cNvSpPr>
            <a:spLocks noGrp="1"/>
          </p:cNvSpPr>
          <p:nvPr>
            <p:ph type="body" sz="quarter" idx="4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423227533"/>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4 Team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575387" y="1639790"/>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2295374" y="1639788"/>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6279803" y="1639790"/>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8003569" y="1639788"/>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3" name="Picture Placeholder 3"/>
          <p:cNvSpPr>
            <a:spLocks noGrp="1"/>
          </p:cNvSpPr>
          <p:nvPr>
            <p:ph type="pic" sz="quarter" idx="25"/>
          </p:nvPr>
        </p:nvSpPr>
        <p:spPr>
          <a:xfrm>
            <a:off x="575387" y="3886577"/>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34" name="Content Placeholder 13"/>
          <p:cNvSpPr>
            <a:spLocks noGrp="1"/>
          </p:cNvSpPr>
          <p:nvPr>
            <p:ph sz="quarter" idx="26" hasCustomPrompt="1"/>
          </p:nvPr>
        </p:nvSpPr>
        <p:spPr>
          <a:xfrm>
            <a:off x="2295374" y="3886575"/>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5" name="Picture Placeholder 3"/>
          <p:cNvSpPr>
            <a:spLocks noGrp="1"/>
          </p:cNvSpPr>
          <p:nvPr>
            <p:ph type="pic" sz="quarter" idx="27"/>
          </p:nvPr>
        </p:nvSpPr>
        <p:spPr>
          <a:xfrm>
            <a:off x="6279803" y="3886577"/>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36" name="Content Placeholder 13"/>
          <p:cNvSpPr>
            <a:spLocks noGrp="1"/>
          </p:cNvSpPr>
          <p:nvPr>
            <p:ph sz="quarter" idx="28" hasCustomPrompt="1"/>
          </p:nvPr>
        </p:nvSpPr>
        <p:spPr>
          <a:xfrm>
            <a:off x="8003569" y="3886575"/>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9" name="Text Placeholder 4"/>
          <p:cNvSpPr>
            <a:spLocks noGrp="1"/>
          </p:cNvSpPr>
          <p:nvPr>
            <p:ph type="body" sz="quarter" idx="4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776316624"/>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1_4 Team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575387" y="1639790"/>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2295374" y="1639788"/>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6279803" y="1639790"/>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8003569" y="1639788"/>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3" name="Picture Placeholder 3"/>
          <p:cNvSpPr>
            <a:spLocks noGrp="1"/>
          </p:cNvSpPr>
          <p:nvPr>
            <p:ph type="pic" sz="quarter" idx="25"/>
          </p:nvPr>
        </p:nvSpPr>
        <p:spPr>
          <a:xfrm>
            <a:off x="575387" y="3886577"/>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34" name="Content Placeholder 13"/>
          <p:cNvSpPr>
            <a:spLocks noGrp="1"/>
          </p:cNvSpPr>
          <p:nvPr>
            <p:ph sz="quarter" idx="26" hasCustomPrompt="1"/>
          </p:nvPr>
        </p:nvSpPr>
        <p:spPr>
          <a:xfrm>
            <a:off x="2295374" y="3886575"/>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5" name="Picture Placeholder 3"/>
          <p:cNvSpPr>
            <a:spLocks noGrp="1"/>
          </p:cNvSpPr>
          <p:nvPr>
            <p:ph type="pic" sz="quarter" idx="27"/>
          </p:nvPr>
        </p:nvSpPr>
        <p:spPr>
          <a:xfrm>
            <a:off x="6279803" y="3886577"/>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36" name="Content Placeholder 13"/>
          <p:cNvSpPr>
            <a:spLocks noGrp="1"/>
          </p:cNvSpPr>
          <p:nvPr>
            <p:ph sz="quarter" idx="28" hasCustomPrompt="1"/>
          </p:nvPr>
        </p:nvSpPr>
        <p:spPr>
          <a:xfrm>
            <a:off x="8003569" y="3886575"/>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Tree>
    <p:extLst>
      <p:ext uri="{BB962C8B-B14F-4D97-AF65-F5344CB8AC3E}">
        <p14:creationId xmlns:p14="http://schemas.microsoft.com/office/powerpoint/2010/main" val="1881214255"/>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3 Team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1564225" y="1639790"/>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575387" y="3256992"/>
            <a:ext cx="3376937"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5349163" y="1639790"/>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4360325" y="3256992"/>
            <a:ext cx="3376937"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9" name="Picture Placeholder 3"/>
          <p:cNvSpPr>
            <a:spLocks noGrp="1"/>
          </p:cNvSpPr>
          <p:nvPr>
            <p:ph type="pic" sz="quarter" idx="21"/>
          </p:nvPr>
        </p:nvSpPr>
        <p:spPr>
          <a:xfrm>
            <a:off x="9134100" y="1639789"/>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0" name="Content Placeholder 13"/>
          <p:cNvSpPr>
            <a:spLocks noGrp="1"/>
          </p:cNvSpPr>
          <p:nvPr>
            <p:ph sz="quarter" idx="22" hasCustomPrompt="1"/>
          </p:nvPr>
        </p:nvSpPr>
        <p:spPr>
          <a:xfrm>
            <a:off x="8145262" y="3256992"/>
            <a:ext cx="3376937"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9" name="Text Placeholder 4"/>
          <p:cNvSpPr>
            <a:spLocks noGrp="1"/>
          </p:cNvSpPr>
          <p:nvPr>
            <p:ph type="body" sz="quarter" idx="4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483708043"/>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4 Team Subtitle 2">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1221602" y="1639790"/>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719254" y="3256992"/>
            <a:ext cx="2403956"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4025464" y="1639790"/>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3523116" y="3256992"/>
            <a:ext cx="2403956"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9" name="Picture Placeholder 3"/>
          <p:cNvSpPr>
            <a:spLocks noGrp="1"/>
          </p:cNvSpPr>
          <p:nvPr>
            <p:ph type="pic" sz="quarter" idx="21"/>
          </p:nvPr>
        </p:nvSpPr>
        <p:spPr>
          <a:xfrm>
            <a:off x="6829326" y="1639790"/>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0" name="Content Placeholder 13"/>
          <p:cNvSpPr>
            <a:spLocks noGrp="1"/>
          </p:cNvSpPr>
          <p:nvPr>
            <p:ph sz="quarter" idx="22" hasCustomPrompt="1"/>
          </p:nvPr>
        </p:nvSpPr>
        <p:spPr>
          <a:xfrm>
            <a:off x="6326978" y="3256992"/>
            <a:ext cx="2403956"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9" name="Text Placeholder 4"/>
          <p:cNvSpPr>
            <a:spLocks noGrp="1"/>
          </p:cNvSpPr>
          <p:nvPr>
            <p:ph type="body" sz="quarter" idx="4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
        <p:nvSpPr>
          <p:cNvPr id="10" name="Picture Placeholder 3"/>
          <p:cNvSpPr>
            <a:spLocks noGrp="1"/>
          </p:cNvSpPr>
          <p:nvPr>
            <p:ph type="pic" sz="quarter" idx="42"/>
          </p:nvPr>
        </p:nvSpPr>
        <p:spPr>
          <a:xfrm>
            <a:off x="9633189" y="1639789"/>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tx2"/>
            </a:outerShdw>
          </a:effectLst>
        </p:spPr>
        <p:txBody>
          <a:bodyPr anchor="ctr" anchorCtr="0">
            <a:normAutofit/>
          </a:bodyPr>
          <a:lstStyle>
            <a:lvl1pPr marL="0" indent="0" algn="ctr">
              <a:buNone/>
              <a:defRPr sz="1050"/>
            </a:lvl1pPr>
          </a:lstStyle>
          <a:p>
            <a:endParaRPr lang="en-US" dirty="0"/>
          </a:p>
        </p:txBody>
      </p:sp>
      <p:sp>
        <p:nvSpPr>
          <p:cNvPr id="11" name="Content Placeholder 13"/>
          <p:cNvSpPr>
            <a:spLocks noGrp="1"/>
          </p:cNvSpPr>
          <p:nvPr>
            <p:ph sz="quarter" idx="43" hasCustomPrompt="1"/>
          </p:nvPr>
        </p:nvSpPr>
        <p:spPr>
          <a:xfrm>
            <a:off x="9130841" y="3256992"/>
            <a:ext cx="2403956"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Tree>
    <p:extLst>
      <p:ext uri="{BB962C8B-B14F-4D97-AF65-F5344CB8AC3E}">
        <p14:creationId xmlns:p14="http://schemas.microsoft.com/office/powerpoint/2010/main" val="2437475942"/>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94_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1" y="1268759"/>
            <a:ext cx="2352260" cy="3535680"/>
          </a:xfrm>
          <a:solidFill>
            <a:schemeClr val="bg1">
              <a:lumMod val="90000"/>
              <a:lumOff val="10000"/>
            </a:schemeClr>
          </a:solidFill>
        </p:spPr>
        <p:txBody>
          <a:bodyPr anchor="ctr">
            <a:normAutofit/>
          </a:bodyPr>
          <a:lstStyle>
            <a:lvl1pPr marL="0" indent="0" algn="ctr">
              <a:buNone/>
              <a:defRPr sz="1400"/>
            </a:lvl1pPr>
          </a:lstStyle>
          <a:p>
            <a:endParaRPr lang="en-US"/>
          </a:p>
        </p:txBody>
      </p:sp>
      <p:sp>
        <p:nvSpPr>
          <p:cNvPr id="5" name="Picture Placeholder 3"/>
          <p:cNvSpPr>
            <a:spLocks noGrp="1"/>
          </p:cNvSpPr>
          <p:nvPr>
            <p:ph type="pic" sz="quarter" idx="11"/>
          </p:nvPr>
        </p:nvSpPr>
        <p:spPr>
          <a:xfrm>
            <a:off x="6257971" y="1268759"/>
            <a:ext cx="2352260" cy="3535680"/>
          </a:xfrm>
          <a:solidFill>
            <a:schemeClr val="bg1">
              <a:lumMod val="90000"/>
              <a:lumOff val="10000"/>
            </a:schemeClr>
          </a:solidFill>
        </p:spPr>
        <p:txBody>
          <a:bodyPr anchor="ctr">
            <a:normAutofit/>
          </a:bodyPr>
          <a:lstStyle>
            <a:lvl1pPr marL="0" indent="0" algn="ctr">
              <a:buNone/>
              <a:defRPr sz="1400"/>
            </a:lvl1pPr>
          </a:lstStyle>
          <a:p>
            <a:endParaRPr lang="en-US"/>
          </a:p>
        </p:txBody>
      </p:sp>
      <p:sp>
        <p:nvSpPr>
          <p:cNvPr id="8" name="Text Placeholder 9"/>
          <p:cNvSpPr>
            <a:spLocks noGrp="1"/>
          </p:cNvSpPr>
          <p:nvPr>
            <p:ph type="body" sz="quarter" idx="14"/>
          </p:nvPr>
        </p:nvSpPr>
        <p:spPr>
          <a:xfrm>
            <a:off x="3467708" y="1268759"/>
            <a:ext cx="2479811" cy="3535680"/>
          </a:xfrm>
        </p:spPr>
        <p:txBody>
          <a:bodyPr>
            <a:noAutofit/>
          </a:bodyPr>
          <a:lstStyle>
            <a:lvl1pPr marL="0" indent="0">
              <a:buNone/>
              <a:defRPr sz="14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marL="0" indent="0">
              <a:buFontTx/>
              <a:buNone/>
              <a:defRPr sz="1400"/>
            </a:lvl2pPr>
            <a:lvl3pPr marL="150813" indent="-150813">
              <a:defRPr sz="1400"/>
            </a:lvl3pPr>
            <a:lvl4pPr marL="401638" indent="-207963">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9"/>
          <p:cNvSpPr>
            <a:spLocks noGrp="1"/>
          </p:cNvSpPr>
          <p:nvPr>
            <p:ph type="body" sz="quarter" idx="15"/>
          </p:nvPr>
        </p:nvSpPr>
        <p:spPr>
          <a:xfrm>
            <a:off x="8797789" y="1268759"/>
            <a:ext cx="2479811" cy="3535680"/>
          </a:xfrm>
        </p:spPr>
        <p:txBody>
          <a:bodyPr>
            <a:noAutofit/>
          </a:bodyPr>
          <a:lstStyle>
            <a:lvl1pPr marL="0" indent="0">
              <a:buNone/>
              <a:defRPr sz="14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marL="0" indent="0">
              <a:buFontTx/>
              <a:buNone/>
              <a:defRPr sz="1400"/>
            </a:lvl2pPr>
            <a:lvl3pPr marL="150813" indent="-150813">
              <a:defRPr sz="1400"/>
            </a:lvl3pPr>
            <a:lvl4pPr marL="401638" indent="-207963">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9"/>
          <p:cNvSpPr>
            <a:spLocks noGrp="1"/>
          </p:cNvSpPr>
          <p:nvPr>
            <p:ph type="body" sz="quarter" idx="16"/>
          </p:nvPr>
        </p:nvSpPr>
        <p:spPr>
          <a:xfrm>
            <a:off x="914400" y="4980565"/>
            <a:ext cx="5033119"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9"/>
          <p:cNvSpPr>
            <a:spLocks noGrp="1"/>
          </p:cNvSpPr>
          <p:nvPr>
            <p:ph type="body" sz="quarter" idx="17"/>
          </p:nvPr>
        </p:nvSpPr>
        <p:spPr>
          <a:xfrm>
            <a:off x="6257971" y="4980565"/>
            <a:ext cx="5019629"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36149559"/>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背景板">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9797786"/>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1_章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490128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16EBAB3-660E-949B-E61F-9CFA9BA6CC50}"/>
              </a:ext>
            </a:extLst>
          </p:cNvPr>
          <p:cNvSpPr>
            <a:spLocks noGrp="1"/>
          </p:cNvSpPr>
          <p:nvPr>
            <p:ph type="pic" sz="quarter" idx="10"/>
          </p:nvPr>
        </p:nvSpPr>
        <p:spPr>
          <a:xfrm>
            <a:off x="0" y="0"/>
            <a:ext cx="12192000" cy="6858000"/>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2592984515"/>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userDrawn="1">
  <p:cSld name="3_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extLst>
      <p:ext uri="{BB962C8B-B14F-4D97-AF65-F5344CB8AC3E}">
        <p14:creationId xmlns:p14="http://schemas.microsoft.com/office/powerpoint/2010/main" val="2913815678"/>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userDrawn="1">
  <p:cSld name="15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1523047-2D2B-1F0E-354D-C34337C4857C}"/>
              </a:ext>
            </a:extLst>
          </p:cNvPr>
          <p:cNvSpPr>
            <a:spLocks noGrp="1"/>
          </p:cNvSpPr>
          <p:nvPr>
            <p:ph type="pic" sz="quarter" idx="10"/>
          </p:nvPr>
        </p:nvSpPr>
        <p:spPr>
          <a:xfrm>
            <a:off x="2218765" y="0"/>
            <a:ext cx="3877235" cy="5432612"/>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3946993448"/>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userDrawn="1">
  <p:cSld name="3_1">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ln>
            <a:noFill/>
          </a:ln>
        </p:spPr>
        <p:txBody>
          <a:bodyPr rtlCol="0">
            <a:normAutofit/>
          </a:bodyPr>
          <a:lstStyle/>
          <a:p>
            <a:pPr lvl="0"/>
            <a:endParaRPr lang="en-ID" noProof="0"/>
          </a:p>
        </p:txBody>
      </p:sp>
    </p:spTree>
    <p:extLst>
      <p:ext uri="{BB962C8B-B14F-4D97-AF65-F5344CB8AC3E}">
        <p14:creationId xmlns:p14="http://schemas.microsoft.com/office/powerpoint/2010/main" val="821948535"/>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userDrawn="1">
  <p:cSld name="1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5410127"/>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4381B0-DB39-757B-1A3A-91F82DEEC66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912D8B7B-CCF3-EDAD-D2CB-DDE6F447A4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6DF02A19-0B7A-7494-3DF5-87FFD81619D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3FB0552B-B23D-6F94-6AC8-62E098DD392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699FDEF9-645B-624F-B9C9-D884D1EB9A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649108237"/>
      </p:ext>
    </p:extLst>
  </p:cSld>
  <p:clrMapOvr>
    <a:overrideClrMapping bg1="lt1" tx1="dk1" bg2="lt2" tx2="dk2" accent1="accent1" accent2="accent2" accent3="accent3" accent4="accent4" accent5="accent5" accent6="accent6" hlink="hlink" folHlink="folHlink"/>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06EDD6-F8E2-B164-A9B5-DC22D7C2073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2CB68C5-1C29-B002-5E3C-58C7F11F05C2}"/>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1E77D1D-9BFC-327A-4AE3-922CBA2A3CA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7725F529-DFB2-55B5-DC6E-8F6FBC4CC34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819AA28F-67A0-3DAE-7C3B-1E2A3D052D0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143755184"/>
      </p:ext>
    </p:extLst>
  </p:cSld>
  <p:clrMapOvr>
    <a:overrideClrMapping bg1="lt1" tx1="dk1" bg2="lt2" tx2="dk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9D234F-336D-9B01-FD8F-6570FDEDD5C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97145BF-0ECB-ABF9-68EF-BB4C6B2DEC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4DBFDEF5-E7AB-4935-95C5-3C581CF659A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AE52C556-54BA-40D9-BD30-468D419BD89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2EFE63F1-2624-2100-F50E-EFC55CABC2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870067341"/>
      </p:ext>
    </p:extLst>
  </p:cSld>
  <p:clrMapOvr>
    <a:overrideClrMapping bg1="lt1" tx1="dk1" bg2="lt2" tx2="dk2" accent1="accent1" accent2="accent2" accent3="accent3" accent4="accent4" accent5="accent5" accent6="accent6" hlink="hlink" folHlink="folHlink"/>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413DDA-6E07-9B1D-E59C-16259249A22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499546C-B0C7-D8A6-1AEA-647BEE374488}"/>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D85B6EC-7EAD-8F7C-3020-97DD56701A8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F16EF6B-2D28-6DCD-CA2D-76875541899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7A31C7CE-70C9-CD7F-854E-FC14E1FA470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2DB86A00-E9E6-E417-DBFF-2CFB408CFCD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746305043"/>
      </p:ext>
    </p:extLst>
  </p:cSld>
  <p:clrMapOvr>
    <a:overrideClrMapping bg1="lt1" tx1="dk1" bg2="lt2" tx2="dk2" accent1="accent1" accent2="accent2" accent3="accent3" accent4="accent4" accent5="accent5" accent6="accent6" hlink="hlink" folHlink="folHlink"/>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D60ED9-CEF6-EDC6-BDFF-5EB174F488B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117456F-165A-7A33-6931-663C4DCDEA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A8B5192-3CB9-1EE8-FBC4-18487683E6BA}"/>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31E39816-5AC5-05F8-0C2F-2382B5BB39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650CB35-2353-E877-03A7-056762DBA9F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A4DC91F-421C-A590-530A-3B857B567B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8" name="页脚占位符 7">
            <a:extLst>
              <a:ext uri="{FF2B5EF4-FFF2-40B4-BE49-F238E27FC236}">
                <a16:creationId xmlns:a16="http://schemas.microsoft.com/office/drawing/2014/main" id="{CC7B2739-D81C-9C55-DA49-BE1CDE33B05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9" name="灯片编号占位符 8">
            <a:extLst>
              <a:ext uri="{FF2B5EF4-FFF2-40B4-BE49-F238E27FC236}">
                <a16:creationId xmlns:a16="http://schemas.microsoft.com/office/drawing/2014/main" id="{C3C1737B-AE0B-24C6-75D6-3F219CCC3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401047390"/>
      </p:ext>
    </p:extLst>
  </p:cSld>
  <p:clrMapOvr>
    <a:overrideClrMapping bg1="lt1" tx1="dk1" bg2="lt2" tx2="dk2" accent1="accent1" accent2="accent2" accent3="accent3" accent4="accent4" accent5="accent5" accent6="accent6" hlink="hlink" folHlink="folHlink"/>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5A7874-44E7-BDA6-FECC-AD926F11363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6833BAA7-3FCE-3ABF-05C2-1044A6D9EEE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4" name="页脚占位符 3">
            <a:extLst>
              <a:ext uri="{FF2B5EF4-FFF2-40B4-BE49-F238E27FC236}">
                <a16:creationId xmlns:a16="http://schemas.microsoft.com/office/drawing/2014/main" id="{A11DD9E1-4EDE-B43C-0306-3B2585995F3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灯片编号占位符 4">
            <a:extLst>
              <a:ext uri="{FF2B5EF4-FFF2-40B4-BE49-F238E27FC236}">
                <a16:creationId xmlns:a16="http://schemas.microsoft.com/office/drawing/2014/main" id="{8D037AEF-2E10-368A-D939-FFCBD6E596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603731770"/>
      </p:ext>
    </p:extLst>
  </p:cSld>
  <p:clrMapOvr>
    <a:overrideClrMapping bg1="lt1" tx1="dk1" bg2="lt2" tx2="dk2" accent1="accent1" accent2="accent2" accent3="accent3" accent4="accent4" accent5="accent5" accent6="accent6" hlink="hlink" folHlink="folHlink"/>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5E2E19-349C-FB00-6CAB-5795238F958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3" name="页脚占位符 2">
            <a:extLst>
              <a:ext uri="{FF2B5EF4-FFF2-40B4-BE49-F238E27FC236}">
                <a16:creationId xmlns:a16="http://schemas.microsoft.com/office/drawing/2014/main" id="{2C4DAE97-B03A-4E8B-4C7E-E409B29CFCB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4" name="灯片编号占位符 3">
            <a:extLst>
              <a:ext uri="{FF2B5EF4-FFF2-40B4-BE49-F238E27FC236}">
                <a16:creationId xmlns:a16="http://schemas.microsoft.com/office/drawing/2014/main" id="{A22C5279-157D-0F78-EED2-1DFBBE6E90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734394040"/>
      </p:ext>
    </p:extLst>
  </p:cSld>
  <p:clrMapOvr>
    <a:overrideClrMapping bg1="lt1" tx1="dk1" bg2="lt2" tx2="dk2" accent1="accent1" accent2="accent2" accent3="accent3" accent4="accent4" accent5="accent5" accent6="accent6" hlink="hlink" folHlink="folHlink"/>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C92F5-6E5C-FB83-93E9-D546B6503F0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8131BF7-47BD-BAD5-9BA2-83994A7E74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42750EAD-4BAC-5C85-8028-60182F6A2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5B1549A-5FC4-709B-A0A9-3BD96A2435D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02C88EC9-880C-1299-6B69-A5C41EBC4B8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165237FB-0522-6717-5C62-798F18796C3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4171972936"/>
      </p:ext>
    </p:extLst>
  </p:cSld>
  <p:clrMapOvr>
    <a:overrideClrMapping bg1="lt1" tx1="dk1" bg2="lt2" tx2="dk2" accent1="accent1" accent2="accent2" accent3="accent3" accent4="accent4" accent5="accent5" accent6="accent6" hlink="hlink" folHlink="folHlink"/>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83311-0C61-F474-17DA-DCD996023B8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35F7287C-E405-A276-2AE8-CDB8E1E6E9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D0B3676-C8EF-89D5-1F43-32A768A783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669902D-C530-F0A9-8C76-A25AF3BD398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FC41CEAC-4660-C7F1-E492-CA4D9B4B586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8EB93C4F-9A62-1BEC-2692-47FAC73FD5F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122193352"/>
      </p:ext>
    </p:extLst>
  </p:cSld>
  <p:clrMapOvr>
    <a:overrideClrMapping bg1="lt1" tx1="dk1" bg2="lt2" tx2="dk2" accent1="accent1" accent2="accent2" accent3="accent3" accent4="accent4" accent5="accent5" accent6="accent6" hlink="hlink" folHlink="folHlink"/>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E63F5-AB14-307E-A117-BB7B9BE0050C}"/>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428416D-578D-31E4-8A6B-522C636CCB5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109D001-C98D-F27C-ECAB-4B36BABF16F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8404E997-E50C-2F99-8BF2-06E6E6261E1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64393BD8-2F3E-60ED-213D-490DD864C6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22152772"/>
      </p:ext>
    </p:extLst>
  </p:cSld>
  <p:clrMapOvr>
    <a:overrideClrMapping bg1="lt1" tx1="dk1" bg2="lt2" tx2="dk2" accent1="accent1" accent2="accent2" accent3="accent3" accent4="accent4" accent5="accent5" accent6="accent6" hlink="hlink" folHlink="folHlink"/>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C2DFE68-BF3A-5D96-4440-1D4B4FCD0126}"/>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1EE67DE-D707-3499-0047-BE4D5E135DA4}"/>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A15237D-F9A9-54A4-F9EA-FC45BED98E3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8954EAF7-397A-083B-2E46-C00ED752A31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A7774D8F-8711-B28F-4511-D17E8000D3D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031793237"/>
      </p:ext>
    </p:extLst>
  </p:cSld>
  <p:clrMapOvr>
    <a:overrideClrMapping bg1="lt1" tx1="dk1" bg2="lt2" tx2="dk2" accent1="accent1" accent2="accent2" accent3="accent3" accent4="accent4" accent5="accent5" accent6="accent6" hlink="hlink" folHlink="folHlink"/>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16EBAB3-660E-949B-E61F-9CFA9BA6CC50}"/>
              </a:ext>
            </a:extLst>
          </p:cNvPr>
          <p:cNvSpPr>
            <a:spLocks noGrp="1"/>
          </p:cNvSpPr>
          <p:nvPr>
            <p:ph type="pic" sz="quarter" idx="10"/>
          </p:nvPr>
        </p:nvSpPr>
        <p:spPr>
          <a:xfrm>
            <a:off x="0" y="0"/>
            <a:ext cx="12192000" cy="6858000"/>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3597596182"/>
      </p:ext>
    </p:extLst>
  </p:cSld>
  <p:clrMapOvr>
    <a:overrideClrMapping bg1="lt1" tx1="dk1" bg2="lt2" tx2="dk2" accent1="accent1" accent2="accent2" accent3="accent3" accent4="accent4" accent5="accent5" accent6="accent6" hlink="hlink" folHlink="folHlink"/>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extLst>
      <p:ext uri="{BB962C8B-B14F-4D97-AF65-F5344CB8AC3E}">
        <p14:creationId xmlns:p14="http://schemas.microsoft.com/office/powerpoint/2010/main" val="4283886814"/>
      </p:ext>
    </p:extLst>
  </p:cSld>
  <p:clrMapOvr>
    <a:overrideClrMapping bg1="lt1" tx1="dk1" bg2="lt2" tx2="dk2" accent1="accent1" accent2="accent2" accent3="accent3" accent4="accent4" accent5="accent5" accent6="accent6" hlink="hlink" folHlink="folHlink"/>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1523047-2D2B-1F0E-354D-C34337C4857C}"/>
              </a:ext>
            </a:extLst>
          </p:cNvPr>
          <p:cNvSpPr>
            <a:spLocks noGrp="1"/>
          </p:cNvSpPr>
          <p:nvPr>
            <p:ph type="pic" sz="quarter" idx="10"/>
          </p:nvPr>
        </p:nvSpPr>
        <p:spPr>
          <a:xfrm>
            <a:off x="2218765" y="0"/>
            <a:ext cx="3877235" cy="5432612"/>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2578859046"/>
      </p:ext>
    </p:extLst>
  </p:cSld>
  <p:clrMapOvr>
    <a:overrideClrMapping bg1="lt1" tx1="dk1" bg2="lt2" tx2="dk2" accent1="accent1" accent2="accent2" accent3="accent3" accent4="accent4" accent5="accent5" accent6="accent6" hlink="hlink" folHlink="folHlink"/>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1">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ln>
            <a:noFill/>
          </a:ln>
        </p:spPr>
        <p:txBody>
          <a:bodyPr rtlCol="0">
            <a:normAutofit/>
          </a:bodyPr>
          <a:lstStyle/>
          <a:p>
            <a:pPr lvl="0"/>
            <a:endParaRPr lang="en-ID" noProof="0"/>
          </a:p>
        </p:txBody>
      </p:sp>
    </p:spTree>
    <p:extLst>
      <p:ext uri="{BB962C8B-B14F-4D97-AF65-F5344CB8AC3E}">
        <p14:creationId xmlns:p14="http://schemas.microsoft.com/office/powerpoint/2010/main" val="2798124701"/>
      </p:ext>
    </p:extLst>
  </p:cSld>
  <p:clrMapOvr>
    <a:overrideClrMapping bg1="lt1" tx1="dk1" bg2="lt2" tx2="dk2" accent1="accent1" accent2="accent2" accent3="accent3" accent4="accent4" accent5="accent5" accent6="accent6" hlink="hlink" folHlink="folHlink"/>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FFFA23C-39ED-FA90-23AF-F8398FC87F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extLst>
      <p:ext uri="{BB962C8B-B14F-4D97-AF65-F5344CB8AC3E}">
        <p14:creationId xmlns:p14="http://schemas.microsoft.com/office/powerpoint/2010/main" val="1402786096"/>
      </p:ext>
    </p:extLst>
  </p:cSld>
  <p:clrMapOvr>
    <a:overrideClrMapping bg1="lt1" tx1="dk1" bg2="lt2" tx2="dk2" accent1="accent1" accent2="accent2" accent3="accent3" accent4="accent4" accent5="accent5" accent6="accent6" hlink="hlink" folHlink="folHlink"/>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6152171"/>
      </p:ext>
    </p:extLst>
  </p:cSld>
  <p:clrMapOvr>
    <a:overrideClrMapping bg1="lt1" tx1="dk1" bg2="lt2" tx2="dk2" accent1="accent1" accent2="accent2" accent3="accent3" accent4="accent4" accent5="accent5" accent6="accent6" hlink="hlink" folHlink="folHlink"/>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5515402"/>
      </p:ext>
    </p:extLst>
  </p:cSld>
  <p:clrMapOvr>
    <a:overrideClrMapping bg1="lt1" tx1="dk1" bg2="lt2" tx2="dk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4381B0-DB39-757B-1A3A-91F82DEEC66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912D8B7B-CCF3-EDAD-D2CB-DDE6F447A4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6DF02A19-0B7A-7494-3DF5-87FFD81619D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3FB0552B-B23D-6F94-6AC8-62E098DD392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699FDEF9-645B-624F-B9C9-D884D1EB9A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717291407"/>
      </p:ext>
    </p:extLst>
  </p:cSld>
  <p:clrMapOvr>
    <a:overrideClrMapping bg1="lt1" tx1="dk1" bg2="lt2" tx2="dk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06EDD6-F8E2-B164-A9B5-DC22D7C2073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2CB68C5-1C29-B002-5E3C-58C7F11F05C2}"/>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1E77D1D-9BFC-327A-4AE3-922CBA2A3CA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7725F529-DFB2-55B5-DC6E-8F6FBC4CC34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819AA28F-67A0-3DAE-7C3B-1E2A3D052D0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291621024"/>
      </p:ext>
    </p:extLst>
  </p:cSld>
  <p:clrMapOvr>
    <a:overrideClrMapping bg1="lt1" tx1="dk1" bg2="lt2" tx2="dk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9D234F-336D-9B01-FD8F-6570FDEDD5C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97145BF-0ECB-ABF9-68EF-BB4C6B2DEC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4DBFDEF5-E7AB-4935-95C5-3C581CF659A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AE52C556-54BA-40D9-BD30-468D419BD89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2EFE63F1-2624-2100-F50E-EFC55CABC2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540096685"/>
      </p:ext>
    </p:extLst>
  </p:cSld>
  <p:clrMapOvr>
    <a:overrideClrMapping bg1="lt1" tx1="dk1" bg2="lt2" tx2="dk2" accent1="accent1" accent2="accent2" accent3="accent3" accent4="accent4" accent5="accent5" accent6="accent6" hlink="hlink" folHlink="folHlink"/>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413DDA-6E07-9B1D-E59C-16259249A22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499546C-B0C7-D8A6-1AEA-647BEE374488}"/>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D85B6EC-7EAD-8F7C-3020-97DD56701A8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F16EF6B-2D28-6DCD-CA2D-76875541899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7A31C7CE-70C9-CD7F-854E-FC14E1FA470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2DB86A00-E9E6-E417-DBFF-2CFB408CFCD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399292091"/>
      </p:ext>
    </p:extLst>
  </p:cSld>
  <p:clrMapOvr>
    <a:overrideClrMapping bg1="lt1" tx1="dk1" bg2="lt2" tx2="dk2" accent1="accent1" accent2="accent2" accent3="accent3" accent4="accent4" accent5="accent5" accent6="accent6" hlink="hlink" folHlink="folHlink"/>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D60ED9-CEF6-EDC6-BDFF-5EB174F488B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117456F-165A-7A33-6931-663C4DCDEA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A8B5192-3CB9-1EE8-FBC4-18487683E6BA}"/>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31E39816-5AC5-05F8-0C2F-2382B5BB39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650CB35-2353-E877-03A7-056762DBA9F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A4DC91F-421C-A590-530A-3B857B567B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8" name="页脚占位符 7">
            <a:extLst>
              <a:ext uri="{FF2B5EF4-FFF2-40B4-BE49-F238E27FC236}">
                <a16:creationId xmlns:a16="http://schemas.microsoft.com/office/drawing/2014/main" id="{CC7B2739-D81C-9C55-DA49-BE1CDE33B05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9" name="灯片编号占位符 8">
            <a:extLst>
              <a:ext uri="{FF2B5EF4-FFF2-40B4-BE49-F238E27FC236}">
                <a16:creationId xmlns:a16="http://schemas.microsoft.com/office/drawing/2014/main" id="{C3C1737B-AE0B-24C6-75D6-3F219CCC3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73215376"/>
      </p:ext>
    </p:extLst>
  </p:cSld>
  <p:clrMapOvr>
    <a:overrideClrMapping bg1="lt1" tx1="dk1" bg2="lt2" tx2="dk2" accent1="accent1" accent2="accent2" accent3="accent3" accent4="accent4" accent5="accent5" accent6="accent6" hlink="hlink" folHlink="folHlink"/>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5A7874-44E7-BDA6-FECC-AD926F11363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6833BAA7-3FCE-3ABF-05C2-1044A6D9EEE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4" name="页脚占位符 3">
            <a:extLst>
              <a:ext uri="{FF2B5EF4-FFF2-40B4-BE49-F238E27FC236}">
                <a16:creationId xmlns:a16="http://schemas.microsoft.com/office/drawing/2014/main" id="{A11DD9E1-4EDE-B43C-0306-3B2585995F3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灯片编号占位符 4">
            <a:extLst>
              <a:ext uri="{FF2B5EF4-FFF2-40B4-BE49-F238E27FC236}">
                <a16:creationId xmlns:a16="http://schemas.microsoft.com/office/drawing/2014/main" id="{8D037AEF-2E10-368A-D939-FFCBD6E596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39076442"/>
      </p:ext>
    </p:extLst>
  </p:cSld>
  <p:clrMapOvr>
    <a:overrideClrMapping bg1="lt1" tx1="dk1" bg2="lt2" tx2="dk2" accent1="accent1" accent2="accent2" accent3="accent3" accent4="accent4" accent5="accent5" accent6="accent6" hlink="hlink" folHlink="folHlink"/>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5E2E19-349C-FB00-6CAB-5795238F958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3" name="页脚占位符 2">
            <a:extLst>
              <a:ext uri="{FF2B5EF4-FFF2-40B4-BE49-F238E27FC236}">
                <a16:creationId xmlns:a16="http://schemas.microsoft.com/office/drawing/2014/main" id="{2C4DAE97-B03A-4E8B-4C7E-E409B29CFCB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4" name="灯片编号占位符 3">
            <a:extLst>
              <a:ext uri="{FF2B5EF4-FFF2-40B4-BE49-F238E27FC236}">
                <a16:creationId xmlns:a16="http://schemas.microsoft.com/office/drawing/2014/main" id="{A22C5279-157D-0F78-EED2-1DFBBE6E90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353779709"/>
      </p:ext>
    </p:extLst>
  </p:cSld>
  <p:clrMapOvr>
    <a:overrideClrMapping bg1="lt1" tx1="dk1" bg2="lt2" tx2="dk2" accent1="accent1" accent2="accent2" accent3="accent3" accent4="accent4" accent5="accent5" accent6="accent6" hlink="hlink" folHlink="folHlink"/>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C92F5-6E5C-FB83-93E9-D546B6503F0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8131BF7-47BD-BAD5-9BA2-83994A7E74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42750EAD-4BAC-5C85-8028-60182F6A2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5B1549A-5FC4-709B-A0A9-3BD96A2435D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02C88EC9-880C-1299-6B69-A5C41EBC4B8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165237FB-0522-6717-5C62-798F18796C3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508917007"/>
      </p:ext>
    </p:extLst>
  </p:cSld>
  <p:clrMapOvr>
    <a:overrideClrMapping bg1="lt1" tx1="dk1" bg2="lt2" tx2="dk2" accent1="accent1" accent2="accent2" accent3="accent3" accent4="accent4" accent5="accent5" accent6="accent6" hlink="hlink" folHlink="folHlink"/>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83311-0C61-F474-17DA-DCD996023B8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35F7287C-E405-A276-2AE8-CDB8E1E6E9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D0B3676-C8EF-89D5-1F43-32A768A783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669902D-C530-F0A9-8C76-A25AF3BD398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FC41CEAC-4660-C7F1-E492-CA4D9B4B586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8EB93C4F-9A62-1BEC-2692-47FAC73FD5F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452417034"/>
      </p:ext>
    </p:extLst>
  </p:cSld>
  <p:clrMapOvr>
    <a:overrideClrMapping bg1="lt1" tx1="dk1" bg2="lt2" tx2="dk2" accent1="accent1" accent2="accent2" accent3="accent3" accent4="accent4" accent5="accent5" accent6="accent6" hlink="hlink" folHlink="folHlink"/>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E63F5-AB14-307E-A117-BB7B9BE0050C}"/>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428416D-578D-31E4-8A6B-522C636CCB5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109D001-C98D-F27C-ECAB-4B36BABF16F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8404E997-E50C-2F99-8BF2-06E6E6261E1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64393BD8-2F3E-60ED-213D-490DD864C6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4278517129"/>
      </p:ext>
    </p:extLst>
  </p:cSld>
  <p:clrMapOvr>
    <a:overrideClrMapping bg1="lt1" tx1="dk1" bg2="lt2" tx2="dk2" accent1="accent1" accent2="accent2" accent3="accent3" accent4="accent4" accent5="accent5" accent6="accent6" hlink="hlink" folHlink="folHlink"/>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C2DFE68-BF3A-5D96-4440-1D4B4FCD0126}"/>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1EE67DE-D707-3499-0047-BE4D5E135DA4}"/>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A15237D-F9A9-54A4-F9EA-FC45BED98E3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8954EAF7-397A-083B-2E46-C00ED752A31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A7774D8F-8711-B28F-4511-D17E8000D3D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588472422"/>
      </p:ext>
    </p:extLst>
  </p:cSld>
  <p:clrMapOvr>
    <a:overrideClrMapping bg1="lt1" tx1="dk1" bg2="lt2" tx2="dk2" accent1="accent1" accent2="accent2" accent3="accent3" accent4="accent4" accent5="accent5" accent6="accent6" hlink="hlink" folHlink="folHlink"/>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16EBAB3-660E-949B-E61F-9CFA9BA6CC50}"/>
              </a:ext>
            </a:extLst>
          </p:cNvPr>
          <p:cNvSpPr>
            <a:spLocks noGrp="1"/>
          </p:cNvSpPr>
          <p:nvPr>
            <p:ph type="pic" sz="quarter" idx="10"/>
          </p:nvPr>
        </p:nvSpPr>
        <p:spPr>
          <a:xfrm>
            <a:off x="0" y="0"/>
            <a:ext cx="12192000" cy="6858000"/>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3514148131"/>
      </p:ext>
    </p:extLst>
  </p:cSld>
  <p:clrMapOvr>
    <a:overrideClrMapping bg1="lt1" tx1="dk1" bg2="lt2" tx2="dk2" accent1="accent1" accent2="accent2" accent3="accent3" accent4="accent4" accent5="accent5" accent6="accent6" hlink="hlink" folHlink="folHlink"/>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extLst>
      <p:ext uri="{BB962C8B-B14F-4D97-AF65-F5344CB8AC3E}">
        <p14:creationId xmlns:p14="http://schemas.microsoft.com/office/powerpoint/2010/main" val="3000871426"/>
      </p:ext>
    </p:extLst>
  </p:cSld>
  <p:clrMapOvr>
    <a:overrideClrMapping bg1="lt1" tx1="dk1" bg2="lt2" tx2="dk2" accent1="accent1" accent2="accent2" accent3="accent3" accent4="accent4" accent5="accent5" accent6="accent6" hlink="hlink" folHlink="folHlink"/>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1523047-2D2B-1F0E-354D-C34337C4857C}"/>
              </a:ext>
            </a:extLst>
          </p:cNvPr>
          <p:cNvSpPr>
            <a:spLocks noGrp="1"/>
          </p:cNvSpPr>
          <p:nvPr>
            <p:ph type="pic" sz="quarter" idx="10"/>
          </p:nvPr>
        </p:nvSpPr>
        <p:spPr>
          <a:xfrm>
            <a:off x="2218765" y="0"/>
            <a:ext cx="3877235" cy="5432612"/>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2709666513"/>
      </p:ext>
    </p:extLst>
  </p:cSld>
  <p:clrMapOvr>
    <a:overrideClrMapping bg1="lt1" tx1="dk1" bg2="lt2" tx2="dk2" accent1="accent1" accent2="accent2" accent3="accent3" accent4="accent4" accent5="accent5" accent6="accent6" hlink="hlink" folHlink="folHlink"/>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1">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ln>
            <a:noFill/>
          </a:ln>
        </p:spPr>
        <p:txBody>
          <a:bodyPr rtlCol="0">
            <a:normAutofit/>
          </a:bodyPr>
          <a:lstStyle/>
          <a:p>
            <a:pPr lvl="0"/>
            <a:endParaRPr lang="en-ID" noProof="0"/>
          </a:p>
        </p:txBody>
      </p:sp>
    </p:spTree>
    <p:extLst>
      <p:ext uri="{BB962C8B-B14F-4D97-AF65-F5344CB8AC3E}">
        <p14:creationId xmlns:p14="http://schemas.microsoft.com/office/powerpoint/2010/main" val="140188320"/>
      </p:ext>
    </p:extLst>
  </p:cSld>
  <p:clrMapOvr>
    <a:overrideClrMapping bg1="lt1" tx1="dk1" bg2="lt2" tx2="dk2" accent1="accent1" accent2="accent2" accent3="accent3" accent4="accent4" accent5="accent5" accent6="accent6" hlink="hlink" folHlink="folHlink"/>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FFFA23C-39ED-FA90-23AF-F8398FC87F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extLst>
      <p:ext uri="{BB962C8B-B14F-4D97-AF65-F5344CB8AC3E}">
        <p14:creationId xmlns:p14="http://schemas.microsoft.com/office/powerpoint/2010/main" val="4214136615"/>
      </p:ext>
    </p:extLst>
  </p:cSld>
  <p:clrMapOvr>
    <a:overrideClrMapping bg1="lt1" tx1="dk1" bg2="lt2" tx2="dk2" accent1="accent1" accent2="accent2" accent3="accent3" accent4="accent4" accent5="accent5" accent6="accent6" hlink="hlink" folHlink="folHlink"/>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8566357"/>
      </p:ext>
    </p:extLst>
  </p:cSld>
  <p:clrMapOvr>
    <a:overrideClrMapping bg1="lt1" tx1="dk1" bg2="lt2" tx2="dk2" accent1="accent1" accent2="accent2" accent3="accent3" accent4="accent4" accent5="accent5" accent6="accent6" hlink="hlink" folHlink="folHlink"/>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525839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59" Type="http://schemas.openxmlformats.org/officeDocument/2006/relationships/slideLayout" Target="../slideLayouts/slideLayout159.xml"/><Relationship Id="rId170" Type="http://schemas.openxmlformats.org/officeDocument/2006/relationships/slideLayout" Target="../slideLayouts/slideLayout170.xml"/><Relationship Id="rId191" Type="http://schemas.openxmlformats.org/officeDocument/2006/relationships/slideLayout" Target="../slideLayouts/slideLayout191.xml"/><Relationship Id="rId205" Type="http://schemas.openxmlformats.org/officeDocument/2006/relationships/slideLayout" Target="../slideLayouts/slideLayout205.xml"/><Relationship Id="rId226" Type="http://schemas.openxmlformats.org/officeDocument/2006/relationships/slideLayout" Target="../slideLayouts/slideLayout22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53" Type="http://schemas.openxmlformats.org/officeDocument/2006/relationships/slideLayout" Target="../slideLayouts/slideLayout53.xml"/><Relationship Id="rId74" Type="http://schemas.openxmlformats.org/officeDocument/2006/relationships/slideLayout" Target="../slideLayouts/slideLayout74.xml"/><Relationship Id="rId128" Type="http://schemas.openxmlformats.org/officeDocument/2006/relationships/slideLayout" Target="../slideLayouts/slideLayout128.xml"/><Relationship Id="rId149" Type="http://schemas.openxmlformats.org/officeDocument/2006/relationships/slideLayout" Target="../slideLayouts/slideLayout149.xml"/><Relationship Id="rId5" Type="http://schemas.openxmlformats.org/officeDocument/2006/relationships/slideLayout" Target="../slideLayouts/slideLayout5.xml"/><Relationship Id="rId95" Type="http://schemas.openxmlformats.org/officeDocument/2006/relationships/slideLayout" Target="../slideLayouts/slideLayout95.xml"/><Relationship Id="rId160" Type="http://schemas.openxmlformats.org/officeDocument/2006/relationships/slideLayout" Target="../slideLayouts/slideLayout160.xml"/><Relationship Id="rId181" Type="http://schemas.openxmlformats.org/officeDocument/2006/relationships/slideLayout" Target="../slideLayouts/slideLayout181.xml"/><Relationship Id="rId216" Type="http://schemas.openxmlformats.org/officeDocument/2006/relationships/slideLayout" Target="../slideLayouts/slideLayout216.xml"/><Relationship Id="rId237" Type="http://schemas.openxmlformats.org/officeDocument/2006/relationships/slideLayout" Target="../slideLayouts/slideLayout237.xml"/><Relationship Id="rId22" Type="http://schemas.openxmlformats.org/officeDocument/2006/relationships/slideLayout" Target="../slideLayouts/slideLayout22.xml"/><Relationship Id="rId43" Type="http://schemas.openxmlformats.org/officeDocument/2006/relationships/slideLayout" Target="../slideLayouts/slideLayout43.xml"/><Relationship Id="rId64" Type="http://schemas.openxmlformats.org/officeDocument/2006/relationships/slideLayout" Target="../slideLayouts/slideLayout64.xml"/><Relationship Id="rId118" Type="http://schemas.openxmlformats.org/officeDocument/2006/relationships/slideLayout" Target="../slideLayouts/slideLayout118.xml"/><Relationship Id="rId139" Type="http://schemas.openxmlformats.org/officeDocument/2006/relationships/slideLayout" Target="../slideLayouts/slideLayout139.xml"/><Relationship Id="rId85" Type="http://schemas.openxmlformats.org/officeDocument/2006/relationships/slideLayout" Target="../slideLayouts/slideLayout85.xml"/><Relationship Id="rId150" Type="http://schemas.openxmlformats.org/officeDocument/2006/relationships/slideLayout" Target="../slideLayouts/slideLayout150.xml"/><Relationship Id="rId171" Type="http://schemas.openxmlformats.org/officeDocument/2006/relationships/slideLayout" Target="../slideLayouts/slideLayout171.xml"/><Relationship Id="rId192" Type="http://schemas.openxmlformats.org/officeDocument/2006/relationships/slideLayout" Target="../slideLayouts/slideLayout192.xml"/><Relationship Id="rId206" Type="http://schemas.openxmlformats.org/officeDocument/2006/relationships/slideLayout" Target="../slideLayouts/slideLayout206.xml"/><Relationship Id="rId227" Type="http://schemas.openxmlformats.org/officeDocument/2006/relationships/slideLayout" Target="../slideLayouts/slideLayout227.xml"/><Relationship Id="rId12" Type="http://schemas.openxmlformats.org/officeDocument/2006/relationships/slideLayout" Target="../slideLayouts/slideLayout12.xml"/><Relationship Id="rId33" Type="http://schemas.openxmlformats.org/officeDocument/2006/relationships/slideLayout" Target="../slideLayouts/slideLayout33.xml"/><Relationship Id="rId108" Type="http://schemas.openxmlformats.org/officeDocument/2006/relationships/slideLayout" Target="../slideLayouts/slideLayout108.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5" Type="http://schemas.openxmlformats.org/officeDocument/2006/relationships/slideLayout" Target="../slideLayouts/slideLayout75.xml"/><Relationship Id="rId96" Type="http://schemas.openxmlformats.org/officeDocument/2006/relationships/slideLayout" Target="../slideLayouts/slideLayout96.xml"/><Relationship Id="rId140" Type="http://schemas.openxmlformats.org/officeDocument/2006/relationships/slideLayout" Target="../slideLayouts/slideLayout140.xml"/><Relationship Id="rId161" Type="http://schemas.openxmlformats.org/officeDocument/2006/relationships/slideLayout" Target="../slideLayouts/slideLayout161.xml"/><Relationship Id="rId182" Type="http://schemas.openxmlformats.org/officeDocument/2006/relationships/slideLayout" Target="../slideLayouts/slideLayout182.xml"/><Relationship Id="rId217" Type="http://schemas.openxmlformats.org/officeDocument/2006/relationships/slideLayout" Target="../slideLayouts/slideLayout217.xml"/><Relationship Id="rId6" Type="http://schemas.openxmlformats.org/officeDocument/2006/relationships/slideLayout" Target="../slideLayouts/slideLayout6.xml"/><Relationship Id="rId238" Type="http://schemas.openxmlformats.org/officeDocument/2006/relationships/slideLayout" Target="../slideLayouts/slideLayout238.xml"/><Relationship Id="rId23" Type="http://schemas.openxmlformats.org/officeDocument/2006/relationships/slideLayout" Target="../slideLayouts/slideLayout23.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5" Type="http://schemas.openxmlformats.org/officeDocument/2006/relationships/slideLayout" Target="../slideLayouts/slideLayout65.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51" Type="http://schemas.openxmlformats.org/officeDocument/2006/relationships/slideLayout" Target="../slideLayouts/slideLayout151.xml"/><Relationship Id="rId172" Type="http://schemas.openxmlformats.org/officeDocument/2006/relationships/slideLayout" Target="../slideLayouts/slideLayout172.xml"/><Relationship Id="rId193" Type="http://schemas.openxmlformats.org/officeDocument/2006/relationships/slideLayout" Target="../slideLayouts/slideLayout193.xml"/><Relationship Id="rId207" Type="http://schemas.openxmlformats.org/officeDocument/2006/relationships/slideLayout" Target="../slideLayouts/slideLayout207.xml"/><Relationship Id="rId228" Type="http://schemas.openxmlformats.org/officeDocument/2006/relationships/slideLayout" Target="../slideLayouts/slideLayout228.xml"/><Relationship Id="rId13" Type="http://schemas.openxmlformats.org/officeDocument/2006/relationships/slideLayout" Target="../slideLayouts/slideLayout13.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20" Type="http://schemas.openxmlformats.org/officeDocument/2006/relationships/slideLayout" Target="../slideLayouts/slideLayout120.xml"/><Relationship Id="rId141" Type="http://schemas.openxmlformats.org/officeDocument/2006/relationships/slideLayout" Target="../slideLayouts/slideLayout141.xml"/><Relationship Id="rId7" Type="http://schemas.openxmlformats.org/officeDocument/2006/relationships/slideLayout" Target="../slideLayouts/slideLayout7.xml"/><Relationship Id="rId162" Type="http://schemas.openxmlformats.org/officeDocument/2006/relationships/slideLayout" Target="../slideLayouts/slideLayout162.xml"/><Relationship Id="rId183" Type="http://schemas.openxmlformats.org/officeDocument/2006/relationships/slideLayout" Target="../slideLayouts/slideLayout183.xml"/><Relationship Id="rId218" Type="http://schemas.openxmlformats.org/officeDocument/2006/relationships/slideLayout" Target="../slideLayouts/slideLayout218.xml"/><Relationship Id="rId239" Type="http://schemas.openxmlformats.org/officeDocument/2006/relationships/slideLayout" Target="../slideLayouts/slideLayout239.xml"/><Relationship Id="rId24" Type="http://schemas.openxmlformats.org/officeDocument/2006/relationships/slideLayout" Target="../slideLayouts/slideLayout24.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31" Type="http://schemas.openxmlformats.org/officeDocument/2006/relationships/slideLayout" Target="../slideLayouts/slideLayout131.xml"/><Relationship Id="rId152" Type="http://schemas.openxmlformats.org/officeDocument/2006/relationships/slideLayout" Target="../slideLayouts/slideLayout152.xml"/><Relationship Id="rId173" Type="http://schemas.openxmlformats.org/officeDocument/2006/relationships/slideLayout" Target="../slideLayouts/slideLayout173.xml"/><Relationship Id="rId194" Type="http://schemas.openxmlformats.org/officeDocument/2006/relationships/slideLayout" Target="../slideLayouts/slideLayout194.xml"/><Relationship Id="rId208" Type="http://schemas.openxmlformats.org/officeDocument/2006/relationships/slideLayout" Target="../slideLayouts/slideLayout208.xml"/><Relationship Id="rId229" Type="http://schemas.openxmlformats.org/officeDocument/2006/relationships/slideLayout" Target="../slideLayouts/slideLayout229.xml"/><Relationship Id="rId240" Type="http://schemas.openxmlformats.org/officeDocument/2006/relationships/slideLayout" Target="../slideLayouts/slideLayout240.xml"/><Relationship Id="rId14" Type="http://schemas.openxmlformats.org/officeDocument/2006/relationships/slideLayout" Target="../slideLayouts/slideLayout14.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slideLayout" Target="../slideLayouts/slideLayout142.xml"/><Relationship Id="rId163" Type="http://schemas.openxmlformats.org/officeDocument/2006/relationships/slideLayout" Target="../slideLayouts/slideLayout163.xml"/><Relationship Id="rId184" Type="http://schemas.openxmlformats.org/officeDocument/2006/relationships/slideLayout" Target="../slideLayouts/slideLayout184.xml"/><Relationship Id="rId219" Type="http://schemas.openxmlformats.org/officeDocument/2006/relationships/slideLayout" Target="../slideLayouts/slideLayout219.xml"/><Relationship Id="rId230" Type="http://schemas.openxmlformats.org/officeDocument/2006/relationships/slideLayout" Target="../slideLayouts/slideLayout230.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3" Type="http://schemas.openxmlformats.org/officeDocument/2006/relationships/slideLayout" Target="../slideLayouts/slideLayout153.xml"/><Relationship Id="rId174" Type="http://schemas.openxmlformats.org/officeDocument/2006/relationships/slideLayout" Target="../slideLayouts/slideLayout174.xml"/><Relationship Id="rId195" Type="http://schemas.openxmlformats.org/officeDocument/2006/relationships/slideLayout" Target="../slideLayouts/slideLayout195.xml"/><Relationship Id="rId209" Type="http://schemas.openxmlformats.org/officeDocument/2006/relationships/slideLayout" Target="../slideLayouts/slideLayout209.xml"/><Relationship Id="rId220" Type="http://schemas.openxmlformats.org/officeDocument/2006/relationships/slideLayout" Target="../slideLayouts/slideLayout220.xml"/><Relationship Id="rId241" Type="http://schemas.openxmlformats.org/officeDocument/2006/relationships/slideLayout" Target="../slideLayouts/slideLayout241.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143" Type="http://schemas.openxmlformats.org/officeDocument/2006/relationships/slideLayout" Target="../slideLayouts/slideLayout143.xml"/><Relationship Id="rId148" Type="http://schemas.openxmlformats.org/officeDocument/2006/relationships/slideLayout" Target="../slideLayouts/slideLayout148.xml"/><Relationship Id="rId164" Type="http://schemas.openxmlformats.org/officeDocument/2006/relationships/slideLayout" Target="../slideLayouts/slideLayout164.xml"/><Relationship Id="rId169" Type="http://schemas.openxmlformats.org/officeDocument/2006/relationships/slideLayout" Target="../slideLayouts/slideLayout169.xml"/><Relationship Id="rId185" Type="http://schemas.openxmlformats.org/officeDocument/2006/relationships/slideLayout" Target="../slideLayouts/slideLayout185.xml"/><Relationship Id="rId4" Type="http://schemas.openxmlformats.org/officeDocument/2006/relationships/slideLayout" Target="../slideLayouts/slideLayout4.xml"/><Relationship Id="rId9" Type="http://schemas.openxmlformats.org/officeDocument/2006/relationships/slideLayout" Target="../slideLayouts/slideLayout9.xml"/><Relationship Id="rId180" Type="http://schemas.openxmlformats.org/officeDocument/2006/relationships/slideLayout" Target="../slideLayouts/slideLayout180.xml"/><Relationship Id="rId210" Type="http://schemas.openxmlformats.org/officeDocument/2006/relationships/slideLayout" Target="../slideLayouts/slideLayout210.xml"/><Relationship Id="rId215" Type="http://schemas.openxmlformats.org/officeDocument/2006/relationships/slideLayout" Target="../slideLayouts/slideLayout215.xml"/><Relationship Id="rId236" Type="http://schemas.openxmlformats.org/officeDocument/2006/relationships/slideLayout" Target="../slideLayouts/slideLayout236.xml"/><Relationship Id="rId26" Type="http://schemas.openxmlformats.org/officeDocument/2006/relationships/slideLayout" Target="../slideLayouts/slideLayout26.xml"/><Relationship Id="rId231" Type="http://schemas.openxmlformats.org/officeDocument/2006/relationships/slideLayout" Target="../slideLayouts/slideLayout231.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54" Type="http://schemas.openxmlformats.org/officeDocument/2006/relationships/slideLayout" Target="../slideLayouts/slideLayout154.xml"/><Relationship Id="rId175" Type="http://schemas.openxmlformats.org/officeDocument/2006/relationships/slideLayout" Target="../slideLayouts/slideLayout175.xml"/><Relationship Id="rId196" Type="http://schemas.openxmlformats.org/officeDocument/2006/relationships/slideLayout" Target="../slideLayouts/slideLayout196.xml"/><Relationship Id="rId200" Type="http://schemas.openxmlformats.org/officeDocument/2006/relationships/slideLayout" Target="../slideLayouts/slideLayout200.xml"/><Relationship Id="rId16" Type="http://schemas.openxmlformats.org/officeDocument/2006/relationships/slideLayout" Target="../slideLayouts/slideLayout16.xml"/><Relationship Id="rId221" Type="http://schemas.openxmlformats.org/officeDocument/2006/relationships/slideLayout" Target="../slideLayouts/slideLayout221.xml"/><Relationship Id="rId242" Type="http://schemas.openxmlformats.org/officeDocument/2006/relationships/slideLayout" Target="../slideLayouts/slideLayout242.xml"/><Relationship Id="rId37" Type="http://schemas.openxmlformats.org/officeDocument/2006/relationships/slideLayout" Target="../slideLayouts/slideLayout37.xml"/><Relationship Id="rId58" Type="http://schemas.openxmlformats.org/officeDocument/2006/relationships/slideLayout" Target="../slideLayouts/slideLayout58.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44" Type="http://schemas.openxmlformats.org/officeDocument/2006/relationships/slideLayout" Target="../slideLayouts/slideLayout144.xml"/><Relationship Id="rId90" Type="http://schemas.openxmlformats.org/officeDocument/2006/relationships/slideLayout" Target="../slideLayouts/slideLayout90.xml"/><Relationship Id="rId165" Type="http://schemas.openxmlformats.org/officeDocument/2006/relationships/slideLayout" Target="../slideLayouts/slideLayout165.xml"/><Relationship Id="rId186" Type="http://schemas.openxmlformats.org/officeDocument/2006/relationships/slideLayout" Target="../slideLayouts/slideLayout186.xml"/><Relationship Id="rId211" Type="http://schemas.openxmlformats.org/officeDocument/2006/relationships/slideLayout" Target="../slideLayouts/slideLayout211.xml"/><Relationship Id="rId232" Type="http://schemas.openxmlformats.org/officeDocument/2006/relationships/slideLayout" Target="../slideLayouts/slideLayout232.xml"/><Relationship Id="rId27" Type="http://schemas.openxmlformats.org/officeDocument/2006/relationships/slideLayout" Target="../slideLayouts/slideLayout27.xml"/><Relationship Id="rId48" Type="http://schemas.openxmlformats.org/officeDocument/2006/relationships/slideLayout" Target="../slideLayouts/slideLayout48.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34" Type="http://schemas.openxmlformats.org/officeDocument/2006/relationships/slideLayout" Target="../slideLayouts/slideLayout134.xml"/><Relationship Id="rId80" Type="http://schemas.openxmlformats.org/officeDocument/2006/relationships/slideLayout" Target="../slideLayouts/slideLayout80.xml"/><Relationship Id="rId155" Type="http://schemas.openxmlformats.org/officeDocument/2006/relationships/slideLayout" Target="../slideLayouts/slideLayout155.xml"/><Relationship Id="rId176" Type="http://schemas.openxmlformats.org/officeDocument/2006/relationships/slideLayout" Target="../slideLayouts/slideLayout176.xml"/><Relationship Id="rId197" Type="http://schemas.openxmlformats.org/officeDocument/2006/relationships/slideLayout" Target="../slideLayouts/slideLayout197.xml"/><Relationship Id="rId201" Type="http://schemas.openxmlformats.org/officeDocument/2006/relationships/slideLayout" Target="../slideLayouts/slideLayout201.xml"/><Relationship Id="rId222" Type="http://schemas.openxmlformats.org/officeDocument/2006/relationships/slideLayout" Target="../slideLayouts/slideLayout222.xml"/><Relationship Id="rId243" Type="http://schemas.openxmlformats.org/officeDocument/2006/relationships/slideLayout" Target="../slideLayouts/slideLayout243.xml"/><Relationship Id="rId17" Type="http://schemas.openxmlformats.org/officeDocument/2006/relationships/slideLayout" Target="../slideLayouts/slideLayout17.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24" Type="http://schemas.openxmlformats.org/officeDocument/2006/relationships/slideLayout" Target="../slideLayouts/slideLayout124.xml"/><Relationship Id="rId70" Type="http://schemas.openxmlformats.org/officeDocument/2006/relationships/slideLayout" Target="../slideLayouts/slideLayout70.xml"/><Relationship Id="rId91" Type="http://schemas.openxmlformats.org/officeDocument/2006/relationships/slideLayout" Target="../slideLayouts/slideLayout91.xml"/><Relationship Id="rId145" Type="http://schemas.openxmlformats.org/officeDocument/2006/relationships/slideLayout" Target="../slideLayouts/slideLayout145.xml"/><Relationship Id="rId166" Type="http://schemas.openxmlformats.org/officeDocument/2006/relationships/slideLayout" Target="../slideLayouts/slideLayout166.xml"/><Relationship Id="rId187" Type="http://schemas.openxmlformats.org/officeDocument/2006/relationships/slideLayout" Target="../slideLayouts/slideLayout187.xml"/><Relationship Id="rId1" Type="http://schemas.openxmlformats.org/officeDocument/2006/relationships/slideLayout" Target="../slideLayouts/slideLayout1.xml"/><Relationship Id="rId212" Type="http://schemas.openxmlformats.org/officeDocument/2006/relationships/slideLayout" Target="../slideLayouts/slideLayout212.xml"/><Relationship Id="rId233" Type="http://schemas.openxmlformats.org/officeDocument/2006/relationships/slideLayout" Target="../slideLayouts/slideLayout23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60" Type="http://schemas.openxmlformats.org/officeDocument/2006/relationships/slideLayout" Target="../slideLayouts/slideLayout60.xml"/><Relationship Id="rId81" Type="http://schemas.openxmlformats.org/officeDocument/2006/relationships/slideLayout" Target="../slideLayouts/slideLayout81.xml"/><Relationship Id="rId135" Type="http://schemas.openxmlformats.org/officeDocument/2006/relationships/slideLayout" Target="../slideLayouts/slideLayout135.xml"/><Relationship Id="rId156" Type="http://schemas.openxmlformats.org/officeDocument/2006/relationships/slideLayout" Target="../slideLayouts/slideLayout156.xml"/><Relationship Id="rId177" Type="http://schemas.openxmlformats.org/officeDocument/2006/relationships/slideLayout" Target="../slideLayouts/slideLayout177.xml"/><Relationship Id="rId198" Type="http://schemas.openxmlformats.org/officeDocument/2006/relationships/slideLayout" Target="../slideLayouts/slideLayout198.xml"/><Relationship Id="rId202" Type="http://schemas.openxmlformats.org/officeDocument/2006/relationships/slideLayout" Target="../slideLayouts/slideLayout202.xml"/><Relationship Id="rId223" Type="http://schemas.openxmlformats.org/officeDocument/2006/relationships/slideLayout" Target="../slideLayouts/slideLayout223.xml"/><Relationship Id="rId244" Type="http://schemas.openxmlformats.org/officeDocument/2006/relationships/slideLayout" Target="../slideLayouts/slideLayout244.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50" Type="http://schemas.openxmlformats.org/officeDocument/2006/relationships/slideLayout" Target="../slideLayouts/slideLayout50.xml"/><Relationship Id="rId104" Type="http://schemas.openxmlformats.org/officeDocument/2006/relationships/slideLayout" Target="../slideLayouts/slideLayout104.xml"/><Relationship Id="rId125" Type="http://schemas.openxmlformats.org/officeDocument/2006/relationships/slideLayout" Target="../slideLayouts/slideLayout125.xml"/><Relationship Id="rId146" Type="http://schemas.openxmlformats.org/officeDocument/2006/relationships/slideLayout" Target="../slideLayouts/slideLayout146.xml"/><Relationship Id="rId167" Type="http://schemas.openxmlformats.org/officeDocument/2006/relationships/slideLayout" Target="../slideLayouts/slideLayout167.xml"/><Relationship Id="rId188" Type="http://schemas.openxmlformats.org/officeDocument/2006/relationships/slideLayout" Target="../slideLayouts/slideLayout188.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13" Type="http://schemas.openxmlformats.org/officeDocument/2006/relationships/slideLayout" Target="../slideLayouts/slideLayout213.xml"/><Relationship Id="rId234" Type="http://schemas.openxmlformats.org/officeDocument/2006/relationships/slideLayout" Target="../slideLayouts/slideLayout234.xml"/><Relationship Id="rId2" Type="http://schemas.openxmlformats.org/officeDocument/2006/relationships/slideLayout" Target="../slideLayouts/slideLayout2.xml"/><Relationship Id="rId29" Type="http://schemas.openxmlformats.org/officeDocument/2006/relationships/slideLayout" Target="../slideLayouts/slideLayout29.xml"/><Relationship Id="rId40" Type="http://schemas.openxmlformats.org/officeDocument/2006/relationships/slideLayout" Target="../slideLayouts/slideLayout40.xml"/><Relationship Id="rId115" Type="http://schemas.openxmlformats.org/officeDocument/2006/relationships/slideLayout" Target="../slideLayouts/slideLayout115.xml"/><Relationship Id="rId136" Type="http://schemas.openxmlformats.org/officeDocument/2006/relationships/slideLayout" Target="../slideLayouts/slideLayout136.xml"/><Relationship Id="rId157" Type="http://schemas.openxmlformats.org/officeDocument/2006/relationships/slideLayout" Target="../slideLayouts/slideLayout157.xml"/><Relationship Id="rId178" Type="http://schemas.openxmlformats.org/officeDocument/2006/relationships/slideLayout" Target="../slideLayouts/slideLayout178.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9" Type="http://schemas.openxmlformats.org/officeDocument/2006/relationships/slideLayout" Target="../slideLayouts/slideLayout199.xml"/><Relationship Id="rId203" Type="http://schemas.openxmlformats.org/officeDocument/2006/relationships/slideLayout" Target="../slideLayouts/slideLayout203.xml"/><Relationship Id="rId19" Type="http://schemas.openxmlformats.org/officeDocument/2006/relationships/slideLayout" Target="../slideLayouts/slideLayout19.xml"/><Relationship Id="rId224" Type="http://schemas.openxmlformats.org/officeDocument/2006/relationships/slideLayout" Target="../slideLayouts/slideLayout224.xml"/><Relationship Id="rId245" Type="http://schemas.openxmlformats.org/officeDocument/2006/relationships/theme" Target="../theme/theme1.xml"/><Relationship Id="rId30" Type="http://schemas.openxmlformats.org/officeDocument/2006/relationships/slideLayout" Target="../slideLayouts/slideLayout3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147" Type="http://schemas.openxmlformats.org/officeDocument/2006/relationships/slideLayout" Target="../slideLayouts/slideLayout147.xml"/><Relationship Id="rId168" Type="http://schemas.openxmlformats.org/officeDocument/2006/relationships/slideLayout" Target="../slideLayouts/slideLayout16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189" Type="http://schemas.openxmlformats.org/officeDocument/2006/relationships/slideLayout" Target="../slideLayouts/slideLayout189.xml"/><Relationship Id="rId3" Type="http://schemas.openxmlformats.org/officeDocument/2006/relationships/slideLayout" Target="../slideLayouts/slideLayout3.xml"/><Relationship Id="rId214" Type="http://schemas.openxmlformats.org/officeDocument/2006/relationships/slideLayout" Target="../slideLayouts/slideLayout214.xml"/><Relationship Id="rId235" Type="http://schemas.openxmlformats.org/officeDocument/2006/relationships/slideLayout" Target="../slideLayouts/slideLayout235.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158" Type="http://schemas.openxmlformats.org/officeDocument/2006/relationships/slideLayout" Target="../slideLayouts/slideLayout158.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179" Type="http://schemas.openxmlformats.org/officeDocument/2006/relationships/slideLayout" Target="../slideLayouts/slideLayout179.xml"/><Relationship Id="rId190" Type="http://schemas.openxmlformats.org/officeDocument/2006/relationships/slideLayout" Target="../slideLayouts/slideLayout190.xml"/><Relationship Id="rId204" Type="http://schemas.openxmlformats.org/officeDocument/2006/relationships/slideLayout" Target="../slideLayouts/slideLayout204.xml"/><Relationship Id="rId225" Type="http://schemas.openxmlformats.org/officeDocument/2006/relationships/slideLayout" Target="../slideLayouts/slideLayout225.xml"/><Relationship Id="rId246" Type="http://schemas.openxmlformats.org/officeDocument/2006/relationships/image" Target="../media/image1.png"/><Relationship Id="rId106" Type="http://schemas.openxmlformats.org/officeDocument/2006/relationships/slideLayout" Target="../slideLayouts/slideLayout106.xml"/><Relationship Id="rId127" Type="http://schemas.openxmlformats.org/officeDocument/2006/relationships/slideLayout" Target="../slideLayouts/slideLayout1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2.xml"/><Relationship Id="rId13" Type="http://schemas.openxmlformats.org/officeDocument/2006/relationships/slideLayout" Target="../slideLayouts/slideLayout257.xml"/><Relationship Id="rId18" Type="http://schemas.openxmlformats.org/officeDocument/2006/relationships/slideLayout" Target="../slideLayouts/slideLayout262.xml"/><Relationship Id="rId3" Type="http://schemas.openxmlformats.org/officeDocument/2006/relationships/slideLayout" Target="../slideLayouts/slideLayout247.xml"/><Relationship Id="rId7" Type="http://schemas.openxmlformats.org/officeDocument/2006/relationships/slideLayout" Target="../slideLayouts/slideLayout251.xml"/><Relationship Id="rId12" Type="http://schemas.openxmlformats.org/officeDocument/2006/relationships/slideLayout" Target="../slideLayouts/slideLayout256.xml"/><Relationship Id="rId17" Type="http://schemas.openxmlformats.org/officeDocument/2006/relationships/slideLayout" Target="../slideLayouts/slideLayout261.xml"/><Relationship Id="rId2" Type="http://schemas.openxmlformats.org/officeDocument/2006/relationships/slideLayout" Target="../slideLayouts/slideLayout246.xml"/><Relationship Id="rId16" Type="http://schemas.openxmlformats.org/officeDocument/2006/relationships/slideLayout" Target="../slideLayouts/slideLayout260.xml"/><Relationship Id="rId20" Type="http://schemas.openxmlformats.org/officeDocument/2006/relationships/image" Target="../media/image3.jpg"/><Relationship Id="rId1" Type="http://schemas.openxmlformats.org/officeDocument/2006/relationships/slideLayout" Target="../slideLayouts/slideLayout245.xml"/><Relationship Id="rId6" Type="http://schemas.openxmlformats.org/officeDocument/2006/relationships/slideLayout" Target="../slideLayouts/slideLayout250.xml"/><Relationship Id="rId11" Type="http://schemas.openxmlformats.org/officeDocument/2006/relationships/slideLayout" Target="../slideLayouts/slideLayout255.xml"/><Relationship Id="rId5" Type="http://schemas.openxmlformats.org/officeDocument/2006/relationships/slideLayout" Target="../slideLayouts/slideLayout249.xml"/><Relationship Id="rId15" Type="http://schemas.openxmlformats.org/officeDocument/2006/relationships/slideLayout" Target="../slideLayouts/slideLayout259.xml"/><Relationship Id="rId10" Type="http://schemas.openxmlformats.org/officeDocument/2006/relationships/slideLayout" Target="../slideLayouts/slideLayout254.xml"/><Relationship Id="rId19" Type="http://schemas.openxmlformats.org/officeDocument/2006/relationships/theme" Target="../theme/theme2.xml"/><Relationship Id="rId4" Type="http://schemas.openxmlformats.org/officeDocument/2006/relationships/slideLayout" Target="../slideLayouts/slideLayout248.xml"/><Relationship Id="rId9" Type="http://schemas.openxmlformats.org/officeDocument/2006/relationships/slideLayout" Target="../slideLayouts/slideLayout253.xml"/><Relationship Id="rId14" Type="http://schemas.openxmlformats.org/officeDocument/2006/relationships/slideLayout" Target="../slideLayouts/slideLayout25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0.xml"/><Relationship Id="rId13" Type="http://schemas.openxmlformats.org/officeDocument/2006/relationships/slideLayout" Target="../slideLayouts/slideLayout275.xml"/><Relationship Id="rId18" Type="http://schemas.openxmlformats.org/officeDocument/2006/relationships/slideLayout" Target="../slideLayouts/slideLayout280.xml"/><Relationship Id="rId3" Type="http://schemas.openxmlformats.org/officeDocument/2006/relationships/slideLayout" Target="../slideLayouts/slideLayout265.xml"/><Relationship Id="rId7" Type="http://schemas.openxmlformats.org/officeDocument/2006/relationships/slideLayout" Target="../slideLayouts/slideLayout269.xml"/><Relationship Id="rId12" Type="http://schemas.openxmlformats.org/officeDocument/2006/relationships/slideLayout" Target="../slideLayouts/slideLayout274.xml"/><Relationship Id="rId17" Type="http://schemas.openxmlformats.org/officeDocument/2006/relationships/slideLayout" Target="../slideLayouts/slideLayout279.xml"/><Relationship Id="rId2" Type="http://schemas.openxmlformats.org/officeDocument/2006/relationships/slideLayout" Target="../slideLayouts/slideLayout264.xml"/><Relationship Id="rId16" Type="http://schemas.openxmlformats.org/officeDocument/2006/relationships/slideLayout" Target="../slideLayouts/slideLayout278.xml"/><Relationship Id="rId20" Type="http://schemas.openxmlformats.org/officeDocument/2006/relationships/image" Target="../media/image3.jpg"/><Relationship Id="rId1" Type="http://schemas.openxmlformats.org/officeDocument/2006/relationships/slideLayout" Target="../slideLayouts/slideLayout263.xml"/><Relationship Id="rId6" Type="http://schemas.openxmlformats.org/officeDocument/2006/relationships/slideLayout" Target="../slideLayouts/slideLayout268.xml"/><Relationship Id="rId11" Type="http://schemas.openxmlformats.org/officeDocument/2006/relationships/slideLayout" Target="../slideLayouts/slideLayout273.xml"/><Relationship Id="rId5" Type="http://schemas.openxmlformats.org/officeDocument/2006/relationships/slideLayout" Target="../slideLayouts/slideLayout267.xml"/><Relationship Id="rId15" Type="http://schemas.openxmlformats.org/officeDocument/2006/relationships/slideLayout" Target="../slideLayouts/slideLayout277.xml"/><Relationship Id="rId10" Type="http://schemas.openxmlformats.org/officeDocument/2006/relationships/slideLayout" Target="../slideLayouts/slideLayout272.xml"/><Relationship Id="rId19" Type="http://schemas.openxmlformats.org/officeDocument/2006/relationships/theme" Target="../theme/theme3.xml"/><Relationship Id="rId4" Type="http://schemas.openxmlformats.org/officeDocument/2006/relationships/slideLayout" Target="../slideLayouts/slideLayout266.xml"/><Relationship Id="rId9" Type="http://schemas.openxmlformats.org/officeDocument/2006/relationships/slideLayout" Target="../slideLayouts/slideLayout271.xml"/><Relationship Id="rId14" Type="http://schemas.openxmlformats.org/officeDocument/2006/relationships/slideLayout" Target="../slideLayouts/slideLayout27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46">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AECB2BD-A2D9-1C90-6BB8-C1BDEBF4FD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346378F-0B8E-824F-7061-F0B8FDAA1B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7756720A-BF36-4CE8-125F-F918FAA2DD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Alibaba PuHuiTi" pitchFamily="18" charset="-122"/>
                <a:ea typeface="Alibaba PuHuiTi"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FE0E1E2F-4D31-9B9B-7314-A236D0268A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Alibaba PuHuiTi" pitchFamily="18" charset="-122"/>
                <a:ea typeface="Alibaba PuHuiTi"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ACEBBFEC-4A6A-6824-5D2B-14170F4661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Alibaba PuHuiTi" pitchFamily="18" charset="-122"/>
                <a:ea typeface="Alibaba PuHuiTi"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41560235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742"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 id="2147483756" r:id="rId28"/>
    <p:sldLayoutId id="2147483757" r:id="rId29"/>
    <p:sldLayoutId id="2147483758" r:id="rId30"/>
    <p:sldLayoutId id="2147483759" r:id="rId31"/>
    <p:sldLayoutId id="2147483760" r:id="rId32"/>
    <p:sldLayoutId id="2147483761" r:id="rId33"/>
    <p:sldLayoutId id="2147483762" r:id="rId34"/>
    <p:sldLayoutId id="2147483763" r:id="rId35"/>
    <p:sldLayoutId id="2147483764" r:id="rId36"/>
    <p:sldLayoutId id="2147483765" r:id="rId37"/>
    <p:sldLayoutId id="2147483766" r:id="rId38"/>
    <p:sldLayoutId id="2147483767" r:id="rId39"/>
    <p:sldLayoutId id="2147483768" r:id="rId40"/>
    <p:sldLayoutId id="2147483769" r:id="rId41"/>
    <p:sldLayoutId id="2147483770" r:id="rId42"/>
    <p:sldLayoutId id="2147483771" r:id="rId43"/>
    <p:sldLayoutId id="2147483772" r:id="rId44"/>
    <p:sldLayoutId id="2147483773" r:id="rId45"/>
    <p:sldLayoutId id="2147483774" r:id="rId46"/>
    <p:sldLayoutId id="2147483775" r:id="rId47"/>
    <p:sldLayoutId id="2147483776" r:id="rId48"/>
    <p:sldLayoutId id="2147483777" r:id="rId49"/>
    <p:sldLayoutId id="2147483778" r:id="rId50"/>
    <p:sldLayoutId id="2147483779" r:id="rId51"/>
    <p:sldLayoutId id="2147483780" r:id="rId52"/>
    <p:sldLayoutId id="2147483781" r:id="rId53"/>
    <p:sldLayoutId id="2147483782" r:id="rId54"/>
    <p:sldLayoutId id="2147483783" r:id="rId55"/>
    <p:sldLayoutId id="2147483784" r:id="rId56"/>
    <p:sldLayoutId id="2147483785" r:id="rId57"/>
    <p:sldLayoutId id="2147483786" r:id="rId58"/>
    <p:sldLayoutId id="2147483787" r:id="rId59"/>
    <p:sldLayoutId id="2147483788" r:id="rId60"/>
    <p:sldLayoutId id="2147483789" r:id="rId61"/>
    <p:sldLayoutId id="2147483790" r:id="rId62"/>
    <p:sldLayoutId id="2147483791" r:id="rId63"/>
    <p:sldLayoutId id="2147483792" r:id="rId64"/>
    <p:sldLayoutId id="2147483793" r:id="rId65"/>
    <p:sldLayoutId id="2147483794" r:id="rId66"/>
    <p:sldLayoutId id="2147483795" r:id="rId67"/>
    <p:sldLayoutId id="2147483796" r:id="rId68"/>
    <p:sldLayoutId id="2147483797" r:id="rId69"/>
    <p:sldLayoutId id="2147483798" r:id="rId70"/>
    <p:sldLayoutId id="2147483799" r:id="rId71"/>
    <p:sldLayoutId id="2147483800" r:id="rId72"/>
    <p:sldLayoutId id="2147483801" r:id="rId73"/>
    <p:sldLayoutId id="2147483802" r:id="rId74"/>
    <p:sldLayoutId id="2147483803" r:id="rId75"/>
    <p:sldLayoutId id="2147483804" r:id="rId76"/>
    <p:sldLayoutId id="2147483805" r:id="rId77"/>
    <p:sldLayoutId id="2147483806" r:id="rId78"/>
    <p:sldLayoutId id="2147483807" r:id="rId79"/>
    <p:sldLayoutId id="2147483808" r:id="rId80"/>
    <p:sldLayoutId id="2147483809" r:id="rId81"/>
    <p:sldLayoutId id="2147483810" r:id="rId82"/>
    <p:sldLayoutId id="2147483811" r:id="rId83"/>
    <p:sldLayoutId id="2147483812" r:id="rId84"/>
    <p:sldLayoutId id="2147483813" r:id="rId85"/>
    <p:sldLayoutId id="2147483814" r:id="rId86"/>
    <p:sldLayoutId id="2147483815" r:id="rId87"/>
    <p:sldLayoutId id="2147483816" r:id="rId88"/>
    <p:sldLayoutId id="2147483817" r:id="rId89"/>
    <p:sldLayoutId id="2147483818" r:id="rId90"/>
    <p:sldLayoutId id="2147483819" r:id="rId91"/>
    <p:sldLayoutId id="2147483820" r:id="rId92"/>
    <p:sldLayoutId id="2147483821" r:id="rId93"/>
    <p:sldLayoutId id="2147483822" r:id="rId94"/>
    <p:sldLayoutId id="2147483823" r:id="rId95"/>
    <p:sldLayoutId id="2147483824" r:id="rId96"/>
    <p:sldLayoutId id="2147483825" r:id="rId97"/>
    <p:sldLayoutId id="2147483826" r:id="rId98"/>
    <p:sldLayoutId id="2147483827" r:id="rId99"/>
    <p:sldLayoutId id="2147483828" r:id="rId100"/>
    <p:sldLayoutId id="2147483829" r:id="rId101"/>
    <p:sldLayoutId id="2147483830" r:id="rId102"/>
    <p:sldLayoutId id="2147483831" r:id="rId103"/>
    <p:sldLayoutId id="2147483832" r:id="rId104"/>
    <p:sldLayoutId id="2147483833" r:id="rId105"/>
    <p:sldLayoutId id="2147483834" r:id="rId106"/>
    <p:sldLayoutId id="2147483835" r:id="rId107"/>
    <p:sldLayoutId id="2147483836" r:id="rId108"/>
    <p:sldLayoutId id="2147483837" r:id="rId109"/>
    <p:sldLayoutId id="2147483838" r:id="rId110"/>
    <p:sldLayoutId id="2147483839" r:id="rId111"/>
    <p:sldLayoutId id="2147483840" r:id="rId112"/>
    <p:sldLayoutId id="2147483841" r:id="rId113"/>
    <p:sldLayoutId id="2147483842" r:id="rId114"/>
    <p:sldLayoutId id="2147483843" r:id="rId115"/>
    <p:sldLayoutId id="2147483844" r:id="rId116"/>
    <p:sldLayoutId id="2147483845" r:id="rId117"/>
    <p:sldLayoutId id="2147483846" r:id="rId118"/>
    <p:sldLayoutId id="2147483847" r:id="rId119"/>
    <p:sldLayoutId id="2147483848" r:id="rId120"/>
    <p:sldLayoutId id="2147483849" r:id="rId121"/>
    <p:sldLayoutId id="2147483850" r:id="rId122"/>
    <p:sldLayoutId id="2147483851" r:id="rId123"/>
    <p:sldLayoutId id="2147483852" r:id="rId124"/>
    <p:sldLayoutId id="2147483853" r:id="rId125"/>
    <p:sldLayoutId id="2147483854" r:id="rId126"/>
    <p:sldLayoutId id="2147483855" r:id="rId127"/>
    <p:sldLayoutId id="2147483856" r:id="rId128"/>
    <p:sldLayoutId id="2147483857" r:id="rId129"/>
    <p:sldLayoutId id="2147483858" r:id="rId130"/>
    <p:sldLayoutId id="2147483859" r:id="rId131"/>
    <p:sldLayoutId id="2147483860" r:id="rId132"/>
    <p:sldLayoutId id="2147483861" r:id="rId133"/>
    <p:sldLayoutId id="2147483862" r:id="rId134"/>
    <p:sldLayoutId id="2147483863" r:id="rId135"/>
    <p:sldLayoutId id="2147483864" r:id="rId136"/>
    <p:sldLayoutId id="2147483865" r:id="rId137"/>
    <p:sldLayoutId id="2147483866" r:id="rId138"/>
    <p:sldLayoutId id="2147483867" r:id="rId139"/>
    <p:sldLayoutId id="2147483868" r:id="rId140"/>
    <p:sldLayoutId id="2147483869" r:id="rId141"/>
    <p:sldLayoutId id="2147483870" r:id="rId142"/>
    <p:sldLayoutId id="2147483871" r:id="rId143"/>
    <p:sldLayoutId id="2147483872" r:id="rId144"/>
    <p:sldLayoutId id="2147483873" r:id="rId145"/>
    <p:sldLayoutId id="2147483874" r:id="rId146"/>
    <p:sldLayoutId id="2147483875" r:id="rId147"/>
    <p:sldLayoutId id="2147483876" r:id="rId148"/>
    <p:sldLayoutId id="2147483877" r:id="rId149"/>
    <p:sldLayoutId id="2147483878" r:id="rId150"/>
    <p:sldLayoutId id="2147483879" r:id="rId151"/>
    <p:sldLayoutId id="2147483880" r:id="rId152"/>
    <p:sldLayoutId id="2147483881" r:id="rId153"/>
    <p:sldLayoutId id="2147483882" r:id="rId154"/>
    <p:sldLayoutId id="2147483883" r:id="rId155"/>
    <p:sldLayoutId id="2147483884" r:id="rId156"/>
    <p:sldLayoutId id="2147483885" r:id="rId157"/>
    <p:sldLayoutId id="2147483886" r:id="rId158"/>
    <p:sldLayoutId id="2147483887" r:id="rId159"/>
    <p:sldLayoutId id="2147483888" r:id="rId160"/>
    <p:sldLayoutId id="2147483889" r:id="rId161"/>
    <p:sldLayoutId id="2147483890" r:id="rId162"/>
    <p:sldLayoutId id="2147483891" r:id="rId163"/>
    <p:sldLayoutId id="2147483892" r:id="rId164"/>
    <p:sldLayoutId id="2147483893" r:id="rId165"/>
    <p:sldLayoutId id="2147483894" r:id="rId166"/>
    <p:sldLayoutId id="2147483895" r:id="rId167"/>
    <p:sldLayoutId id="2147483896" r:id="rId168"/>
    <p:sldLayoutId id="2147483897" r:id="rId169"/>
    <p:sldLayoutId id="2147483898" r:id="rId170"/>
    <p:sldLayoutId id="2147483899" r:id="rId171"/>
    <p:sldLayoutId id="2147483900" r:id="rId172"/>
    <p:sldLayoutId id="2147483901" r:id="rId173"/>
    <p:sldLayoutId id="2147483902" r:id="rId174"/>
    <p:sldLayoutId id="2147483903" r:id="rId175"/>
    <p:sldLayoutId id="2147483904" r:id="rId176"/>
    <p:sldLayoutId id="2147483905" r:id="rId177"/>
    <p:sldLayoutId id="2147483906" r:id="rId178"/>
    <p:sldLayoutId id="2147483907" r:id="rId179"/>
    <p:sldLayoutId id="2147483908" r:id="rId180"/>
    <p:sldLayoutId id="2147483909" r:id="rId181"/>
    <p:sldLayoutId id="2147483910" r:id="rId182"/>
    <p:sldLayoutId id="2147483911" r:id="rId183"/>
    <p:sldLayoutId id="2147483912" r:id="rId184"/>
    <p:sldLayoutId id="2147483913" r:id="rId185"/>
    <p:sldLayoutId id="2147483914" r:id="rId186"/>
    <p:sldLayoutId id="2147483915" r:id="rId187"/>
    <p:sldLayoutId id="2147483916" r:id="rId188"/>
    <p:sldLayoutId id="2147483917" r:id="rId189"/>
    <p:sldLayoutId id="2147483918" r:id="rId190"/>
    <p:sldLayoutId id="2147483919" r:id="rId191"/>
    <p:sldLayoutId id="2147483920" r:id="rId192"/>
    <p:sldLayoutId id="2147483921" r:id="rId193"/>
    <p:sldLayoutId id="2147483922" r:id="rId194"/>
    <p:sldLayoutId id="2147483927" r:id="rId195"/>
    <p:sldLayoutId id="2147483928" r:id="rId196"/>
    <p:sldLayoutId id="2147483929" r:id="rId197"/>
    <p:sldLayoutId id="2147483930" r:id="rId198"/>
    <p:sldLayoutId id="2147483931" r:id="rId199"/>
    <p:sldLayoutId id="2147483932" r:id="rId200"/>
    <p:sldLayoutId id="2147483933" r:id="rId201"/>
    <p:sldLayoutId id="2147483934" r:id="rId202"/>
    <p:sldLayoutId id="2147483935" r:id="rId203"/>
    <p:sldLayoutId id="2147483936" r:id="rId204"/>
    <p:sldLayoutId id="2147483937" r:id="rId205"/>
    <p:sldLayoutId id="2147483938" r:id="rId206"/>
    <p:sldLayoutId id="2147483939" r:id="rId207"/>
    <p:sldLayoutId id="2147483940" r:id="rId208"/>
    <p:sldLayoutId id="2147483941" r:id="rId209"/>
    <p:sldLayoutId id="2147483942" r:id="rId210"/>
    <p:sldLayoutId id="2147483943" r:id="rId211"/>
    <p:sldLayoutId id="2147483944" r:id="rId212"/>
    <p:sldLayoutId id="2147483945" r:id="rId213"/>
    <p:sldLayoutId id="2147483946" r:id="rId214"/>
    <p:sldLayoutId id="2147483947" r:id="rId215"/>
    <p:sldLayoutId id="2147483948" r:id="rId216"/>
    <p:sldLayoutId id="2147483949" r:id="rId217"/>
    <p:sldLayoutId id="2147483950" r:id="rId218"/>
    <p:sldLayoutId id="2147483951" r:id="rId219"/>
    <p:sldLayoutId id="2147483952" r:id="rId220"/>
    <p:sldLayoutId id="2147483953" r:id="rId221"/>
    <p:sldLayoutId id="2147483954" r:id="rId222"/>
    <p:sldLayoutId id="2147483955" r:id="rId223"/>
    <p:sldLayoutId id="2147483956" r:id="rId224"/>
    <p:sldLayoutId id="2147483957" r:id="rId225"/>
    <p:sldLayoutId id="2147483958" r:id="rId226"/>
    <p:sldLayoutId id="2147483959" r:id="rId227"/>
    <p:sldLayoutId id="2147483960" r:id="rId228"/>
    <p:sldLayoutId id="2147483961" r:id="rId229"/>
    <p:sldLayoutId id="2147483962" r:id="rId230"/>
    <p:sldLayoutId id="2147483963" r:id="rId231"/>
    <p:sldLayoutId id="2147483964" r:id="rId232"/>
    <p:sldLayoutId id="2147483965" r:id="rId233"/>
    <p:sldLayoutId id="2147483966" r:id="rId234"/>
    <p:sldLayoutId id="2147483967" r:id="rId235"/>
    <p:sldLayoutId id="2147483968" r:id="rId236"/>
    <p:sldLayoutId id="2147483969" r:id="rId237"/>
    <p:sldLayoutId id="2147484147" r:id="rId238"/>
    <p:sldLayoutId id="2147484168" r:id="rId239"/>
    <p:sldLayoutId id="2147484134" r:id="rId240"/>
    <p:sldLayoutId id="2147484135" r:id="rId241"/>
    <p:sldLayoutId id="2147484136" r:id="rId242"/>
    <p:sldLayoutId id="2147484137" r:id="rId243"/>
    <p:sldLayoutId id="2147484139" r:id="rId24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libaba PuHuiTi" pitchFamily="18" charset="-122"/>
          <a:ea typeface="Alibaba PuHuiTi"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libaba PuHuiTi" pitchFamily="18" charset="-122"/>
          <a:ea typeface="Alibaba PuHuiTi"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libaba PuHuiTi" pitchFamily="18" charset="-122"/>
          <a:ea typeface="Alibaba PuHuiTi"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6" descr="背景图案&#10;&#10;描述已自动生成">
            <a:extLst>
              <a:ext uri="{FF2B5EF4-FFF2-40B4-BE49-F238E27FC236}">
                <a16:creationId xmlns:a16="http://schemas.microsoft.com/office/drawing/2014/main" id="{98BEC0BD-F41C-CBCF-5AFF-DE40A316C999}"/>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占位符 1">
            <a:extLst>
              <a:ext uri="{FF2B5EF4-FFF2-40B4-BE49-F238E27FC236}">
                <a16:creationId xmlns:a16="http://schemas.microsoft.com/office/drawing/2014/main" id="{6AECB2BD-A2D9-1C90-6BB8-C1BDEBF4FD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346378F-0B8E-824F-7061-F0B8FDAA1B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7756720A-BF36-4CE8-125F-F918FAA2DD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Alibaba PuHuiTi" pitchFamily="18" charset="-122"/>
                <a:ea typeface="Alibaba PuHuiTi"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FE0E1E2F-4D31-9B9B-7314-A236D0268A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Alibaba PuHuiTi" pitchFamily="18" charset="-122"/>
                <a:ea typeface="Alibaba PuHuiTi"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ACEBBFEC-4A6A-6824-5D2B-14170F4661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Alibaba PuHuiTi" pitchFamily="18" charset="-122"/>
                <a:ea typeface="Alibaba PuHuiTi"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889732974"/>
      </p:ext>
    </p:extLst>
  </p:cSld>
  <p:clrMap bg1="lt1" tx1="dk1" bg2="lt2" tx2="dk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 id="2147483982" r:id="rId12"/>
    <p:sldLayoutId id="2147483983" r:id="rId13"/>
    <p:sldLayoutId id="2147483984" r:id="rId14"/>
    <p:sldLayoutId id="2147483985" r:id="rId15"/>
    <p:sldLayoutId id="2147483986" r:id="rId16"/>
    <p:sldLayoutId id="2147483987" r:id="rId17"/>
    <p:sldLayoutId id="214748398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libaba PuHuiTi" pitchFamily="18" charset="-122"/>
          <a:ea typeface="Alibaba PuHuiTi"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libaba PuHuiTi" pitchFamily="18" charset="-122"/>
          <a:ea typeface="Alibaba PuHuiTi"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libaba PuHuiTi" pitchFamily="18" charset="-122"/>
          <a:ea typeface="Alibaba PuHuiTi"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6" descr="背景图案&#10;&#10;描述已自动生成">
            <a:extLst>
              <a:ext uri="{FF2B5EF4-FFF2-40B4-BE49-F238E27FC236}">
                <a16:creationId xmlns:a16="http://schemas.microsoft.com/office/drawing/2014/main" id="{98BEC0BD-F41C-CBCF-5AFF-DE40A316C999}"/>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占位符 1">
            <a:extLst>
              <a:ext uri="{FF2B5EF4-FFF2-40B4-BE49-F238E27FC236}">
                <a16:creationId xmlns:a16="http://schemas.microsoft.com/office/drawing/2014/main" id="{6AECB2BD-A2D9-1C90-6BB8-C1BDEBF4FD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346378F-0B8E-824F-7061-F0B8FDAA1B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7756720A-BF36-4CE8-125F-F918FAA2DD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Alibaba PuHuiTi" pitchFamily="18" charset="-122"/>
                <a:ea typeface="Alibaba PuHuiTi"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FE0E1E2F-4D31-9B9B-7314-A236D0268A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Alibaba PuHuiTi" pitchFamily="18" charset="-122"/>
                <a:ea typeface="Alibaba PuHuiTi"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ACEBBFEC-4A6A-6824-5D2B-14170F4661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Alibaba PuHuiTi" pitchFamily="18" charset="-122"/>
                <a:ea typeface="Alibaba PuHuiTi"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17712010"/>
      </p:ext>
    </p:extLst>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 id="2147484020" r:id="rId12"/>
    <p:sldLayoutId id="2147484021" r:id="rId13"/>
    <p:sldLayoutId id="2147484022" r:id="rId14"/>
    <p:sldLayoutId id="2147484023" r:id="rId15"/>
    <p:sldLayoutId id="2147484024" r:id="rId16"/>
    <p:sldLayoutId id="2147484025" r:id="rId17"/>
    <p:sldLayoutId id="214748402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libaba PuHuiTi" pitchFamily="18" charset="-122"/>
          <a:ea typeface="Alibaba PuHuiTi"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libaba PuHuiTi" pitchFamily="18" charset="-122"/>
          <a:ea typeface="Alibaba PuHuiTi"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libaba PuHuiTi" pitchFamily="18" charset="-122"/>
          <a:ea typeface="Alibaba PuHuiTi"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60.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60.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0.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60.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80.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4" cstate="print">
            <a:extLst>
              <a:ext uri="{28A0092B-C50C-407E-A947-70E740481C1C}">
                <a14:useLocalDpi xmlns:a14="http://schemas.microsoft.com/office/drawing/2010/main" val="0"/>
              </a:ext>
            </a:extLst>
          </a:blip>
          <a:srcRect t="33541" b="24374"/>
          <a:stretch/>
        </p:blipFill>
        <p:spPr>
          <a:xfrm>
            <a:off x="-1200" y="1"/>
            <a:ext cx="12192000" cy="3846972"/>
          </a:xfrm>
          <a:prstGeom prst="rect">
            <a:avLst/>
          </a:prstGeom>
        </p:spPr>
      </p:pic>
      <p:pic>
        <p:nvPicPr>
          <p:cNvPr id="18" name="图片 17"/>
          <p:cNvPicPr>
            <a:picLocks noChangeAspect="1"/>
          </p:cNvPicPr>
          <p:nvPr/>
        </p:nvPicPr>
        <p:blipFill rotWithShape="1">
          <a:blip r:embed="rId5" cstate="print">
            <a:extLst>
              <a:ext uri="{28A0092B-C50C-407E-A947-70E740481C1C}">
                <a14:useLocalDpi xmlns:a14="http://schemas.microsoft.com/office/drawing/2010/main" val="0"/>
              </a:ext>
            </a:extLst>
          </a:blip>
          <a:srcRect t="20586" b="27820"/>
          <a:stretch/>
        </p:blipFill>
        <p:spPr>
          <a:xfrm>
            <a:off x="10049247" y="4157509"/>
            <a:ext cx="1764257" cy="682452"/>
          </a:xfrm>
          <a:prstGeom prst="rect">
            <a:avLst/>
          </a:prstGeom>
        </p:spPr>
      </p:pic>
      <p:sp>
        <p:nvSpPr>
          <p:cNvPr id="20" name="矩形 19">
            <a:extLst>
              <a:ext uri="{FF2B5EF4-FFF2-40B4-BE49-F238E27FC236}">
                <a16:creationId xmlns:a16="http://schemas.microsoft.com/office/drawing/2014/main" id="{52383340-19C7-181E-D97B-022C24FA2273}"/>
              </a:ext>
            </a:extLst>
          </p:cNvPr>
          <p:cNvSpPr/>
          <p:nvPr/>
        </p:nvSpPr>
        <p:spPr>
          <a:xfrm>
            <a:off x="-1200" y="1"/>
            <a:ext cx="12190800" cy="3821674"/>
          </a:xfrm>
          <a:prstGeom prst="rect">
            <a:avLst/>
          </a:prstGeom>
          <a:gradFill flip="none" rotWithShape="1">
            <a:gsLst>
              <a:gs pos="45000">
                <a:srgbClr val="441351">
                  <a:alpha val="0"/>
                </a:srgbClr>
              </a:gs>
              <a:gs pos="94000">
                <a:srgbClr val="441351">
                  <a:alpha val="72000"/>
                </a:srgb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
        <p:nvSpPr>
          <p:cNvPr id="21" name="文本框 20"/>
          <p:cNvSpPr txBox="1"/>
          <p:nvPr/>
        </p:nvSpPr>
        <p:spPr>
          <a:xfrm>
            <a:off x="586608" y="4199769"/>
            <a:ext cx="648865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200" normalizeH="0" baseline="0" noProof="0" dirty="0">
                <a:ln>
                  <a:noFill/>
                </a:ln>
                <a:solidFill>
                  <a:srgbClr val="441351"/>
                </a:solidFill>
                <a:effectLst/>
                <a:uLnTx/>
                <a:uFillTx/>
                <a:latin typeface="微软雅黑" panose="020B0503020204020204" pitchFamily="34" charset="-122"/>
                <a:ea typeface="微软雅黑" panose="020B0503020204020204" pitchFamily="34" charset="-122"/>
                <a:cs typeface="阿里巴巴普惠体 Heavy" panose="00020600040101010101" pitchFamily="18" charset="-122"/>
              </a:rPr>
              <a:t>添加标题描述添加标题描述添加标题描述</a:t>
            </a:r>
          </a:p>
        </p:txBody>
      </p:sp>
      <p:sp>
        <p:nvSpPr>
          <p:cNvPr id="24" name="文本框 23"/>
          <p:cNvSpPr txBox="1"/>
          <p:nvPr/>
        </p:nvSpPr>
        <p:spPr>
          <a:xfrm>
            <a:off x="559160" y="4601341"/>
            <a:ext cx="6340197"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思源黑体 CN Bold" panose="020B0800000000000000" charset="-122"/>
              </a:rPr>
              <a:t>清华大学演示文稿模板</a:t>
            </a:r>
          </a:p>
        </p:txBody>
      </p:sp>
      <p:sp>
        <p:nvSpPr>
          <p:cNvPr id="25" name="矩形 24"/>
          <p:cNvSpPr/>
          <p:nvPr/>
        </p:nvSpPr>
        <p:spPr>
          <a:xfrm>
            <a:off x="586608" y="5795420"/>
            <a:ext cx="6718935" cy="418191"/>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zh-CN" altLang="en-US" sz="1600" b="1" i="0" u="none" strike="noStrike" kern="0" cap="none" spc="10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Source Han Sans Regular" panose="020B0500000000000000" charset="-122"/>
                <a:sym typeface="+mn-lt"/>
              </a:rPr>
              <a:t>汇报人：</a:t>
            </a:r>
            <a:r>
              <a:rPr kumimoji="0" lang="en-US" altLang="zh-CN" sz="1600" b="1" i="0" u="none" strike="noStrike" kern="0" cap="none" spc="10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Source Han Sans Regular" panose="020B0500000000000000" charset="-122"/>
                <a:sym typeface="+mn-lt"/>
              </a:rPr>
              <a:t>XXX</a:t>
            </a:r>
            <a:r>
              <a:rPr kumimoji="0" lang="zh-CN" altLang="en-US" sz="1600" b="1" i="0" u="none" strike="noStrike" kern="0" cap="none" spc="10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Source Han Sans Regular" panose="020B0500000000000000" charset="-122"/>
                <a:sym typeface="+mn-lt"/>
              </a:rPr>
              <a:t>      日期：</a:t>
            </a:r>
            <a:r>
              <a:rPr kumimoji="0" lang="en-US" altLang="zh-CN" sz="1600" b="1" i="0" u="none" strike="noStrike" kern="0" cap="none" spc="10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Source Han Sans Regular" panose="020B0500000000000000" charset="-122"/>
                <a:sym typeface="+mn-lt"/>
              </a:rPr>
              <a:t>XX</a:t>
            </a:r>
            <a:r>
              <a:rPr kumimoji="0" lang="zh-CN" altLang="en-US" sz="1600" b="1" i="0" u="none" strike="noStrike" kern="0" cap="none" spc="10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Source Han Sans Regular" panose="020B0500000000000000" charset="-122"/>
                <a:sym typeface="+mn-lt"/>
              </a:rPr>
              <a:t>年</a:t>
            </a:r>
            <a:r>
              <a:rPr kumimoji="0" lang="en-US" altLang="zh-CN" sz="1600" b="1" i="0" u="none" strike="noStrike" kern="0" cap="none" spc="10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Source Han Sans Regular" panose="020B0500000000000000" charset="-122"/>
                <a:sym typeface="+mn-lt"/>
              </a:rPr>
              <a:t>XX</a:t>
            </a:r>
            <a:r>
              <a:rPr kumimoji="0" lang="zh-CN" altLang="en-US" sz="1600" b="1" i="0" u="none" strike="noStrike" kern="0" cap="none" spc="10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Source Han Sans Regular" panose="020B0500000000000000" charset="-122"/>
                <a:sym typeface="+mn-lt"/>
              </a:rPr>
              <a:t>月</a:t>
            </a:r>
          </a:p>
        </p:txBody>
      </p:sp>
      <p:cxnSp>
        <p:nvCxnSpPr>
          <p:cNvPr id="26" name="直接连接符 25"/>
          <p:cNvCxnSpPr/>
          <p:nvPr/>
        </p:nvCxnSpPr>
        <p:spPr>
          <a:xfrm flipH="1">
            <a:off x="670701" y="5589761"/>
            <a:ext cx="6000963" cy="0"/>
          </a:xfrm>
          <a:prstGeom prst="line">
            <a:avLst/>
          </a:prstGeom>
          <a:ln w="41275" cap="rnd">
            <a:solidFill>
              <a:srgbClr val="441351">
                <a:alpha val="79000"/>
              </a:srgbClr>
            </a:solidFill>
          </a:ln>
        </p:spPr>
        <p:style>
          <a:lnRef idx="3">
            <a:schemeClr val="accent1"/>
          </a:lnRef>
          <a:fillRef idx="0">
            <a:srgbClr val="FFFFFF"/>
          </a:fillRef>
          <a:effectRef idx="0">
            <a:srgbClr val="FFFFFF"/>
          </a:effectRef>
          <a:fontRef idx="minor">
            <a:schemeClr val="tx1"/>
          </a:fontRef>
        </p:style>
      </p:cxnSp>
      <p:sp>
        <p:nvSpPr>
          <p:cNvPr id="27" name="矩形 26">
            <a:extLst>
              <a:ext uri="{FF2B5EF4-FFF2-40B4-BE49-F238E27FC236}">
                <a16:creationId xmlns:a16="http://schemas.microsoft.com/office/drawing/2014/main" id="{55E907FF-ABAB-0EC1-5477-BF33E4133990}"/>
              </a:ext>
            </a:extLst>
          </p:cNvPr>
          <p:cNvSpPr/>
          <p:nvPr/>
        </p:nvSpPr>
        <p:spPr>
          <a:xfrm>
            <a:off x="-1200" y="6680863"/>
            <a:ext cx="12193200" cy="173033"/>
          </a:xfrm>
          <a:prstGeom prst="rect">
            <a:avLst/>
          </a:prstGeom>
          <a:solidFill>
            <a:srgbClr val="441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4276760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4" cstate="print">
            <a:extLst>
              <a:ext uri="{28A0092B-C50C-407E-A947-70E740481C1C}">
                <a14:useLocalDpi xmlns:a14="http://schemas.microsoft.com/office/drawing/2010/main" val="0"/>
              </a:ext>
            </a:extLst>
          </a:blip>
          <a:srcRect l="1884" t="17299"/>
          <a:stretch/>
        </p:blipFill>
        <p:spPr>
          <a:xfrm>
            <a:off x="0" y="0"/>
            <a:ext cx="12192000" cy="6858000"/>
          </a:xfrm>
          <a:prstGeom prst="rect">
            <a:avLst/>
          </a:prstGeom>
        </p:spPr>
      </p:pic>
      <p:sp>
        <p:nvSpPr>
          <p:cNvPr id="60" name="矩形 59"/>
          <p:cNvSpPr/>
          <p:nvPr/>
        </p:nvSpPr>
        <p:spPr>
          <a:xfrm>
            <a:off x="0" y="0"/>
            <a:ext cx="12191999" cy="6858000"/>
          </a:xfrm>
          <a:prstGeom prst="rect">
            <a:avLst/>
          </a:prstGeom>
          <a:gradFill>
            <a:gsLst>
              <a:gs pos="0">
                <a:srgbClr val="441351"/>
              </a:gs>
              <a:gs pos="62000">
                <a:schemeClr val="accent1">
                  <a:alpha val="0"/>
                </a:schemeClr>
              </a:gs>
            </a:gsLst>
            <a:lin ang="170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微软雅黑" panose="020B0503020204020204" pitchFamily="34" charset="-122"/>
              <a:cs typeface="+mn-cs"/>
            </a:endParaRPr>
          </a:p>
        </p:txBody>
      </p:sp>
      <p:sp>
        <p:nvSpPr>
          <p:cNvPr id="10" name="矩形 9"/>
          <p:cNvSpPr/>
          <p:nvPr/>
        </p:nvSpPr>
        <p:spPr>
          <a:xfrm>
            <a:off x="1" y="701040"/>
            <a:ext cx="12192000" cy="5434275"/>
          </a:xfrm>
          <a:prstGeom prst="rect">
            <a:avLst/>
          </a:prstGeom>
          <a:solidFill>
            <a:schemeClr val="bg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Calibri"/>
              <a:ea typeface="微软雅黑" panose="020B0503020204020204" pitchFamily="34" charset="-122"/>
              <a:cs typeface="+mn-cs"/>
            </a:endParaRPr>
          </a:p>
        </p:txBody>
      </p:sp>
      <p:sp>
        <p:nvSpPr>
          <p:cNvPr id="11" name="文本框 10"/>
          <p:cNvSpPr txBox="1"/>
          <p:nvPr/>
        </p:nvSpPr>
        <p:spPr>
          <a:xfrm>
            <a:off x="768346" y="1337809"/>
            <a:ext cx="1877437" cy="110799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6600" b="1" i="0" u="none" strike="noStrike" kern="1200" cap="none" spc="0" normalizeH="0" baseline="0" noProof="0" dirty="0">
                <a:ln>
                  <a:noFill/>
                </a:ln>
                <a:solidFill>
                  <a:srgbClr val="441351"/>
                </a:solidFill>
                <a:effectLst/>
                <a:uLnTx/>
                <a:uFillTx/>
                <a:latin typeface="微软雅黑" panose="020B0503020204020204" pitchFamily="34" charset="-122"/>
                <a:ea typeface="微软雅黑" panose="020B0503020204020204" pitchFamily="34" charset="-122"/>
              </a:rPr>
              <a:t>目录</a:t>
            </a:r>
          </a:p>
        </p:txBody>
      </p:sp>
      <p:sp>
        <p:nvSpPr>
          <p:cNvPr id="12" name="文本框 11"/>
          <p:cNvSpPr txBox="1"/>
          <p:nvPr/>
        </p:nvSpPr>
        <p:spPr>
          <a:xfrm>
            <a:off x="6270319" y="1972681"/>
            <a:ext cx="248119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1" i="0" u="none" strike="noStrike" kern="1200" cap="none" spc="0" normalizeH="0" baseline="0" noProof="0" dirty="0">
                <a:ln>
                  <a:noFill/>
                </a:ln>
                <a:solidFill>
                  <a:srgbClr val="441351"/>
                </a:solidFill>
                <a:effectLst/>
                <a:uLnTx/>
                <a:uFillTx/>
                <a:latin typeface="微软雅黑" panose="020B0503020204020204" pitchFamily="34" charset="-122"/>
                <a:ea typeface="微软雅黑" panose="020B0503020204020204" pitchFamily="34" charset="-122"/>
              </a:rPr>
              <a:t>CONTENTS</a:t>
            </a:r>
          </a:p>
        </p:txBody>
      </p:sp>
      <p:cxnSp>
        <p:nvCxnSpPr>
          <p:cNvPr id="13" name="直线连接符 16"/>
          <p:cNvCxnSpPr/>
          <p:nvPr/>
        </p:nvCxnSpPr>
        <p:spPr>
          <a:xfrm>
            <a:off x="931551" y="2672187"/>
            <a:ext cx="7692814" cy="0"/>
          </a:xfrm>
          <a:prstGeom prst="line">
            <a:avLst/>
          </a:prstGeom>
          <a:ln w="38100">
            <a:solidFill>
              <a:srgbClr val="441351"/>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359470" y="2886569"/>
            <a:ext cx="3217547" cy="2246769"/>
          </a:xfrm>
          <a:prstGeom prst="rect">
            <a:avLst/>
          </a:prstGeom>
          <a:noFill/>
        </p:spPr>
        <p:txBody>
          <a:bodyPr wrap="none" rtlCol="0">
            <a:spAutoFit/>
          </a:bodyPr>
          <a:lstStyle/>
          <a:p>
            <a:pPr marL="514350" lvl="0" indent="-514350">
              <a:lnSpc>
                <a:spcPct val="250000"/>
              </a:lnSpc>
              <a:buFont typeface="Arial" panose="020B0604020202020204" pitchFamily="34" charset="0"/>
              <a:buAutoNum type="arabicPeriod"/>
            </a:pPr>
            <a:r>
              <a:rPr kumimoji="1" lang="zh-CN" altLang="en-US" sz="2800" b="1" dirty="0">
                <a:solidFill>
                  <a:srgbClr val="441351"/>
                </a:solidFill>
                <a:latin typeface="微软雅黑" panose="020B0503020204020204" pitchFamily="34" charset="-122"/>
                <a:ea typeface="微软雅黑" panose="020B0503020204020204" pitchFamily="34" charset="-122"/>
              </a:rPr>
              <a:t>请添加章节标题</a:t>
            </a:r>
          </a:p>
          <a:p>
            <a:pPr marL="514350" lvl="0" indent="-514350">
              <a:lnSpc>
                <a:spcPct val="250000"/>
              </a:lnSpc>
              <a:buFont typeface="Arial" panose="020B0604020202020204" pitchFamily="34" charset="0"/>
              <a:buAutoNum type="arabicPeriod"/>
            </a:pPr>
            <a:r>
              <a:rPr kumimoji="1" lang="zh-CN" altLang="en-US" sz="2800" b="1" dirty="0">
                <a:solidFill>
                  <a:srgbClr val="441351"/>
                </a:solidFill>
                <a:latin typeface="微软雅黑" panose="020B0503020204020204" pitchFamily="34" charset="-122"/>
                <a:ea typeface="微软雅黑" panose="020B0503020204020204" pitchFamily="34" charset="-122"/>
              </a:rPr>
              <a:t>请添加章节标题</a:t>
            </a:r>
          </a:p>
        </p:txBody>
      </p:sp>
      <p:sp>
        <p:nvSpPr>
          <p:cNvPr id="15" name="文本框 14"/>
          <p:cNvSpPr txBox="1"/>
          <p:nvPr/>
        </p:nvSpPr>
        <p:spPr>
          <a:xfrm>
            <a:off x="5875980" y="2886569"/>
            <a:ext cx="3217547" cy="2246769"/>
          </a:xfrm>
          <a:prstGeom prst="rect">
            <a:avLst/>
          </a:prstGeom>
          <a:noFill/>
        </p:spPr>
        <p:txBody>
          <a:bodyPr wrap="none" rtlCol="0">
            <a:spAutoFit/>
          </a:bodyPr>
          <a:lstStyle/>
          <a:p>
            <a:pPr marL="514350" lvl="0" indent="-514350">
              <a:lnSpc>
                <a:spcPct val="250000"/>
              </a:lnSpc>
              <a:buFont typeface="+mj-lt"/>
              <a:buAutoNum type="arabicPeriod" startAt="3"/>
            </a:pPr>
            <a:r>
              <a:rPr kumimoji="1" lang="zh-CN" altLang="en-US" sz="2800" b="1" dirty="0">
                <a:solidFill>
                  <a:srgbClr val="441351"/>
                </a:solidFill>
                <a:latin typeface="微软雅黑" panose="020B0503020204020204" pitchFamily="34" charset="-122"/>
                <a:ea typeface="微软雅黑" panose="020B0503020204020204" pitchFamily="34" charset="-122"/>
              </a:rPr>
              <a:t>请添加章节标题</a:t>
            </a:r>
          </a:p>
          <a:p>
            <a:pPr marL="514350" lvl="0" indent="-514350">
              <a:lnSpc>
                <a:spcPct val="250000"/>
              </a:lnSpc>
              <a:buFont typeface="+mj-lt"/>
              <a:buAutoNum type="arabicPeriod" startAt="3"/>
            </a:pPr>
            <a:r>
              <a:rPr kumimoji="1" lang="zh-CN" altLang="en-US" sz="2800" b="1" dirty="0">
                <a:solidFill>
                  <a:srgbClr val="441351"/>
                </a:solidFill>
                <a:latin typeface="微软雅黑" panose="020B0503020204020204" pitchFamily="34" charset="-122"/>
                <a:ea typeface="微软雅黑" panose="020B0503020204020204" pitchFamily="34" charset="-122"/>
              </a:rPr>
              <a:t>请添加章节标题</a:t>
            </a:r>
          </a:p>
        </p:txBody>
      </p:sp>
      <p:sp>
        <p:nvSpPr>
          <p:cNvPr id="16" name="文本框 15"/>
          <p:cNvSpPr txBox="1"/>
          <p:nvPr/>
        </p:nvSpPr>
        <p:spPr>
          <a:xfrm>
            <a:off x="1913576" y="3887768"/>
            <a:ext cx="3552276" cy="329321"/>
          </a:xfrm>
          <a:prstGeom prst="rect">
            <a:avLst/>
          </a:prstGeom>
          <a:noFill/>
        </p:spPr>
        <p:txBody>
          <a:bodyPr wrap="square" rtlCol="0">
            <a:spAutoFit/>
          </a:bodyPr>
          <a:lstStyle/>
          <a:p>
            <a:pPr lvl="0">
              <a:lnSpc>
                <a:spcPct val="110000"/>
              </a:lnSpc>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添加章节描述添加章节描述添加章节描述</a:t>
            </a:r>
          </a:p>
        </p:txBody>
      </p:sp>
      <p:sp>
        <p:nvSpPr>
          <p:cNvPr id="17" name="文本框 16"/>
          <p:cNvSpPr txBox="1"/>
          <p:nvPr/>
        </p:nvSpPr>
        <p:spPr>
          <a:xfrm>
            <a:off x="1913575" y="4949526"/>
            <a:ext cx="3480357" cy="329321"/>
          </a:xfrm>
          <a:prstGeom prst="rect">
            <a:avLst/>
          </a:prstGeom>
          <a:noFill/>
        </p:spPr>
        <p:txBody>
          <a:bodyPr wrap="square" rtlCol="0">
            <a:spAutoFit/>
          </a:bodyPr>
          <a:lstStyle/>
          <a:p>
            <a:pPr lvl="0">
              <a:lnSpc>
                <a:spcPct val="110000"/>
              </a:lnSpc>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添加章节描述添加章节描述添加章节描述</a:t>
            </a:r>
          </a:p>
        </p:txBody>
      </p:sp>
      <p:sp>
        <p:nvSpPr>
          <p:cNvPr id="18" name="文本框 17"/>
          <p:cNvSpPr txBox="1"/>
          <p:nvPr/>
        </p:nvSpPr>
        <p:spPr>
          <a:xfrm>
            <a:off x="6415092" y="3887768"/>
            <a:ext cx="3499470" cy="329321"/>
          </a:xfrm>
          <a:prstGeom prst="rect">
            <a:avLst/>
          </a:prstGeom>
          <a:noFill/>
        </p:spPr>
        <p:txBody>
          <a:bodyPr wrap="square" rtlCol="0">
            <a:spAutoFit/>
          </a:bodyPr>
          <a:lstStyle/>
          <a:p>
            <a:pPr lvl="0">
              <a:lnSpc>
                <a:spcPct val="110000"/>
              </a:lnSpc>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添加章节描述添加章节描述添加章节描述</a:t>
            </a:r>
          </a:p>
        </p:txBody>
      </p:sp>
      <p:sp>
        <p:nvSpPr>
          <p:cNvPr id="19" name="文本框 18"/>
          <p:cNvSpPr txBox="1"/>
          <p:nvPr/>
        </p:nvSpPr>
        <p:spPr>
          <a:xfrm>
            <a:off x="6415092" y="4949526"/>
            <a:ext cx="3499470" cy="329321"/>
          </a:xfrm>
          <a:prstGeom prst="rect">
            <a:avLst/>
          </a:prstGeom>
          <a:noFill/>
        </p:spPr>
        <p:txBody>
          <a:bodyPr wrap="square" rtlCol="0">
            <a:spAutoFit/>
          </a:bodyPr>
          <a:lstStyle/>
          <a:p>
            <a:pPr lvl="0">
              <a:lnSpc>
                <a:spcPct val="110000"/>
              </a:lnSpc>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添加章节描述添加章节描述添加章节描述</a:t>
            </a:r>
          </a:p>
        </p:txBody>
      </p:sp>
    </p:spTree>
    <p:custDataLst>
      <p:tags r:id="rId1"/>
    </p:custDataLst>
    <p:extLst>
      <p:ext uri="{BB962C8B-B14F-4D97-AF65-F5344CB8AC3E}">
        <p14:creationId xmlns:p14="http://schemas.microsoft.com/office/powerpoint/2010/main" val="3695904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A96B6-EA28-3B48-2698-0CA8CEAA1FB7}"/>
            </a:ext>
          </a:extLst>
        </p:cNvPr>
        <p:cNvGrpSpPr/>
        <p:nvPr/>
      </p:nvGrpSpPr>
      <p:grpSpPr>
        <a:xfrm>
          <a:off x="0" y="0"/>
          <a:ext cx="0" cy="0"/>
          <a:chOff x="0" y="0"/>
          <a:chExt cx="0" cy="0"/>
        </a:xfrm>
      </p:grpSpPr>
      <p:grpSp>
        <p:nvGrpSpPr>
          <p:cNvPr id="19" name="组合 18"/>
          <p:cNvGrpSpPr/>
          <p:nvPr/>
        </p:nvGrpSpPr>
        <p:grpSpPr>
          <a:xfrm>
            <a:off x="0" y="-1"/>
            <a:ext cx="12192000" cy="6892638"/>
            <a:chOff x="0" y="-1"/>
            <a:chExt cx="12192000" cy="6892638"/>
          </a:xfrm>
        </p:grpSpPr>
        <p:pic>
          <p:nvPicPr>
            <p:cNvPr id="20" name="图片 19"/>
            <p:cNvPicPr>
              <a:picLocks noChangeAspect="1"/>
            </p:cNvPicPr>
            <p:nvPr/>
          </p:nvPicPr>
          <p:blipFill rotWithShape="1">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artisticPaintBrush/>
                      </a14:imgEffect>
                      <a14:imgEffect>
                        <a14:brightnessContrast bright="40000"/>
                      </a14:imgEffect>
                    </a14:imgLayer>
                  </a14:imgProps>
                </a:ext>
                <a:ext uri="{28A0092B-C50C-407E-A947-70E740481C1C}">
                  <a14:useLocalDpi xmlns:a14="http://schemas.microsoft.com/office/drawing/2010/main" val="0"/>
                </a:ext>
              </a:extLst>
            </a:blip>
            <a:srcRect t="21851" b="2656"/>
            <a:stretch/>
          </p:blipFill>
          <p:spPr>
            <a:xfrm>
              <a:off x="0" y="1"/>
              <a:ext cx="12192000" cy="6892636"/>
            </a:xfrm>
            <a:prstGeom prst="rect">
              <a:avLst/>
            </a:prstGeom>
          </p:spPr>
        </p:pic>
        <p:sp>
          <p:nvSpPr>
            <p:cNvPr id="21" name="矩形 20"/>
            <p:cNvSpPr/>
            <p:nvPr/>
          </p:nvSpPr>
          <p:spPr>
            <a:xfrm>
              <a:off x="0" y="-1"/>
              <a:ext cx="12192000" cy="6892637"/>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110004020202020204"/>
                <a:ea typeface="等线" panose="02010600030101010101" pitchFamily="2" charset="-122"/>
                <a:cs typeface="+mn-cs"/>
              </a:endParaRPr>
            </a:p>
          </p:txBody>
        </p:sp>
      </p:grpSp>
      <p:sp>
        <p:nvSpPr>
          <p:cNvPr id="26" name="小李PPT13">
            <a:extLst>
              <a:ext uri="{FF2B5EF4-FFF2-40B4-BE49-F238E27FC236}">
                <a16:creationId xmlns:a16="http://schemas.microsoft.com/office/drawing/2014/main" id="{A5238570-DEB2-D0A8-AF3D-29C5259EC032}"/>
              </a:ext>
            </a:extLst>
          </p:cNvPr>
          <p:cNvSpPr txBox="1"/>
          <p:nvPr/>
        </p:nvSpPr>
        <p:spPr>
          <a:xfrm>
            <a:off x="588430" y="3104339"/>
            <a:ext cx="4267588" cy="830997"/>
          </a:xfrm>
          <a:prstGeom prst="rect">
            <a:avLst/>
          </a:prstGeom>
          <a:noFill/>
          <a:effectLst/>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581969"/>
                </a:solidFill>
                <a:uLnTx/>
                <a:uFillTx/>
                <a:latin typeface="微软雅黑" panose="020B0503020204020204" pitchFamily="34" charset="-122"/>
                <a:ea typeface="微软雅黑" panose="020B0503020204020204" pitchFamily="34" charset="-122"/>
                <a:cs typeface="Alibaba PuHuiTi" pitchFamily="18" charset="-122"/>
              </a:rPr>
              <a:t>添加章节标题</a:t>
            </a:r>
          </a:p>
        </p:txBody>
      </p:sp>
      <p:sp>
        <p:nvSpPr>
          <p:cNvPr id="27" name="文本框 26">
            <a:extLst>
              <a:ext uri="{FF2B5EF4-FFF2-40B4-BE49-F238E27FC236}">
                <a16:creationId xmlns:a16="http://schemas.microsoft.com/office/drawing/2014/main" id="{F66C4D00-9D23-8E0B-229E-7065F1473922}"/>
              </a:ext>
            </a:extLst>
          </p:cNvPr>
          <p:cNvSpPr txBox="1"/>
          <p:nvPr/>
        </p:nvSpPr>
        <p:spPr>
          <a:xfrm>
            <a:off x="588431" y="4639544"/>
            <a:ext cx="4076164" cy="1023742"/>
          </a:xfrm>
          <a:prstGeom prst="rect">
            <a:avLst/>
          </a:prstGeom>
          <a:noFill/>
        </p:spPr>
        <p:txBody>
          <a:bodyPr wrap="square" rtlCol="0">
            <a:spAutoFit/>
          </a:bodyPr>
          <a:lstStyle/>
          <a:p>
            <a:pPr lvl="0" algn="just">
              <a:lnSpc>
                <a:spcPct val="150000"/>
              </a:lnSpc>
              <a:spcAft>
                <a:spcPts val="1000"/>
              </a:spcAft>
              <a:defRPr/>
            </a:pPr>
            <a:r>
              <a:rPr kumimoji="1" lang="zh-CN" altLang="en-US" sz="1400" dirty="0">
                <a:solidFill>
                  <a:srgbClr val="000000"/>
                </a:solidFill>
                <a:latin typeface="微软雅黑" panose="020B0503020204020204" pitchFamily="34" charset="-122"/>
                <a:ea typeface="微软雅黑" panose="020B0503020204020204" pitchFamily="34" charset="-122"/>
                <a:cs typeface="Alibaba PuHuiTi" pitchFamily="18" charset="-122"/>
              </a:rPr>
              <a:t>添加章节描述添加章节描述添加章节描述添加章节描述添加章节描述添加章节描述添加章节描述添加章节描述添加章节描述添加章节描述</a:t>
            </a:r>
          </a:p>
        </p:txBody>
      </p:sp>
      <p:sp>
        <p:nvSpPr>
          <p:cNvPr id="31" name="文本框 30">
            <a:extLst>
              <a:ext uri="{FF2B5EF4-FFF2-40B4-BE49-F238E27FC236}">
                <a16:creationId xmlns:a16="http://schemas.microsoft.com/office/drawing/2014/main" id="{77FB1AC7-9BE2-2A16-D3D4-81887C4A4DD4}"/>
              </a:ext>
            </a:extLst>
          </p:cNvPr>
          <p:cNvSpPr txBox="1"/>
          <p:nvPr/>
        </p:nvSpPr>
        <p:spPr>
          <a:xfrm>
            <a:off x="588430" y="1456609"/>
            <a:ext cx="2203261" cy="1631216"/>
          </a:xfrm>
          <a:prstGeom prst="rect">
            <a:avLst/>
          </a:prstGeom>
          <a:noFill/>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0" b="1" i="0" u="none" strike="noStrike" kern="1200" cap="none" spc="0" normalizeH="0" baseline="0" noProof="0" dirty="0">
                <a:ln>
                  <a:noFill/>
                </a:ln>
                <a:solidFill>
                  <a:srgbClr val="581969"/>
                </a:solidFill>
                <a:uLnTx/>
                <a:uFillTx/>
                <a:latin typeface="微软雅黑" panose="020B0503020204020204" pitchFamily="34" charset="-122"/>
                <a:ea typeface="微软雅黑" panose="020B0503020204020204" pitchFamily="34" charset="-122"/>
                <a:cs typeface="Alibaba PuHuiTi" pitchFamily="18" charset="-122"/>
              </a:rPr>
              <a:t>01</a:t>
            </a:r>
            <a:endParaRPr kumimoji="0" lang="zh-CN" altLang="en-US" sz="10000" b="0" i="0" u="none" strike="noStrike" kern="1200" cap="none" spc="0" normalizeH="0" baseline="0" noProof="0" dirty="0">
              <a:ln>
                <a:noFill/>
              </a:ln>
              <a:solidFill>
                <a:srgbClr val="581969"/>
              </a:solidFill>
              <a:uLnTx/>
              <a:uFillTx/>
              <a:latin typeface="微软雅黑" panose="020B0503020204020204" pitchFamily="34" charset="-122"/>
              <a:ea typeface="微软雅黑" panose="020B0503020204020204" pitchFamily="34" charset="-122"/>
            </a:endParaRPr>
          </a:p>
        </p:txBody>
      </p:sp>
      <p:sp>
        <p:nvSpPr>
          <p:cNvPr id="6" name="任意形状 5">
            <a:extLst>
              <a:ext uri="{FF2B5EF4-FFF2-40B4-BE49-F238E27FC236}">
                <a16:creationId xmlns:a16="http://schemas.microsoft.com/office/drawing/2014/main" id="{6C8E0C02-67E7-75AE-D52B-E131DD8FB6E0}"/>
              </a:ext>
            </a:extLst>
          </p:cNvPr>
          <p:cNvSpPr/>
          <p:nvPr/>
        </p:nvSpPr>
        <p:spPr>
          <a:xfrm>
            <a:off x="5445250" y="0"/>
            <a:ext cx="3061716" cy="1530857"/>
          </a:xfrm>
          <a:custGeom>
            <a:avLst/>
            <a:gdLst>
              <a:gd name="connsiteX0" fmla="*/ 3061716 w 3061716"/>
              <a:gd name="connsiteY0" fmla="*/ 0 h 1530857"/>
              <a:gd name="connsiteX1" fmla="*/ 1530858 w 3061716"/>
              <a:gd name="connsiteY1" fmla="*/ 1530858 h 1530857"/>
              <a:gd name="connsiteX2" fmla="*/ 0 w 3061716"/>
              <a:gd name="connsiteY2" fmla="*/ 0 h 1530857"/>
            </a:gdLst>
            <a:ahLst/>
            <a:cxnLst>
              <a:cxn ang="0">
                <a:pos x="connsiteX0" y="connsiteY0"/>
              </a:cxn>
              <a:cxn ang="0">
                <a:pos x="connsiteX1" y="connsiteY1"/>
              </a:cxn>
              <a:cxn ang="0">
                <a:pos x="connsiteX2" y="connsiteY2"/>
              </a:cxn>
            </a:cxnLst>
            <a:rect l="l" t="t" r="r" b="b"/>
            <a:pathLst>
              <a:path w="3061716" h="1530857">
                <a:moveTo>
                  <a:pt x="3061716" y="0"/>
                </a:moveTo>
                <a:lnTo>
                  <a:pt x="1530858" y="1530858"/>
                </a:lnTo>
                <a:lnTo>
                  <a:pt x="0" y="0"/>
                </a:lnTo>
                <a:close/>
              </a:path>
            </a:pathLst>
          </a:custGeom>
          <a:solidFill>
            <a:srgbClr val="581969"/>
          </a:solid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2422640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A96B6-EA28-3B48-2698-0CA8CEAA1FB7}"/>
            </a:ext>
          </a:extLst>
        </p:cNvPr>
        <p:cNvGrpSpPr/>
        <p:nvPr/>
      </p:nvGrpSpPr>
      <p:grpSpPr>
        <a:xfrm>
          <a:off x="0" y="0"/>
          <a:ext cx="0" cy="0"/>
          <a:chOff x="0" y="0"/>
          <a:chExt cx="0" cy="0"/>
        </a:xfrm>
      </p:grpSpPr>
      <p:grpSp>
        <p:nvGrpSpPr>
          <p:cNvPr id="19" name="组合 18"/>
          <p:cNvGrpSpPr/>
          <p:nvPr/>
        </p:nvGrpSpPr>
        <p:grpSpPr>
          <a:xfrm>
            <a:off x="0" y="-1"/>
            <a:ext cx="12192000" cy="6892638"/>
            <a:chOff x="0" y="-1"/>
            <a:chExt cx="12192000" cy="6892638"/>
          </a:xfrm>
        </p:grpSpPr>
        <p:pic>
          <p:nvPicPr>
            <p:cNvPr id="20" name="图片 19"/>
            <p:cNvPicPr>
              <a:picLocks noChangeAspect="1"/>
            </p:cNvPicPr>
            <p:nvPr/>
          </p:nvPicPr>
          <p:blipFill rotWithShape="1">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artisticPaintBrush/>
                      </a14:imgEffect>
                      <a14:imgEffect>
                        <a14:brightnessContrast bright="40000"/>
                      </a14:imgEffect>
                    </a14:imgLayer>
                  </a14:imgProps>
                </a:ext>
                <a:ext uri="{28A0092B-C50C-407E-A947-70E740481C1C}">
                  <a14:useLocalDpi xmlns:a14="http://schemas.microsoft.com/office/drawing/2010/main" val="0"/>
                </a:ext>
              </a:extLst>
            </a:blip>
            <a:srcRect t="21851" b="2656"/>
            <a:stretch/>
          </p:blipFill>
          <p:spPr>
            <a:xfrm>
              <a:off x="0" y="1"/>
              <a:ext cx="12192000" cy="6892636"/>
            </a:xfrm>
            <a:prstGeom prst="rect">
              <a:avLst/>
            </a:prstGeom>
          </p:spPr>
        </p:pic>
        <p:sp>
          <p:nvSpPr>
            <p:cNvPr id="21" name="矩形 20"/>
            <p:cNvSpPr/>
            <p:nvPr/>
          </p:nvSpPr>
          <p:spPr>
            <a:xfrm>
              <a:off x="0" y="-1"/>
              <a:ext cx="12192000" cy="6892637"/>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a:extLst>
              <a:ext uri="{FF2B5EF4-FFF2-40B4-BE49-F238E27FC236}">
                <a16:creationId xmlns:a16="http://schemas.microsoft.com/office/drawing/2014/main" id="{F66C4D00-9D23-8E0B-229E-7065F1473922}"/>
              </a:ext>
            </a:extLst>
          </p:cNvPr>
          <p:cNvSpPr txBox="1"/>
          <p:nvPr/>
        </p:nvSpPr>
        <p:spPr>
          <a:xfrm>
            <a:off x="588431" y="4639544"/>
            <a:ext cx="4076164" cy="1061829"/>
          </a:xfrm>
          <a:prstGeom prst="rect">
            <a:avLst/>
          </a:prstGeom>
          <a:noFill/>
        </p:spPr>
        <p:txBody>
          <a:bodyPr wrap="square" rtlCol="0">
            <a:spAutoFit/>
          </a:bodyPr>
          <a:lstStyle/>
          <a:p>
            <a:pPr algn="just">
              <a:lnSpc>
                <a:spcPct val="150000"/>
              </a:lnSpc>
              <a:spcAft>
                <a:spcPts val="1000"/>
              </a:spcAft>
            </a:pPr>
            <a:r>
              <a:rPr kumimoji="1" lang="zh-CN" altLang="en-US" sz="1400" dirty="0">
                <a:solidFill>
                  <a:srgbClr val="000000"/>
                </a:solidFill>
                <a:latin typeface="微软雅黑" panose="020B0503020204020204" pitchFamily="34" charset="-122"/>
                <a:ea typeface="微软雅黑" panose="020B0503020204020204" pitchFamily="34" charset="-122"/>
                <a:cs typeface="Alibaba PuHuiTi" pitchFamily="18" charset="-122"/>
              </a:rPr>
              <a:t>添加章节描述添加章节描述添加章节描述添加章节描述添加章节描述添加章节描述添加章节描述添加章节描述添加章节描述添加章节描述</a:t>
            </a:r>
          </a:p>
        </p:txBody>
      </p:sp>
      <p:sp>
        <p:nvSpPr>
          <p:cNvPr id="22" name="小李PPT13">
            <a:extLst>
              <a:ext uri="{FF2B5EF4-FFF2-40B4-BE49-F238E27FC236}">
                <a16:creationId xmlns:a16="http://schemas.microsoft.com/office/drawing/2014/main" id="{A5238570-DEB2-D0A8-AF3D-29C5259EC032}"/>
              </a:ext>
            </a:extLst>
          </p:cNvPr>
          <p:cNvSpPr txBox="1"/>
          <p:nvPr/>
        </p:nvSpPr>
        <p:spPr>
          <a:xfrm>
            <a:off x="588430" y="3104339"/>
            <a:ext cx="4267588" cy="830997"/>
          </a:xfrm>
          <a:prstGeom prst="rect">
            <a:avLst/>
          </a:prstGeom>
          <a:noFill/>
          <a:effectLst/>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912C8D"/>
                </a:solidFill>
                <a:uLnTx/>
                <a:uFillTx/>
                <a:latin typeface="微软雅黑" panose="020B0503020204020204" pitchFamily="34" charset="-122"/>
                <a:ea typeface="微软雅黑" panose="020B0503020204020204" pitchFamily="34" charset="-122"/>
                <a:cs typeface="Alibaba PuHuiTi" pitchFamily="18" charset="-122"/>
              </a:rPr>
              <a:t>添加章节标题</a:t>
            </a:r>
          </a:p>
        </p:txBody>
      </p:sp>
      <p:sp>
        <p:nvSpPr>
          <p:cNvPr id="23" name="文本框 22">
            <a:extLst>
              <a:ext uri="{FF2B5EF4-FFF2-40B4-BE49-F238E27FC236}">
                <a16:creationId xmlns:a16="http://schemas.microsoft.com/office/drawing/2014/main" id="{77FB1AC7-9BE2-2A16-D3D4-81887C4A4DD4}"/>
              </a:ext>
            </a:extLst>
          </p:cNvPr>
          <p:cNvSpPr txBox="1"/>
          <p:nvPr/>
        </p:nvSpPr>
        <p:spPr>
          <a:xfrm>
            <a:off x="588430" y="1456609"/>
            <a:ext cx="2203261" cy="1631216"/>
          </a:xfrm>
          <a:prstGeom prst="rect">
            <a:avLst/>
          </a:prstGeom>
          <a:noFill/>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0" b="1" i="0" u="none" strike="noStrike" kern="1200" cap="none" spc="0" normalizeH="0" baseline="0" noProof="0" dirty="0">
                <a:ln>
                  <a:noFill/>
                </a:ln>
                <a:solidFill>
                  <a:srgbClr val="912C8D"/>
                </a:solidFill>
                <a:uLnTx/>
                <a:uFillTx/>
                <a:latin typeface="微软雅黑" panose="020B0503020204020204" pitchFamily="34" charset="-122"/>
                <a:ea typeface="微软雅黑" panose="020B0503020204020204" pitchFamily="34" charset="-122"/>
                <a:cs typeface="Alibaba PuHuiTi" pitchFamily="18" charset="-122"/>
              </a:rPr>
              <a:t>02</a:t>
            </a:r>
            <a:endParaRPr kumimoji="0" lang="zh-CN" altLang="en-US" sz="10000" b="0" i="0" u="none" strike="noStrike" kern="1200" cap="none" spc="0" normalizeH="0" baseline="0" noProof="0" dirty="0">
              <a:ln>
                <a:noFill/>
              </a:ln>
              <a:solidFill>
                <a:srgbClr val="912C8D"/>
              </a:solidFill>
              <a:uLnTx/>
              <a:uFillTx/>
              <a:latin typeface="微软雅黑" panose="020B0503020204020204" pitchFamily="34" charset="-122"/>
              <a:ea typeface="微软雅黑" panose="020B0503020204020204" pitchFamily="34" charset="-122"/>
            </a:endParaRPr>
          </a:p>
        </p:txBody>
      </p:sp>
      <p:sp>
        <p:nvSpPr>
          <p:cNvPr id="24" name="任意形状 5">
            <a:extLst>
              <a:ext uri="{FF2B5EF4-FFF2-40B4-BE49-F238E27FC236}">
                <a16:creationId xmlns:a16="http://schemas.microsoft.com/office/drawing/2014/main" id="{6C8E0C02-67E7-75AE-D52B-E131DD8FB6E0}"/>
              </a:ext>
            </a:extLst>
          </p:cNvPr>
          <p:cNvSpPr/>
          <p:nvPr/>
        </p:nvSpPr>
        <p:spPr>
          <a:xfrm>
            <a:off x="5445250" y="0"/>
            <a:ext cx="3061716" cy="1530857"/>
          </a:xfrm>
          <a:custGeom>
            <a:avLst/>
            <a:gdLst>
              <a:gd name="connsiteX0" fmla="*/ 3061716 w 3061716"/>
              <a:gd name="connsiteY0" fmla="*/ 0 h 1530857"/>
              <a:gd name="connsiteX1" fmla="*/ 1530858 w 3061716"/>
              <a:gd name="connsiteY1" fmla="*/ 1530858 h 1530857"/>
              <a:gd name="connsiteX2" fmla="*/ 0 w 3061716"/>
              <a:gd name="connsiteY2" fmla="*/ 0 h 1530857"/>
            </a:gdLst>
            <a:ahLst/>
            <a:cxnLst>
              <a:cxn ang="0">
                <a:pos x="connsiteX0" y="connsiteY0"/>
              </a:cxn>
              <a:cxn ang="0">
                <a:pos x="connsiteX1" y="connsiteY1"/>
              </a:cxn>
              <a:cxn ang="0">
                <a:pos x="connsiteX2" y="connsiteY2"/>
              </a:cxn>
            </a:cxnLst>
            <a:rect l="l" t="t" r="r" b="b"/>
            <a:pathLst>
              <a:path w="3061716" h="1530857">
                <a:moveTo>
                  <a:pt x="3061716" y="0"/>
                </a:moveTo>
                <a:lnTo>
                  <a:pt x="1530858" y="1530858"/>
                </a:lnTo>
                <a:lnTo>
                  <a:pt x="0" y="0"/>
                </a:lnTo>
                <a:close/>
              </a:path>
            </a:pathLst>
          </a:custGeom>
          <a:solidFill>
            <a:srgbClr val="912C8D"/>
          </a:solid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776816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A96B6-EA28-3B48-2698-0CA8CEAA1FB7}"/>
            </a:ext>
          </a:extLst>
        </p:cNvPr>
        <p:cNvGrpSpPr/>
        <p:nvPr/>
      </p:nvGrpSpPr>
      <p:grpSpPr>
        <a:xfrm>
          <a:off x="0" y="0"/>
          <a:ext cx="0" cy="0"/>
          <a:chOff x="0" y="0"/>
          <a:chExt cx="0" cy="0"/>
        </a:xfrm>
      </p:grpSpPr>
      <p:grpSp>
        <p:nvGrpSpPr>
          <p:cNvPr id="23" name="组合 22"/>
          <p:cNvGrpSpPr/>
          <p:nvPr/>
        </p:nvGrpSpPr>
        <p:grpSpPr>
          <a:xfrm>
            <a:off x="0" y="-1"/>
            <a:ext cx="12192000" cy="6892638"/>
            <a:chOff x="0" y="-1"/>
            <a:chExt cx="12192000" cy="6892638"/>
          </a:xfrm>
        </p:grpSpPr>
        <p:pic>
          <p:nvPicPr>
            <p:cNvPr id="24" name="图片 23"/>
            <p:cNvPicPr>
              <a:picLocks noChangeAspect="1"/>
            </p:cNvPicPr>
            <p:nvPr/>
          </p:nvPicPr>
          <p:blipFill rotWithShape="1">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artisticPaintBrush/>
                      </a14:imgEffect>
                      <a14:imgEffect>
                        <a14:brightnessContrast bright="40000"/>
                      </a14:imgEffect>
                    </a14:imgLayer>
                  </a14:imgProps>
                </a:ext>
                <a:ext uri="{28A0092B-C50C-407E-A947-70E740481C1C}">
                  <a14:useLocalDpi xmlns:a14="http://schemas.microsoft.com/office/drawing/2010/main" val="0"/>
                </a:ext>
              </a:extLst>
            </a:blip>
            <a:srcRect t="21851" b="2656"/>
            <a:stretch/>
          </p:blipFill>
          <p:spPr>
            <a:xfrm>
              <a:off x="0" y="1"/>
              <a:ext cx="12192000" cy="6892636"/>
            </a:xfrm>
            <a:prstGeom prst="rect">
              <a:avLst/>
            </a:prstGeom>
          </p:spPr>
        </p:pic>
        <p:sp>
          <p:nvSpPr>
            <p:cNvPr id="28" name="矩形 27"/>
            <p:cNvSpPr/>
            <p:nvPr/>
          </p:nvSpPr>
          <p:spPr>
            <a:xfrm>
              <a:off x="0" y="-1"/>
              <a:ext cx="12192000" cy="6892637"/>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小李PPT13">
            <a:extLst>
              <a:ext uri="{FF2B5EF4-FFF2-40B4-BE49-F238E27FC236}">
                <a16:creationId xmlns:a16="http://schemas.microsoft.com/office/drawing/2014/main" id="{A5238570-DEB2-D0A8-AF3D-29C5259EC032}"/>
              </a:ext>
            </a:extLst>
          </p:cNvPr>
          <p:cNvSpPr txBox="1"/>
          <p:nvPr/>
        </p:nvSpPr>
        <p:spPr>
          <a:xfrm>
            <a:off x="588430" y="3104339"/>
            <a:ext cx="4267588" cy="830997"/>
          </a:xfrm>
          <a:prstGeom prst="rect">
            <a:avLst/>
          </a:prstGeom>
          <a:noFill/>
          <a:effectLst/>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6A69B6"/>
                </a:solidFill>
                <a:uLnTx/>
                <a:uFillTx/>
                <a:latin typeface="微软雅黑" panose="020B0503020204020204" pitchFamily="34" charset="-122"/>
                <a:ea typeface="微软雅黑" panose="020B0503020204020204" pitchFamily="34" charset="-122"/>
                <a:cs typeface="Alibaba PuHuiTi" pitchFamily="18" charset="-122"/>
              </a:rPr>
              <a:t>添加章节标题</a:t>
            </a:r>
          </a:p>
        </p:txBody>
      </p:sp>
      <p:sp>
        <p:nvSpPr>
          <p:cNvPr id="27" name="文本框 26">
            <a:extLst>
              <a:ext uri="{FF2B5EF4-FFF2-40B4-BE49-F238E27FC236}">
                <a16:creationId xmlns:a16="http://schemas.microsoft.com/office/drawing/2014/main" id="{F66C4D00-9D23-8E0B-229E-7065F1473922}"/>
              </a:ext>
            </a:extLst>
          </p:cNvPr>
          <p:cNvSpPr txBox="1"/>
          <p:nvPr/>
        </p:nvSpPr>
        <p:spPr>
          <a:xfrm>
            <a:off x="588431" y="4639544"/>
            <a:ext cx="4076164" cy="1061829"/>
          </a:xfrm>
          <a:prstGeom prst="rect">
            <a:avLst/>
          </a:prstGeom>
          <a:noFill/>
        </p:spPr>
        <p:txBody>
          <a:bodyPr wrap="square" rtlCol="0">
            <a:spAutoFit/>
          </a:bodyPr>
          <a:lstStyle/>
          <a:p>
            <a:pPr lvl="0" algn="just">
              <a:lnSpc>
                <a:spcPct val="150000"/>
              </a:lnSpc>
              <a:spcAft>
                <a:spcPts val="1000"/>
              </a:spcAft>
              <a:defRPr/>
            </a:pPr>
            <a:r>
              <a:rPr kumimoji="1" lang="zh-CN" altLang="en-US" sz="1400" dirty="0">
                <a:solidFill>
                  <a:srgbClr val="000000"/>
                </a:solidFill>
                <a:latin typeface="微软雅黑" panose="020B0503020204020204" pitchFamily="34" charset="-122"/>
                <a:ea typeface="微软雅黑" panose="020B0503020204020204" pitchFamily="34" charset="-122"/>
                <a:cs typeface="Alibaba PuHuiTi" pitchFamily="18" charset="-122"/>
              </a:rPr>
              <a:t>添加章节描述添加章节描述添加章节描述添加章节描述添加章节描述添加章节描述添加章节描述添加章节描述添加章节描述添加章节描述</a:t>
            </a:r>
          </a:p>
        </p:txBody>
      </p:sp>
      <p:sp>
        <p:nvSpPr>
          <p:cNvPr id="31" name="文本框 30">
            <a:extLst>
              <a:ext uri="{FF2B5EF4-FFF2-40B4-BE49-F238E27FC236}">
                <a16:creationId xmlns:a16="http://schemas.microsoft.com/office/drawing/2014/main" id="{77FB1AC7-9BE2-2A16-D3D4-81887C4A4DD4}"/>
              </a:ext>
            </a:extLst>
          </p:cNvPr>
          <p:cNvSpPr txBox="1"/>
          <p:nvPr/>
        </p:nvSpPr>
        <p:spPr>
          <a:xfrm>
            <a:off x="588430" y="1456609"/>
            <a:ext cx="2203261" cy="1631216"/>
          </a:xfrm>
          <a:prstGeom prst="rect">
            <a:avLst/>
          </a:prstGeom>
          <a:noFill/>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0" b="1" i="0" u="none" strike="noStrike" kern="1200" cap="none" spc="0" normalizeH="0" baseline="0" noProof="0" dirty="0">
                <a:ln>
                  <a:noFill/>
                </a:ln>
                <a:solidFill>
                  <a:srgbClr val="6A69B6"/>
                </a:solidFill>
                <a:uLnTx/>
                <a:uFillTx/>
                <a:latin typeface="微软雅黑" panose="020B0503020204020204" pitchFamily="34" charset="-122"/>
                <a:ea typeface="微软雅黑" panose="020B0503020204020204" pitchFamily="34" charset="-122"/>
                <a:cs typeface="Alibaba PuHuiTi" pitchFamily="18" charset="-122"/>
              </a:rPr>
              <a:t>03</a:t>
            </a:r>
            <a:endParaRPr kumimoji="0" lang="zh-CN" altLang="en-US" sz="10000" b="0" i="0" u="none" strike="noStrike" kern="1200" cap="none" spc="0" normalizeH="0" baseline="0" noProof="0" dirty="0">
              <a:ln>
                <a:noFill/>
              </a:ln>
              <a:solidFill>
                <a:srgbClr val="6A69B6"/>
              </a:solidFill>
              <a:uLnTx/>
              <a:uFillTx/>
              <a:latin typeface="微软雅黑" panose="020B0503020204020204" pitchFamily="34" charset="-122"/>
              <a:ea typeface="微软雅黑" panose="020B0503020204020204" pitchFamily="34" charset="-122"/>
            </a:endParaRPr>
          </a:p>
        </p:txBody>
      </p:sp>
      <p:sp>
        <p:nvSpPr>
          <p:cNvPr id="6" name="任意形状 5">
            <a:extLst>
              <a:ext uri="{FF2B5EF4-FFF2-40B4-BE49-F238E27FC236}">
                <a16:creationId xmlns:a16="http://schemas.microsoft.com/office/drawing/2014/main" id="{6C8E0C02-67E7-75AE-D52B-E131DD8FB6E0}"/>
              </a:ext>
            </a:extLst>
          </p:cNvPr>
          <p:cNvSpPr/>
          <p:nvPr/>
        </p:nvSpPr>
        <p:spPr>
          <a:xfrm>
            <a:off x="5445250" y="0"/>
            <a:ext cx="3061716" cy="1530857"/>
          </a:xfrm>
          <a:custGeom>
            <a:avLst/>
            <a:gdLst>
              <a:gd name="connsiteX0" fmla="*/ 3061716 w 3061716"/>
              <a:gd name="connsiteY0" fmla="*/ 0 h 1530857"/>
              <a:gd name="connsiteX1" fmla="*/ 1530858 w 3061716"/>
              <a:gd name="connsiteY1" fmla="*/ 1530858 h 1530857"/>
              <a:gd name="connsiteX2" fmla="*/ 0 w 3061716"/>
              <a:gd name="connsiteY2" fmla="*/ 0 h 1530857"/>
            </a:gdLst>
            <a:ahLst/>
            <a:cxnLst>
              <a:cxn ang="0">
                <a:pos x="connsiteX0" y="connsiteY0"/>
              </a:cxn>
              <a:cxn ang="0">
                <a:pos x="connsiteX1" y="connsiteY1"/>
              </a:cxn>
              <a:cxn ang="0">
                <a:pos x="connsiteX2" y="connsiteY2"/>
              </a:cxn>
            </a:cxnLst>
            <a:rect l="l" t="t" r="r" b="b"/>
            <a:pathLst>
              <a:path w="3061716" h="1530857">
                <a:moveTo>
                  <a:pt x="3061716" y="0"/>
                </a:moveTo>
                <a:lnTo>
                  <a:pt x="1530858" y="1530858"/>
                </a:lnTo>
                <a:lnTo>
                  <a:pt x="0" y="0"/>
                </a:lnTo>
                <a:close/>
              </a:path>
            </a:pathLst>
          </a:custGeom>
          <a:solidFill>
            <a:srgbClr val="6A69B6"/>
          </a:solid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901798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A96B6-EA28-3B48-2698-0CA8CEAA1FB7}"/>
            </a:ext>
          </a:extLst>
        </p:cNvPr>
        <p:cNvGrpSpPr/>
        <p:nvPr/>
      </p:nvGrpSpPr>
      <p:grpSpPr>
        <a:xfrm>
          <a:off x="0" y="0"/>
          <a:ext cx="0" cy="0"/>
          <a:chOff x="0" y="0"/>
          <a:chExt cx="0" cy="0"/>
        </a:xfrm>
      </p:grpSpPr>
      <p:grpSp>
        <p:nvGrpSpPr>
          <p:cNvPr id="28" name="组合 27"/>
          <p:cNvGrpSpPr/>
          <p:nvPr/>
        </p:nvGrpSpPr>
        <p:grpSpPr>
          <a:xfrm>
            <a:off x="0" y="-1"/>
            <a:ext cx="12192000" cy="6892638"/>
            <a:chOff x="0" y="-1"/>
            <a:chExt cx="12192000" cy="6892638"/>
          </a:xfrm>
        </p:grpSpPr>
        <p:pic>
          <p:nvPicPr>
            <p:cNvPr id="29" name="图片 28"/>
            <p:cNvPicPr>
              <a:picLocks noChangeAspect="1"/>
            </p:cNvPicPr>
            <p:nvPr/>
          </p:nvPicPr>
          <p:blipFill rotWithShape="1">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artisticPaintBrush/>
                      </a14:imgEffect>
                      <a14:imgEffect>
                        <a14:brightnessContrast bright="40000"/>
                      </a14:imgEffect>
                    </a14:imgLayer>
                  </a14:imgProps>
                </a:ext>
                <a:ext uri="{28A0092B-C50C-407E-A947-70E740481C1C}">
                  <a14:useLocalDpi xmlns:a14="http://schemas.microsoft.com/office/drawing/2010/main" val="0"/>
                </a:ext>
              </a:extLst>
            </a:blip>
            <a:srcRect t="21851" b="2656"/>
            <a:stretch/>
          </p:blipFill>
          <p:spPr>
            <a:xfrm>
              <a:off x="0" y="1"/>
              <a:ext cx="12192000" cy="6892636"/>
            </a:xfrm>
            <a:prstGeom prst="rect">
              <a:avLst/>
            </a:prstGeom>
          </p:spPr>
        </p:pic>
        <p:sp>
          <p:nvSpPr>
            <p:cNvPr id="33" name="矩形 32"/>
            <p:cNvSpPr/>
            <p:nvPr/>
          </p:nvSpPr>
          <p:spPr>
            <a:xfrm>
              <a:off x="0" y="-1"/>
              <a:ext cx="12192000" cy="6892637"/>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110004020202020204"/>
                <a:ea typeface="等线" panose="02010600030101010101" pitchFamily="2" charset="-122"/>
                <a:cs typeface="+mn-cs"/>
              </a:endParaRPr>
            </a:p>
          </p:txBody>
        </p:sp>
      </p:grpSp>
      <p:sp>
        <p:nvSpPr>
          <p:cNvPr id="26" name="小李PPT13">
            <a:extLst>
              <a:ext uri="{FF2B5EF4-FFF2-40B4-BE49-F238E27FC236}">
                <a16:creationId xmlns:a16="http://schemas.microsoft.com/office/drawing/2014/main" id="{A5238570-DEB2-D0A8-AF3D-29C5259EC032}"/>
              </a:ext>
            </a:extLst>
          </p:cNvPr>
          <p:cNvSpPr txBox="1"/>
          <p:nvPr/>
        </p:nvSpPr>
        <p:spPr>
          <a:xfrm>
            <a:off x="588430" y="3104339"/>
            <a:ext cx="4267588" cy="830997"/>
          </a:xfrm>
          <a:prstGeom prst="rect">
            <a:avLst/>
          </a:prstGeom>
          <a:noFill/>
          <a:effectLst/>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4800" b="1" dirty="0">
                <a:solidFill>
                  <a:srgbClr val="68A4C6"/>
                </a:solidFill>
                <a:latin typeface="微软雅黑" panose="020B0503020204020204" pitchFamily="34" charset="-122"/>
                <a:ea typeface="微软雅黑" panose="020B0503020204020204" pitchFamily="34" charset="-122"/>
                <a:cs typeface="Alibaba PuHuiTi" pitchFamily="18" charset="-122"/>
              </a:rPr>
              <a:t>添加</a:t>
            </a:r>
            <a:r>
              <a:rPr kumimoji="0" lang="zh-CN" altLang="en-US" sz="4800" b="1" i="0" u="none" strike="noStrike" kern="1200" cap="none" spc="0" normalizeH="0" baseline="0" noProof="0" dirty="0">
                <a:ln>
                  <a:noFill/>
                </a:ln>
                <a:solidFill>
                  <a:srgbClr val="68A4C6"/>
                </a:solidFill>
                <a:uLnTx/>
                <a:uFillTx/>
                <a:latin typeface="微软雅黑" panose="020B0503020204020204" pitchFamily="34" charset="-122"/>
                <a:ea typeface="微软雅黑" panose="020B0503020204020204" pitchFamily="34" charset="-122"/>
                <a:cs typeface="Alibaba PuHuiTi" pitchFamily="18" charset="-122"/>
              </a:rPr>
              <a:t>章节标题</a:t>
            </a:r>
          </a:p>
        </p:txBody>
      </p:sp>
      <p:sp>
        <p:nvSpPr>
          <p:cNvPr id="27" name="文本框 26">
            <a:extLst>
              <a:ext uri="{FF2B5EF4-FFF2-40B4-BE49-F238E27FC236}">
                <a16:creationId xmlns:a16="http://schemas.microsoft.com/office/drawing/2014/main" id="{F66C4D00-9D23-8E0B-229E-7065F1473922}"/>
              </a:ext>
            </a:extLst>
          </p:cNvPr>
          <p:cNvSpPr txBox="1"/>
          <p:nvPr/>
        </p:nvSpPr>
        <p:spPr>
          <a:xfrm>
            <a:off x="588431" y="4639544"/>
            <a:ext cx="4076164" cy="1061829"/>
          </a:xfrm>
          <a:prstGeom prst="rect">
            <a:avLst/>
          </a:prstGeom>
          <a:noFill/>
        </p:spPr>
        <p:txBody>
          <a:bodyPr wrap="square" rtlCol="0">
            <a:spAutoFit/>
          </a:bodyPr>
          <a:lstStyle/>
          <a:p>
            <a:pPr lvl="0" algn="just">
              <a:lnSpc>
                <a:spcPct val="150000"/>
              </a:lnSpc>
              <a:spcAft>
                <a:spcPts val="1000"/>
              </a:spcAft>
              <a:defRPr/>
            </a:pPr>
            <a:r>
              <a:rPr kumimoji="1" lang="zh-CN" altLang="en-US" sz="1400" dirty="0">
                <a:solidFill>
                  <a:srgbClr val="000000"/>
                </a:solidFill>
                <a:latin typeface="微软雅黑" panose="020B0503020204020204" pitchFamily="34" charset="-122"/>
                <a:ea typeface="微软雅黑" panose="020B0503020204020204" pitchFamily="34" charset="-122"/>
                <a:cs typeface="Alibaba PuHuiTi" pitchFamily="18" charset="-122"/>
              </a:rPr>
              <a:t>添加章节描述添加章节描述添加章节描述添加章节描述添加章节描述添加章节描述添加章节描述添加章节描述添加章节描述添加章节描述</a:t>
            </a:r>
          </a:p>
        </p:txBody>
      </p:sp>
      <p:sp>
        <p:nvSpPr>
          <p:cNvPr id="31" name="文本框 30">
            <a:extLst>
              <a:ext uri="{FF2B5EF4-FFF2-40B4-BE49-F238E27FC236}">
                <a16:creationId xmlns:a16="http://schemas.microsoft.com/office/drawing/2014/main" id="{77FB1AC7-9BE2-2A16-D3D4-81887C4A4DD4}"/>
              </a:ext>
            </a:extLst>
          </p:cNvPr>
          <p:cNvSpPr txBox="1"/>
          <p:nvPr/>
        </p:nvSpPr>
        <p:spPr>
          <a:xfrm>
            <a:off x="588430" y="1456609"/>
            <a:ext cx="2203261" cy="1631216"/>
          </a:xfrm>
          <a:prstGeom prst="rect">
            <a:avLst/>
          </a:prstGeom>
          <a:noFill/>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0" b="1" i="0" u="none" strike="noStrike" kern="1200" cap="none" spc="0" normalizeH="0" baseline="0" noProof="0" dirty="0">
                <a:ln>
                  <a:noFill/>
                </a:ln>
                <a:solidFill>
                  <a:srgbClr val="68A4C6"/>
                </a:solidFill>
                <a:uLnTx/>
                <a:uFillTx/>
                <a:latin typeface="微软雅黑" panose="020B0503020204020204" pitchFamily="34" charset="-122"/>
                <a:ea typeface="微软雅黑" panose="020B0503020204020204" pitchFamily="34" charset="-122"/>
                <a:cs typeface="Alibaba PuHuiTi" pitchFamily="18" charset="-122"/>
              </a:rPr>
              <a:t>04</a:t>
            </a:r>
            <a:endParaRPr kumimoji="0" lang="zh-CN" altLang="en-US" sz="10000" b="0" i="0" u="none" strike="noStrike" kern="1200" cap="none" spc="0" normalizeH="0" baseline="0" noProof="0" dirty="0">
              <a:ln>
                <a:noFill/>
              </a:ln>
              <a:solidFill>
                <a:srgbClr val="68A4C6"/>
              </a:solidFill>
              <a:uLnTx/>
              <a:uFillTx/>
              <a:latin typeface="微软雅黑" panose="020B0503020204020204" pitchFamily="34" charset="-122"/>
              <a:ea typeface="微软雅黑" panose="020B0503020204020204" pitchFamily="34" charset="-122"/>
            </a:endParaRPr>
          </a:p>
        </p:txBody>
      </p:sp>
      <p:sp>
        <p:nvSpPr>
          <p:cNvPr id="6" name="任意形状 5">
            <a:extLst>
              <a:ext uri="{FF2B5EF4-FFF2-40B4-BE49-F238E27FC236}">
                <a16:creationId xmlns:a16="http://schemas.microsoft.com/office/drawing/2014/main" id="{6C8E0C02-67E7-75AE-D52B-E131DD8FB6E0}"/>
              </a:ext>
            </a:extLst>
          </p:cNvPr>
          <p:cNvSpPr/>
          <p:nvPr/>
        </p:nvSpPr>
        <p:spPr>
          <a:xfrm>
            <a:off x="5445250" y="0"/>
            <a:ext cx="3061716" cy="1530857"/>
          </a:xfrm>
          <a:custGeom>
            <a:avLst/>
            <a:gdLst>
              <a:gd name="connsiteX0" fmla="*/ 3061716 w 3061716"/>
              <a:gd name="connsiteY0" fmla="*/ 0 h 1530857"/>
              <a:gd name="connsiteX1" fmla="*/ 1530858 w 3061716"/>
              <a:gd name="connsiteY1" fmla="*/ 1530858 h 1530857"/>
              <a:gd name="connsiteX2" fmla="*/ 0 w 3061716"/>
              <a:gd name="connsiteY2" fmla="*/ 0 h 1530857"/>
            </a:gdLst>
            <a:ahLst/>
            <a:cxnLst>
              <a:cxn ang="0">
                <a:pos x="connsiteX0" y="connsiteY0"/>
              </a:cxn>
              <a:cxn ang="0">
                <a:pos x="connsiteX1" y="connsiteY1"/>
              </a:cxn>
              <a:cxn ang="0">
                <a:pos x="connsiteX2" y="connsiteY2"/>
              </a:cxn>
            </a:cxnLst>
            <a:rect l="l" t="t" r="r" b="b"/>
            <a:pathLst>
              <a:path w="3061716" h="1530857">
                <a:moveTo>
                  <a:pt x="3061716" y="0"/>
                </a:moveTo>
                <a:lnTo>
                  <a:pt x="1530858" y="1530858"/>
                </a:lnTo>
                <a:lnTo>
                  <a:pt x="0" y="0"/>
                </a:lnTo>
                <a:close/>
              </a:path>
            </a:pathLst>
          </a:custGeom>
          <a:solidFill>
            <a:srgbClr val="68A4C6"/>
          </a:solid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4098827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添加标题文字（图文排版）</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3"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Tree>
    <p:extLst>
      <p:ext uri="{BB962C8B-B14F-4D97-AF65-F5344CB8AC3E}">
        <p14:creationId xmlns:p14="http://schemas.microsoft.com/office/powerpoint/2010/main" val="157022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a:fillRect/>
          </a:stretch>
        </p:blipFill>
        <p:spPr>
          <a:xfrm>
            <a:off x="0" y="-594"/>
            <a:ext cx="12193057" cy="6858594"/>
          </a:xfrm>
          <a:prstGeom prst="rect">
            <a:avLst/>
          </a:prstGeom>
        </p:spPr>
      </p:pic>
      <p:pic>
        <p:nvPicPr>
          <p:cNvPr id="29" name="图片 28"/>
          <p:cNvPicPr>
            <a:picLocks noChangeAspect="1"/>
          </p:cNvPicPr>
          <p:nvPr/>
        </p:nvPicPr>
        <p:blipFill rotWithShape="1">
          <a:blip r:embed="rId4" cstate="print">
            <a:extLst>
              <a:ext uri="{28A0092B-C50C-407E-A947-70E740481C1C}">
                <a14:useLocalDpi xmlns:a14="http://schemas.microsoft.com/office/drawing/2010/main" val="0"/>
              </a:ext>
            </a:extLst>
          </a:blip>
          <a:srcRect t="20586" b="27820"/>
          <a:stretch/>
        </p:blipFill>
        <p:spPr>
          <a:xfrm>
            <a:off x="9892354" y="266980"/>
            <a:ext cx="1840032" cy="711763"/>
          </a:xfrm>
          <a:prstGeom prst="rect">
            <a:avLst/>
          </a:prstGeom>
        </p:spPr>
      </p:pic>
      <p:pic>
        <p:nvPicPr>
          <p:cNvPr id="23" name="图片 22"/>
          <p:cNvPicPr>
            <a:picLocks noChangeAspect="1"/>
          </p:cNvPicPr>
          <p:nvPr/>
        </p:nvPicPr>
        <p:blipFill rotWithShape="1">
          <a:blip r:embed="rId4" cstate="print">
            <a:extLst>
              <a:ext uri="{28A0092B-C50C-407E-A947-70E740481C1C}">
                <a14:useLocalDpi xmlns:a14="http://schemas.microsoft.com/office/drawing/2010/main" val="0"/>
              </a:ext>
            </a:extLst>
          </a:blip>
          <a:srcRect t="20586" b="27820"/>
          <a:stretch/>
        </p:blipFill>
        <p:spPr>
          <a:xfrm>
            <a:off x="9892354" y="266980"/>
            <a:ext cx="1840032" cy="711763"/>
          </a:xfrm>
          <a:prstGeom prst="rect">
            <a:avLst/>
          </a:prstGeom>
        </p:spPr>
      </p:pic>
      <p:sp>
        <p:nvSpPr>
          <p:cNvPr id="17" name="文本框 16">
            <a:extLst>
              <a:ext uri="{FF2B5EF4-FFF2-40B4-BE49-F238E27FC236}">
                <a16:creationId xmlns:a16="http://schemas.microsoft.com/office/drawing/2014/main" id="{EC1ADDA3-DAAC-7660-9A52-E4C19C0201FE}"/>
              </a:ext>
            </a:extLst>
          </p:cNvPr>
          <p:cNvSpPr txBox="1"/>
          <p:nvPr/>
        </p:nvSpPr>
        <p:spPr>
          <a:xfrm>
            <a:off x="7103964" y="4400129"/>
            <a:ext cx="1725786"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汇报人：</a:t>
            </a:r>
            <a:r>
              <a:rPr kumimoji="0" lang="en-US" altLang="zh-CN" sz="1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XXX</a:t>
            </a:r>
            <a:endParaRPr kumimoji="0" lang="zh-CN" altLang="en-US" sz="1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18" name="文本框 17">
            <a:extLst>
              <a:ext uri="{FF2B5EF4-FFF2-40B4-BE49-F238E27FC236}">
                <a16:creationId xmlns:a16="http://schemas.microsoft.com/office/drawing/2014/main" id="{149DE96D-E298-6D8E-C42A-08BDD6D86952}"/>
              </a:ext>
            </a:extLst>
          </p:cNvPr>
          <p:cNvSpPr txBox="1"/>
          <p:nvPr/>
        </p:nvSpPr>
        <p:spPr>
          <a:xfrm>
            <a:off x="9332856" y="4400129"/>
            <a:ext cx="1984375"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日期：</a:t>
            </a:r>
            <a:r>
              <a:rPr kumimoji="0" lang="en-US" altLang="zh-CN" sz="1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XX</a:t>
            </a:r>
            <a:r>
              <a:rPr kumimoji="0" lang="zh-CN" altLang="en-US" sz="1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年</a:t>
            </a:r>
            <a:r>
              <a:rPr kumimoji="0" lang="en-US" altLang="zh-CN" sz="1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XX</a:t>
            </a:r>
            <a:r>
              <a:rPr kumimoji="0" lang="zh-CN" altLang="en-US" sz="1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月</a:t>
            </a:r>
          </a:p>
        </p:txBody>
      </p:sp>
      <p:sp>
        <p:nvSpPr>
          <p:cNvPr id="19" name="文本框 18">
            <a:extLst>
              <a:ext uri="{FF2B5EF4-FFF2-40B4-BE49-F238E27FC236}">
                <a16:creationId xmlns:a16="http://schemas.microsoft.com/office/drawing/2014/main" id="{2476F4E7-76BC-0694-FA8C-CD83E1E39F88}"/>
              </a:ext>
            </a:extLst>
          </p:cNvPr>
          <p:cNvSpPr txBox="1"/>
          <p:nvPr/>
        </p:nvSpPr>
        <p:spPr>
          <a:xfrm>
            <a:off x="5562665" y="1624376"/>
            <a:ext cx="6132202" cy="2077492"/>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1800"/>
              </a:spcAft>
              <a:buClrTx/>
              <a:buSzTx/>
              <a:buFontTx/>
              <a:buNone/>
              <a:tabLst/>
              <a:defRPr/>
            </a:pPr>
            <a:r>
              <a:rPr kumimoji="0" lang="en-US" altLang="zh-CN" sz="6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Impact" panose="020B0806030902050204" pitchFamily="34" charset="0"/>
                <a:ea typeface="微软雅黑" panose="020B0503020204020204" pitchFamily="34" charset="-122"/>
                <a:cs typeface="+mn-cs"/>
              </a:rPr>
              <a:t> </a:t>
            </a:r>
            <a:r>
              <a:rPr kumimoji="0" lang="zh-CN" altLang="en-US" sz="4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rPr>
              <a:t>谢谢！</a:t>
            </a:r>
            <a:endParaRPr kumimoji="0" lang="en-US" altLang="zh-CN" sz="4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endParaRPr>
          </a:p>
          <a:p>
            <a:pPr marL="0" marR="0" lvl="0" indent="0" algn="r" defTabSz="914400" rtl="0" eaLnBrk="1" fontAlgn="auto" latinLnBrk="0" hangingPunct="1">
              <a:lnSpc>
                <a:spcPct val="100000"/>
              </a:lnSpc>
              <a:spcBef>
                <a:spcPts val="0"/>
              </a:spcBef>
              <a:spcAft>
                <a:spcPts val="1800"/>
              </a:spcAft>
              <a:buClrTx/>
              <a:buSzTx/>
              <a:buFontTx/>
              <a:buNone/>
              <a:tabLst/>
              <a:defRPr/>
            </a:pPr>
            <a:r>
              <a:rPr lang="zh-CN" altLang="en-US" sz="4800" b="1"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敬请批评指正。</a:t>
            </a:r>
            <a:endParaRPr kumimoji="0" lang="zh-CN" altLang="en-US" sz="4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endParaRPr>
          </a:p>
        </p:txBody>
      </p:sp>
      <p:cxnSp>
        <p:nvCxnSpPr>
          <p:cNvPr id="20" name="直接连接符 19"/>
          <p:cNvCxnSpPr/>
          <p:nvPr/>
        </p:nvCxnSpPr>
        <p:spPr>
          <a:xfrm flipH="1">
            <a:off x="7333293" y="3957075"/>
            <a:ext cx="3868606" cy="0"/>
          </a:xfrm>
          <a:prstGeom prst="line">
            <a:avLst/>
          </a:prstGeom>
          <a:ln w="19050" cap="rnd">
            <a:solidFill>
              <a:schemeClr val="bg1">
                <a:alpha val="79000"/>
              </a:schemeClr>
            </a:solidFill>
          </a:ln>
        </p:spPr>
        <p:style>
          <a:lnRef idx="3">
            <a:schemeClr val="accent1"/>
          </a:lnRef>
          <a:fillRef idx="0">
            <a:srgbClr val="FFFFFF"/>
          </a:fillRef>
          <a:effectRef idx="0">
            <a:srgbClr val="FFFFFF"/>
          </a:effectRef>
          <a:fontRef idx="minor">
            <a:schemeClr val="tx1"/>
          </a:fontRef>
        </p:style>
      </p:cxnSp>
    </p:spTree>
    <p:extLst>
      <p:ext uri="{BB962C8B-B14F-4D97-AF65-F5344CB8AC3E}">
        <p14:creationId xmlns:p14="http://schemas.microsoft.com/office/powerpoint/2010/main" val="12470783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34922"/>
</p:tagLst>
</file>

<file path=ppt/theme/theme1.xml><?xml version="1.0" encoding="utf-8"?>
<a:theme xmlns:a="http://schemas.openxmlformats.org/drawingml/2006/main" name="1_Office 主题​​">
  <a:themeElements>
    <a:clrScheme name="01高级商务蓝配色">
      <a:dk1>
        <a:srgbClr val="000000"/>
      </a:dk1>
      <a:lt1>
        <a:srgbClr val="FFFFFF"/>
      </a:lt1>
      <a:dk2>
        <a:srgbClr val="3C3652"/>
      </a:dk2>
      <a:lt2>
        <a:srgbClr val="FFFFFF"/>
      </a:lt2>
      <a:accent1>
        <a:srgbClr val="912C8D"/>
      </a:accent1>
      <a:accent2>
        <a:srgbClr val="7561D6"/>
      </a:accent2>
      <a:accent3>
        <a:srgbClr val="68A4C6"/>
      </a:accent3>
      <a:accent4>
        <a:srgbClr val="6A69B6"/>
      </a:accent4>
      <a:accent5>
        <a:srgbClr val="5199EA"/>
      </a:accent5>
      <a:accent6>
        <a:srgbClr val="5B84D8"/>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6_Office 主题​​">
  <a:themeElements>
    <a:clrScheme name="01高级商务蓝配色">
      <a:dk1>
        <a:srgbClr val="000000"/>
      </a:dk1>
      <a:lt1>
        <a:srgbClr val="FFFFFF"/>
      </a:lt1>
      <a:dk2>
        <a:srgbClr val="3C3652"/>
      </a:dk2>
      <a:lt2>
        <a:srgbClr val="FFFFFF"/>
      </a:lt2>
      <a:accent1>
        <a:srgbClr val="912C8D"/>
      </a:accent1>
      <a:accent2>
        <a:srgbClr val="7561D6"/>
      </a:accent2>
      <a:accent3>
        <a:srgbClr val="68A4C6"/>
      </a:accent3>
      <a:accent4>
        <a:srgbClr val="6A69B6"/>
      </a:accent4>
      <a:accent5>
        <a:srgbClr val="5199EA"/>
      </a:accent5>
      <a:accent6>
        <a:srgbClr val="5B84D8"/>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7_Office 主题​​">
  <a:themeElements>
    <a:clrScheme name="01高级商务蓝配色">
      <a:dk1>
        <a:srgbClr val="000000"/>
      </a:dk1>
      <a:lt1>
        <a:srgbClr val="FFFFFF"/>
      </a:lt1>
      <a:dk2>
        <a:srgbClr val="3C3652"/>
      </a:dk2>
      <a:lt2>
        <a:srgbClr val="FFFFFF"/>
      </a:lt2>
      <a:accent1>
        <a:srgbClr val="912C8D"/>
      </a:accent1>
      <a:accent2>
        <a:srgbClr val="7561D6"/>
      </a:accent2>
      <a:accent3>
        <a:srgbClr val="68A4C6"/>
      </a:accent3>
      <a:accent4>
        <a:srgbClr val="6A69B6"/>
      </a:accent4>
      <a:accent5>
        <a:srgbClr val="5199EA"/>
      </a:accent5>
      <a:accent6>
        <a:srgbClr val="5B84D8"/>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2011</TotalTime>
  <Words>243</Words>
  <Application>Microsoft Macintosh PowerPoint</Application>
  <PresentationFormat>宽屏</PresentationFormat>
  <Paragraphs>38</Paragraphs>
  <Slides>8</Slides>
  <Notes>8</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8</vt:i4>
      </vt:variant>
    </vt:vector>
  </HeadingPairs>
  <TitlesOfParts>
    <vt:vector size="24" baseType="lpstr">
      <vt:lpstr>等线</vt:lpstr>
      <vt:lpstr>等线 Light</vt:lpstr>
      <vt:lpstr>微软雅黑</vt:lpstr>
      <vt:lpstr>微软雅黑 Light</vt:lpstr>
      <vt:lpstr>Alibaba PuHuiTi</vt:lpstr>
      <vt:lpstr>Arial</vt:lpstr>
      <vt:lpstr>Arial Black</vt:lpstr>
      <vt:lpstr>Calibri</vt:lpstr>
      <vt:lpstr>Impact</vt:lpstr>
      <vt:lpstr>Montserrat</vt:lpstr>
      <vt:lpstr>Montserrat Medium</vt:lpstr>
      <vt:lpstr>Open Sans</vt:lpstr>
      <vt:lpstr>Open Sans Light</vt:lpstr>
      <vt:lpstr>1_Office 主题​​</vt:lpstr>
      <vt:lpstr>6_Office 主题​​</vt:lpstr>
      <vt:lpstr>7_Office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吴琪瑶</dc:creator>
  <cp:lastModifiedBy>lichao21</cp:lastModifiedBy>
  <cp:revision>187</cp:revision>
  <dcterms:created xsi:type="dcterms:W3CDTF">2025-02-28T09:31:35Z</dcterms:created>
  <dcterms:modified xsi:type="dcterms:W3CDTF">2026-05-11T16:52:21Z</dcterms:modified>
</cp:coreProperties>
</file>